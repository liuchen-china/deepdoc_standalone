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24"/>
  </p:notesMasterIdLst>
  <p:handoutMasterIdLst>
    <p:handoutMasterId r:id="rId25"/>
  </p:handoutMasterIdLst>
  <p:sldIdLst>
    <p:sldId id="2851" r:id="rId2"/>
    <p:sldId id="2852" r:id="rId3"/>
    <p:sldId id="2853" r:id="rId4"/>
    <p:sldId id="2854" r:id="rId5"/>
    <p:sldId id="2855" r:id="rId6"/>
    <p:sldId id="2856" r:id="rId7"/>
    <p:sldId id="2857" r:id="rId8"/>
    <p:sldId id="2858" r:id="rId9"/>
    <p:sldId id="2859" r:id="rId10"/>
    <p:sldId id="2860" r:id="rId11"/>
    <p:sldId id="2861" r:id="rId12"/>
    <p:sldId id="2862" r:id="rId13"/>
    <p:sldId id="2863" r:id="rId14"/>
    <p:sldId id="2864" r:id="rId15"/>
    <p:sldId id="2865" r:id="rId16"/>
    <p:sldId id="2866" r:id="rId17"/>
    <p:sldId id="2867" r:id="rId18"/>
    <p:sldId id="2868" r:id="rId19"/>
    <p:sldId id="2869" r:id="rId20"/>
    <p:sldId id="2870" r:id="rId21"/>
    <p:sldId id="2871" r:id="rId22"/>
    <p:sldId id="2872" r:id="rId23"/>
  </p:sldIdLst>
  <p:sldSz cx="12858750" cy="7232650"/>
  <p:notesSz cx="6858000" cy="9144000"/>
  <p:custDataLst>
    <p:tags r:id="rId26"/>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763" indent="-182563"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638" indent="-55403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A664"/>
    <a:srgbClr val="B18BD5"/>
    <a:srgbClr val="FFFFFF"/>
    <a:srgbClr val="26A69A"/>
    <a:srgbClr val="FF5252"/>
    <a:srgbClr val="66C6D5"/>
    <a:srgbClr val="0E419A"/>
    <a:srgbClr val="056770"/>
    <a:srgbClr val="77BFDB"/>
    <a:srgbClr val="96D6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14" autoAdjust="0"/>
    <p:restoredTop sz="95317" autoAdjust="0"/>
  </p:normalViewPr>
  <p:slideViewPr>
    <p:cSldViewPr>
      <p:cViewPr varScale="1">
        <p:scale>
          <a:sx n="140" d="100"/>
          <a:sy n="140" d="100"/>
        </p:scale>
        <p:origin x="126" y="798"/>
      </p:cViewPr>
      <p:guideLst>
        <p:guide orient="horz" pos="328"/>
        <p:guide pos="4050"/>
        <p:guide pos="557"/>
        <p:guide orient="horz" pos="4183"/>
        <p:guide pos="7497"/>
        <p:guide pos="6908"/>
      </p:guideLst>
    </p:cSldViewPr>
  </p:slideViewPr>
  <p:outlineViewPr>
    <p:cViewPr>
      <p:scale>
        <a:sx n="100" d="100"/>
        <a:sy n="100" d="100"/>
      </p:scale>
      <p:origin x="0" y="-20556"/>
    </p:cViewPr>
  </p:outlineViewPr>
  <p:notesTextViewPr>
    <p:cViewPr>
      <p:scale>
        <a:sx n="1" d="1"/>
        <a:sy n="1" d="1"/>
      </p:scale>
      <p:origin x="0" y="0"/>
    </p:cViewPr>
  </p:notesTextViewPr>
  <p:sorterViewPr>
    <p:cViewPr>
      <p:scale>
        <a:sx n="50" d="100"/>
        <a:sy n="50"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2022/10/25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2022/10/25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613" algn="l" rtl="0" eaLnBrk="0" fontAlgn="base" hangingPunct="0">
      <a:spcBef>
        <a:spcPct val="30000"/>
      </a:spcBef>
      <a:spcAft>
        <a:spcPct val="0"/>
      </a:spcAft>
      <a:defRPr sz="1300" kern="1200">
        <a:solidFill>
          <a:schemeClr val="tx1"/>
        </a:solidFill>
        <a:latin typeface="+mn-lt"/>
        <a:ea typeface="+mn-ea"/>
        <a:cs typeface="+mn-cs"/>
      </a:defRPr>
    </a:lvl2pPr>
    <a:lvl3pPr marL="912813" algn="l" rtl="0" eaLnBrk="0" fontAlgn="base" hangingPunct="0">
      <a:spcBef>
        <a:spcPct val="30000"/>
      </a:spcBef>
      <a:spcAft>
        <a:spcPct val="0"/>
      </a:spcAft>
      <a:defRPr sz="1300" kern="1200">
        <a:solidFill>
          <a:schemeClr val="tx1"/>
        </a:solidFill>
        <a:latin typeface="+mn-lt"/>
        <a:ea typeface="+mn-ea"/>
        <a:cs typeface="+mn-cs"/>
      </a:defRPr>
    </a:lvl3pPr>
    <a:lvl4pPr marL="1370013" algn="l" rtl="0" eaLnBrk="0" fontAlgn="base" hangingPunct="0">
      <a:spcBef>
        <a:spcPct val="30000"/>
      </a:spcBef>
      <a:spcAft>
        <a:spcPct val="0"/>
      </a:spcAft>
      <a:defRPr sz="1300" kern="1200">
        <a:solidFill>
          <a:schemeClr val="tx1"/>
        </a:solidFill>
        <a:latin typeface="+mn-lt"/>
        <a:ea typeface="+mn-ea"/>
        <a:cs typeface="+mn-cs"/>
      </a:defRPr>
    </a:lvl4pPr>
    <a:lvl5pPr marL="1827213" algn="l" rtl="0" eaLnBrk="0" fontAlgn="base" hangingPunct="0">
      <a:spcBef>
        <a:spcPct val="30000"/>
      </a:spcBef>
      <a:spcAft>
        <a:spcPct val="0"/>
      </a:spcAft>
      <a:defRPr sz="1300" kern="1200">
        <a:solidFill>
          <a:schemeClr val="tx1"/>
        </a:solidFill>
        <a:latin typeface="+mn-lt"/>
        <a:ea typeface="+mn-ea"/>
        <a:cs typeface="+mn-cs"/>
      </a:defRPr>
    </a:lvl5pPr>
    <a:lvl6pPr marL="2285493" algn="l" defTabSz="914197" rtl="0" eaLnBrk="1" latinLnBrk="0" hangingPunct="1">
      <a:defRPr sz="1300" kern="1200">
        <a:solidFill>
          <a:schemeClr val="tx1"/>
        </a:solidFill>
        <a:latin typeface="+mn-lt"/>
        <a:ea typeface="+mn-ea"/>
        <a:cs typeface="+mn-cs"/>
      </a:defRPr>
    </a:lvl6pPr>
    <a:lvl7pPr marL="2742592" algn="l" defTabSz="914197" rtl="0" eaLnBrk="1" latinLnBrk="0" hangingPunct="1">
      <a:defRPr sz="1300" kern="1200">
        <a:solidFill>
          <a:schemeClr val="tx1"/>
        </a:solidFill>
        <a:latin typeface="+mn-lt"/>
        <a:ea typeface="+mn-ea"/>
        <a:cs typeface="+mn-cs"/>
      </a:defRPr>
    </a:lvl7pPr>
    <a:lvl8pPr marL="3199692" algn="l" defTabSz="914197" rtl="0" eaLnBrk="1" latinLnBrk="0" hangingPunct="1">
      <a:defRPr sz="1300" kern="1200">
        <a:solidFill>
          <a:schemeClr val="tx1"/>
        </a:solidFill>
        <a:latin typeface="+mn-lt"/>
        <a:ea typeface="+mn-ea"/>
        <a:cs typeface="+mn-cs"/>
      </a:defRPr>
    </a:lvl8pPr>
    <a:lvl9pPr marL="3656788" algn="l" defTabSz="91419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1</a:t>
            </a:r>
            <a:endParaRPr lang="zh-CN" altLang="en-US"/>
          </a:p>
        </p:txBody>
      </p:sp>
    </p:spTree>
    <p:extLst>
      <p:ext uri="{BB962C8B-B14F-4D97-AF65-F5344CB8AC3E}">
        <p14:creationId xmlns:p14="http://schemas.microsoft.com/office/powerpoint/2010/main" val="3163126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2</a:t>
            </a:r>
            <a:endParaRPr lang="zh-CN" altLang="en-US"/>
          </a:p>
        </p:txBody>
      </p:sp>
    </p:spTree>
    <p:extLst>
      <p:ext uri="{BB962C8B-B14F-4D97-AF65-F5344CB8AC3E}">
        <p14:creationId xmlns:p14="http://schemas.microsoft.com/office/powerpoint/2010/main" val="3948965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r>
              <a:rPr lang="en-US"/>
              <a:t>3</a:t>
            </a:r>
            <a:endParaRPr lang="en-US" dirty="0"/>
          </a:p>
        </p:txBody>
      </p:sp>
    </p:spTree>
    <p:extLst>
      <p:ext uri="{BB962C8B-B14F-4D97-AF65-F5344CB8AC3E}">
        <p14:creationId xmlns:p14="http://schemas.microsoft.com/office/powerpoint/2010/main" val="2108356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4</a:t>
            </a:r>
            <a:endParaRPr lang="zh-CN" altLang="en-US"/>
          </a:p>
        </p:txBody>
      </p:sp>
    </p:spTree>
    <p:extLst>
      <p:ext uri="{BB962C8B-B14F-4D97-AF65-F5344CB8AC3E}">
        <p14:creationId xmlns:p14="http://schemas.microsoft.com/office/powerpoint/2010/main" val="2377340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GB"/>
              <a:t>5</a:t>
            </a:r>
          </a:p>
        </p:txBody>
      </p:sp>
    </p:spTree>
    <p:extLst>
      <p:ext uri="{BB962C8B-B14F-4D97-AF65-F5344CB8AC3E}">
        <p14:creationId xmlns:p14="http://schemas.microsoft.com/office/powerpoint/2010/main" val="991447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6050" y="514350"/>
            <a:ext cx="4573588" cy="257175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a:t>My First Template</a:t>
            </a:r>
            <a:endParaRPr lang="en-US" dirty="0"/>
          </a:p>
        </p:txBody>
      </p:sp>
    </p:spTree>
    <p:extLst>
      <p:ext uri="{BB962C8B-B14F-4D97-AF65-F5344CB8AC3E}">
        <p14:creationId xmlns:p14="http://schemas.microsoft.com/office/powerpoint/2010/main" val="2494218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7</a:t>
            </a:r>
            <a:endParaRPr lang="zh-CN" altLang="en-US"/>
          </a:p>
        </p:txBody>
      </p:sp>
    </p:spTree>
    <p:extLst>
      <p:ext uri="{BB962C8B-B14F-4D97-AF65-F5344CB8AC3E}">
        <p14:creationId xmlns:p14="http://schemas.microsoft.com/office/powerpoint/2010/main" val="4058060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r>
              <a:rPr lang="en-US"/>
              <a:t>8</a:t>
            </a:r>
            <a:endParaRPr lang="en-US" dirty="0"/>
          </a:p>
        </p:txBody>
      </p:sp>
    </p:spTree>
    <p:extLst>
      <p:ext uri="{BB962C8B-B14F-4D97-AF65-F5344CB8AC3E}">
        <p14:creationId xmlns:p14="http://schemas.microsoft.com/office/powerpoint/2010/main" val="3839025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9</a:t>
            </a:r>
            <a:endParaRPr lang="zh-CN" altLang="en-US"/>
          </a:p>
        </p:txBody>
      </p:sp>
    </p:spTree>
    <p:extLst>
      <p:ext uri="{BB962C8B-B14F-4D97-AF65-F5344CB8AC3E}">
        <p14:creationId xmlns:p14="http://schemas.microsoft.com/office/powerpoint/2010/main" val="899830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GB"/>
              <a:t>10</a:t>
            </a:r>
          </a:p>
        </p:txBody>
      </p:sp>
    </p:spTree>
    <p:extLst>
      <p:ext uri="{BB962C8B-B14F-4D97-AF65-F5344CB8AC3E}">
        <p14:creationId xmlns:p14="http://schemas.microsoft.com/office/powerpoint/2010/main" val="3893546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GB"/>
              <a:t>11</a:t>
            </a:r>
          </a:p>
        </p:txBody>
      </p:sp>
    </p:spTree>
    <p:extLst>
      <p:ext uri="{BB962C8B-B14F-4D97-AF65-F5344CB8AC3E}">
        <p14:creationId xmlns:p14="http://schemas.microsoft.com/office/powerpoint/2010/main" val="4121335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GB"/>
              <a:t>12</a:t>
            </a:r>
          </a:p>
        </p:txBody>
      </p:sp>
    </p:spTree>
    <p:extLst>
      <p:ext uri="{BB962C8B-B14F-4D97-AF65-F5344CB8AC3E}">
        <p14:creationId xmlns:p14="http://schemas.microsoft.com/office/powerpoint/2010/main" val="502437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r>
              <a:rPr lang="en-US"/>
              <a:t>13</a:t>
            </a:r>
            <a:endParaRPr lang="en-US" dirty="0"/>
          </a:p>
        </p:txBody>
      </p:sp>
    </p:spTree>
    <p:extLst>
      <p:ext uri="{BB962C8B-B14F-4D97-AF65-F5344CB8AC3E}">
        <p14:creationId xmlns:p14="http://schemas.microsoft.com/office/powerpoint/2010/main" val="3895381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GB"/>
              <a:t>14</a:t>
            </a:r>
          </a:p>
        </p:txBody>
      </p:sp>
    </p:spTree>
    <p:extLst>
      <p:ext uri="{BB962C8B-B14F-4D97-AF65-F5344CB8AC3E}">
        <p14:creationId xmlns:p14="http://schemas.microsoft.com/office/powerpoint/2010/main" val="4182512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GB"/>
              <a:t>15</a:t>
            </a:r>
          </a:p>
        </p:txBody>
      </p:sp>
    </p:spTree>
    <p:extLst>
      <p:ext uri="{BB962C8B-B14F-4D97-AF65-F5344CB8AC3E}">
        <p14:creationId xmlns:p14="http://schemas.microsoft.com/office/powerpoint/2010/main" val="3611970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XX</a:t>
            </a:r>
            <a:endParaRPr lang="zh-CN" altLang="en-US"/>
          </a:p>
        </p:txBody>
      </p:sp>
    </p:spTree>
    <p:extLst>
      <p:ext uri="{BB962C8B-B14F-4D97-AF65-F5344CB8AC3E}">
        <p14:creationId xmlns:p14="http://schemas.microsoft.com/office/powerpoint/2010/main" val="2136153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17</a:t>
            </a:r>
            <a:endParaRPr lang="zh-CN" altLang="en-US"/>
          </a:p>
        </p:txBody>
      </p:sp>
    </p:spTree>
    <p:extLst>
      <p:ext uri="{BB962C8B-B14F-4D97-AF65-F5344CB8AC3E}">
        <p14:creationId xmlns:p14="http://schemas.microsoft.com/office/powerpoint/2010/main" val="469727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r>
              <a:rPr lang="en-US"/>
              <a:t>18</a:t>
            </a:r>
            <a:endParaRPr lang="en-US" dirty="0"/>
          </a:p>
        </p:txBody>
      </p:sp>
    </p:spTree>
    <p:extLst>
      <p:ext uri="{BB962C8B-B14F-4D97-AF65-F5344CB8AC3E}">
        <p14:creationId xmlns:p14="http://schemas.microsoft.com/office/powerpoint/2010/main" val="2834480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19</a:t>
            </a:r>
            <a:endParaRPr lang="zh-CN" altLang="en-US"/>
          </a:p>
        </p:txBody>
      </p:sp>
    </p:spTree>
    <p:extLst>
      <p:ext uri="{BB962C8B-B14F-4D97-AF65-F5344CB8AC3E}">
        <p14:creationId xmlns:p14="http://schemas.microsoft.com/office/powerpoint/2010/main" val="2566512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20</a:t>
            </a:r>
            <a:endParaRPr lang="zh-CN" altLang="en-US"/>
          </a:p>
        </p:txBody>
      </p:sp>
    </p:spTree>
    <p:extLst>
      <p:ext uri="{BB962C8B-B14F-4D97-AF65-F5344CB8AC3E}">
        <p14:creationId xmlns:p14="http://schemas.microsoft.com/office/powerpoint/2010/main" val="131184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21</a:t>
            </a:r>
            <a:endParaRPr lang="zh-CN" altLang="en-US"/>
          </a:p>
        </p:txBody>
      </p:sp>
    </p:spTree>
    <p:extLst>
      <p:ext uri="{BB962C8B-B14F-4D97-AF65-F5344CB8AC3E}">
        <p14:creationId xmlns:p14="http://schemas.microsoft.com/office/powerpoint/2010/main" val="3322380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22</a:t>
            </a:r>
            <a:endParaRPr lang="zh-CN" altLang="en-US"/>
          </a:p>
        </p:txBody>
      </p:sp>
    </p:spTree>
    <p:extLst>
      <p:ext uri="{BB962C8B-B14F-4D97-AF65-F5344CB8AC3E}">
        <p14:creationId xmlns:p14="http://schemas.microsoft.com/office/powerpoint/2010/main" val="1777592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pPr/>
              <a:t>2022/10/25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2BF82D2-7A68-459D-A996-9BDDA2518FA4}" type="datetimeFigureOut">
              <a:rPr lang="zh-CN" altLang="en-US" smtClean="0"/>
              <a:pPr/>
              <a:t>2022/10/25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357612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260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p>
          <a:p>
            <a:pPr lvl="0"/>
            <a:r>
              <a:rPr lang="zh-CN" altLang="en-US"/>
              <a:t>第二级</a:t>
            </a:r>
          </a:p>
          <a:p>
            <a:pPr lvl="0"/>
            <a:r>
              <a:rPr lang="zh-CN" altLang="en-US"/>
              <a:t>第三级</a:t>
            </a:r>
          </a:p>
          <a:p>
            <a:pPr lvl="0"/>
            <a:r>
              <a:rPr lang="zh-CN" altLang="en-US"/>
              <a:t>第四级</a:t>
            </a:r>
          </a:p>
          <a:p>
            <a:pPr lvl="0"/>
            <a:r>
              <a:rPr lang="zh-CN" altLang="en-US"/>
              <a:t>第五级</a:t>
            </a:r>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2022/7/22</a:t>
            </a:r>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zh-CN"/>
              <a:t>‹#›</a:t>
            </a:r>
            <a:endParaRPr lang="zh-CN" altLang="en-US"/>
          </a:p>
        </p:txBody>
      </p:sp>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notesSlide" Target="../notesSlides/notesSlide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3.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653464"/>
            <a:ext cx="12858750" cy="25362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259"/>
          <p:cNvSpPr>
            <a:spLocks noChangeArrowheads="1"/>
          </p:cNvSpPr>
          <p:nvPr/>
        </p:nvSpPr>
        <p:spPr bwMode="auto">
          <a:xfrm>
            <a:off x="1892871" y="3093422"/>
            <a:ext cx="929919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6000" b="1">
                <a:solidFill>
                  <a:schemeClr val="bg1"/>
                </a:solidFill>
                <a:cs typeface="Arial" panose="020B0604020202020204" pitchFamily="34" charset="0"/>
              </a:rPr>
              <a:t>树灵视觉营销</a:t>
            </a:r>
            <a:r>
              <a:rPr lang="en-US" altLang="zh-CN" sz="6000" b="1">
                <a:solidFill>
                  <a:schemeClr val="bg1"/>
                </a:solidFill>
                <a:cs typeface="Arial" panose="020B0604020202020204" pitchFamily="34" charset="0"/>
              </a:rPr>
              <a:t>PPT</a:t>
            </a:r>
            <a:r>
              <a:rPr lang="zh-CN" altLang="en-US" sz="6000" b="1">
                <a:solidFill>
                  <a:schemeClr val="bg1"/>
                </a:solidFill>
                <a:cs typeface="Arial" panose="020B0604020202020204" pitchFamily="34" charset="0"/>
              </a:rPr>
              <a:t>模版</a:t>
            </a:r>
            <a:endParaRPr lang="zh-CN" altLang="en-US" sz="6000" b="1" dirty="0">
              <a:solidFill>
                <a:schemeClr val="bg1"/>
              </a:solidFill>
              <a:cs typeface="Arial" panose="020B0604020202020204" pitchFamily="34" charset="0"/>
            </a:endParaRPr>
          </a:p>
        </p:txBody>
      </p:sp>
      <p:sp>
        <p:nvSpPr>
          <p:cNvPr id="15" name="矩形 259"/>
          <p:cNvSpPr>
            <a:spLocks noChangeArrowheads="1"/>
          </p:cNvSpPr>
          <p:nvPr/>
        </p:nvSpPr>
        <p:spPr bwMode="auto">
          <a:xfrm>
            <a:off x="3401114" y="5509637"/>
            <a:ext cx="2203748" cy="318924"/>
          </a:xfrm>
          <a:prstGeom prst="rect">
            <a:avLst/>
          </a:prstGeom>
          <a:solidFill>
            <a:schemeClr val="accent2"/>
          </a:solidFill>
          <a:ln w="9525">
            <a:solidFill>
              <a:schemeClr val="bg1"/>
            </a:solidFill>
            <a:miter lim="800000"/>
            <a:headEnd/>
            <a:tailEnd/>
          </a:ln>
          <a:effectLst/>
        </p:spPr>
        <p:txBody>
          <a:bodyPr wrap="square" lIns="36000" tIns="36000" rIns="36000" bIns="36000" anchor="t" anchorCtr="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spcBef>
                <a:spcPts val="0"/>
              </a:spcBef>
              <a:buNone/>
            </a:pPr>
            <a:r>
              <a:rPr lang="zh-CN" altLang="en-US" sz="1600">
                <a:solidFill>
                  <a:schemeClr val="bg1"/>
                </a:solidFill>
                <a:latin typeface="Arial" panose="020B0604020202020204" pitchFamily="34" charset="0"/>
                <a:cs typeface="Arial" panose="020B0604020202020204" pitchFamily="34" charset="0"/>
                <a:sym typeface="Arial" panose="020B0604020202020204" pitchFamily="34" charset="0"/>
              </a:rPr>
              <a:t>汇报人：</a:t>
            </a:r>
            <a:r>
              <a:rPr lang="en-US" altLang="zh-CN" sz="1600">
                <a:solidFill>
                  <a:schemeClr val="bg1"/>
                </a:solidFill>
                <a:latin typeface="Arial" panose="020B0604020202020204" pitchFamily="34" charset="0"/>
                <a:cs typeface="Arial" panose="020B0604020202020204" pitchFamily="34" charset="0"/>
                <a:sym typeface="Arial" panose="020B0604020202020204" pitchFamily="34" charset="0"/>
              </a:rPr>
              <a:t>PPTer</a:t>
            </a:r>
            <a:endParaRPr lang="en-US" altLang="zh-CN"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6" name="矩形 259"/>
          <p:cNvSpPr>
            <a:spLocks noChangeArrowheads="1"/>
          </p:cNvSpPr>
          <p:nvPr/>
        </p:nvSpPr>
        <p:spPr bwMode="auto">
          <a:xfrm>
            <a:off x="3401114" y="4162207"/>
            <a:ext cx="6056522"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500">
                <a:solidFill>
                  <a:schemeClr val="bg1"/>
                </a:solidFill>
                <a:cs typeface="Arial" panose="020B0604020202020204" pitchFamily="34" charset="0"/>
              </a:rPr>
              <a:t>MARKETING POWERPOINT TEMPLATE</a:t>
            </a:r>
            <a:endParaRPr lang="zh-CN" altLang="en-US" sz="2500" dirty="0">
              <a:solidFill>
                <a:schemeClr val="bg1"/>
              </a:solidFill>
              <a:cs typeface="Arial" panose="020B0604020202020204" pitchFamily="34" charset="0"/>
            </a:endParaRPr>
          </a:p>
        </p:txBody>
      </p:sp>
      <p:sp>
        <p:nvSpPr>
          <p:cNvPr id="8" name="矩形 259"/>
          <p:cNvSpPr>
            <a:spLocks noChangeArrowheads="1"/>
          </p:cNvSpPr>
          <p:nvPr/>
        </p:nvSpPr>
        <p:spPr bwMode="auto">
          <a:xfrm>
            <a:off x="5067300" y="1254558"/>
            <a:ext cx="272415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7200">
                <a:solidFill>
                  <a:schemeClr val="accent1"/>
                </a:solidFill>
                <a:latin typeface="Impact" panose="020B0806030902050204" pitchFamily="34" charset="0"/>
                <a:cs typeface="Arial" panose="020B0604020202020204" pitchFamily="34" charset="0"/>
              </a:rPr>
              <a:t>LOGO</a:t>
            </a:r>
            <a:endParaRPr lang="zh-CN" altLang="en-US" sz="7200" dirty="0">
              <a:solidFill>
                <a:schemeClr val="accent1"/>
              </a:solidFill>
              <a:latin typeface="Impact" panose="020B0806030902050204" pitchFamily="34" charset="0"/>
              <a:cs typeface="Arial" panose="020B0604020202020204" pitchFamily="34" charset="0"/>
            </a:endParaRPr>
          </a:p>
        </p:txBody>
      </p:sp>
      <p:sp>
        <p:nvSpPr>
          <p:cNvPr id="9" name="矩形 259"/>
          <p:cNvSpPr>
            <a:spLocks noChangeArrowheads="1"/>
          </p:cNvSpPr>
          <p:nvPr/>
        </p:nvSpPr>
        <p:spPr bwMode="auto">
          <a:xfrm>
            <a:off x="6723986" y="5509637"/>
            <a:ext cx="2733650" cy="318924"/>
          </a:xfrm>
          <a:prstGeom prst="rect">
            <a:avLst/>
          </a:prstGeom>
          <a:solidFill>
            <a:schemeClr val="accent2"/>
          </a:solidFill>
          <a:ln w="9525">
            <a:solidFill>
              <a:schemeClr val="bg1"/>
            </a:solidFill>
            <a:miter lim="800000"/>
            <a:headEnd/>
            <a:tailEnd/>
          </a:ln>
          <a:effectLst/>
        </p:spPr>
        <p:txBody>
          <a:bodyPr wrap="square" lIns="36000" tIns="36000" rIns="36000" bIns="36000" anchor="t" anchorCtr="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spcBef>
                <a:spcPts val="0"/>
              </a:spcBef>
              <a:buNone/>
            </a:pPr>
            <a:r>
              <a:rPr lang="en-US" altLang="zh-CN" sz="1600">
                <a:solidFill>
                  <a:schemeClr val="bg1"/>
                </a:solidFill>
                <a:latin typeface="Arial" panose="020B0604020202020204" pitchFamily="34" charset="0"/>
                <a:cs typeface="Arial" panose="020B0604020202020204" pitchFamily="34" charset="0"/>
                <a:sym typeface="Arial" panose="020B0604020202020204" pitchFamily="34" charset="0"/>
              </a:rPr>
              <a:t>Report Person: shulingshijue.</a:t>
            </a:r>
            <a:endParaRPr lang="en-US" altLang="zh-CN"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pic>
        <p:nvPicPr>
          <p:cNvPr id="2" name="Daydream">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6124575" y="-776163"/>
            <a:ext cx="609600" cy="609600"/>
          </a:xfrm>
          <a:prstGeom prst="rect">
            <a:avLst/>
          </a:prstGeom>
        </p:spPr>
      </p:pic>
    </p:spTree>
    <p:extLst>
      <p:ext uri="{BB962C8B-B14F-4D97-AF65-F5344CB8AC3E}">
        <p14:creationId xmlns:p14="http://schemas.microsoft.com/office/powerpoint/2010/main" val="42881479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crush"/>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41" presetClass="entr" presetSubtype="0" fill="hold" grpId="0" nodeType="afterEffect">
                                  <p:stCondLst>
                                    <p:cond delay="0"/>
                                  </p:stCondLst>
                                  <p:iterate type="lt">
                                    <p:tmPct val="10000"/>
                                  </p:iterate>
                                  <p:childTnLst>
                                    <p:set>
                                      <p:cBhvr>
                                        <p:cTn id="9" dur="1" fill="hold">
                                          <p:stCondLst>
                                            <p:cond delay="0"/>
                                          </p:stCondLst>
                                        </p:cTn>
                                        <p:tgtEl>
                                          <p:spTgt spid="8"/>
                                        </p:tgtEl>
                                        <p:attrNameLst>
                                          <p:attrName>style.visibility</p:attrName>
                                        </p:attrNameLst>
                                      </p:cBhvr>
                                      <p:to>
                                        <p:strVal val="visible"/>
                                      </p:to>
                                    </p:set>
                                    <p:anim calcmode="lin" valueType="num">
                                      <p:cBhvr>
                                        <p:cTn id="10"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8"/>
                                        </p:tgtEl>
                                        <p:attrNameLst>
                                          <p:attrName>ppt_y</p:attrName>
                                        </p:attrNameLst>
                                      </p:cBhvr>
                                      <p:tavLst>
                                        <p:tav tm="0">
                                          <p:val>
                                            <p:strVal val="#ppt_y"/>
                                          </p:val>
                                        </p:tav>
                                        <p:tav tm="100000">
                                          <p:val>
                                            <p:strVal val="#ppt_y"/>
                                          </p:val>
                                        </p:tav>
                                      </p:tavLst>
                                    </p:anim>
                                    <p:anim calcmode="lin" valueType="num">
                                      <p:cBhvr>
                                        <p:cTn id="12"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8"/>
                                        </p:tgtEl>
                                      </p:cBhvr>
                                    </p:animEffect>
                                  </p:childTnLst>
                                </p:cTn>
                              </p:par>
                            </p:childTnLst>
                          </p:cTn>
                        </p:par>
                        <p:par>
                          <p:cTn id="15" fill="hold">
                            <p:stCondLst>
                              <p:cond delay="650"/>
                            </p:stCondLst>
                            <p:childTnLst>
                              <p:par>
                                <p:cTn id="16" presetID="26" presetClass="emph" presetSubtype="0" fill="hold" grpId="1" nodeType="afterEffect">
                                  <p:stCondLst>
                                    <p:cond delay="0"/>
                                  </p:stCondLst>
                                  <p:iterate type="lt">
                                    <p:tmPct val="0"/>
                                  </p:iterate>
                                  <p:childTnLst>
                                    <p:animEffect transition="out" filter="fade">
                                      <p:cBhvr>
                                        <p:cTn id="17" dur="500" tmFilter="0, 0; .2, .5; .8, .5; 1, 0"/>
                                        <p:tgtEl>
                                          <p:spTgt spid="8"/>
                                        </p:tgtEl>
                                      </p:cBhvr>
                                    </p:animEffect>
                                    <p:animScale>
                                      <p:cBhvr>
                                        <p:cTn id="18" dur="250" autoRev="1" fill="hold"/>
                                        <p:tgtEl>
                                          <p:spTgt spid="8"/>
                                        </p:tgtEl>
                                      </p:cBhvr>
                                      <p:by x="105000" y="105000"/>
                                    </p:animScale>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arn(inVertical)">
                                      <p:cBhvr>
                                        <p:cTn id="23" dur="500"/>
                                        <p:tgtEl>
                                          <p:spTgt spid="3"/>
                                        </p:tgtEl>
                                      </p:cBhvr>
                                    </p:animEffect>
                                  </p:childTnLst>
                                </p:cTn>
                              </p:par>
                            </p:childTnLst>
                          </p:cTn>
                        </p:par>
                        <p:par>
                          <p:cTn id="24" fill="hold">
                            <p:stCondLst>
                              <p:cond delay="5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4"/>
                                        </p:tgtEl>
                                        <p:attrNameLst>
                                          <p:attrName>ppt_y</p:attrName>
                                        </p:attrNameLst>
                                      </p:cBhvr>
                                      <p:tavLst>
                                        <p:tav tm="0">
                                          <p:val>
                                            <p:strVal val="#ppt_y"/>
                                          </p:val>
                                        </p:tav>
                                        <p:tav tm="100000">
                                          <p:val>
                                            <p:strVal val="#ppt_y"/>
                                          </p:val>
                                        </p:tav>
                                      </p:tavLst>
                                    </p:anim>
                                    <p:anim calcmode="lin" valueType="num">
                                      <p:cBhvr>
                                        <p:cTn id="29"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4"/>
                                        </p:tgtEl>
                                      </p:cBhvr>
                                    </p:animEffect>
                                  </p:childTnLst>
                                </p:cTn>
                              </p:par>
                            </p:childTnLst>
                          </p:cTn>
                        </p:par>
                        <p:par>
                          <p:cTn id="32" fill="hold">
                            <p:stCondLst>
                              <p:cond delay="1500"/>
                            </p:stCondLst>
                            <p:childTnLst>
                              <p:par>
                                <p:cTn id="33" presetID="26" presetClass="emph" presetSubtype="0" fill="hold" grpId="1" nodeType="afterEffect">
                                  <p:stCondLst>
                                    <p:cond delay="0"/>
                                  </p:stCondLst>
                                  <p:iterate type="lt">
                                    <p:tmPct val="0"/>
                                  </p:iterate>
                                  <p:childTnLst>
                                    <p:animEffect transition="out" filter="fade">
                                      <p:cBhvr>
                                        <p:cTn id="34" dur="500" tmFilter="0, 0; .2, .5; .8, .5; 1, 0"/>
                                        <p:tgtEl>
                                          <p:spTgt spid="14"/>
                                        </p:tgtEl>
                                      </p:cBhvr>
                                    </p:animEffect>
                                    <p:animScale>
                                      <p:cBhvr>
                                        <p:cTn id="35" dur="250" autoRev="1" fill="hold"/>
                                        <p:tgtEl>
                                          <p:spTgt spid="14"/>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childTnLst>
                                </p:cTn>
                              </p:par>
                            </p:childTnLst>
                          </p:cTn>
                        </p:par>
                        <p:par>
                          <p:cTn id="41" fill="hold">
                            <p:stCondLst>
                              <p:cond delay="1000"/>
                            </p:stCondLst>
                            <p:childTnLst>
                              <p:par>
                                <p:cTn id="42" presetID="53" presetClass="entr" presetSubtype="16"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1500"/>
                            </p:stCondLst>
                            <p:childTnLst>
                              <p:par>
                                <p:cTn id="48" presetID="53" presetClass="entr" presetSubtype="16"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53" repeatCount="indefinite" fill="remove" display="0">
                  <p:stCondLst>
                    <p:cond delay="indefinite"/>
                  </p:stCondLst>
                  <p:endCondLst>
                    <p:cond evt="onStopAudio" delay="0">
                      <p:tgtEl>
                        <p:sldTgt/>
                      </p:tgtEl>
                    </p:cond>
                  </p:endCondLst>
                </p:cTn>
                <p:tgtEl>
                  <p:spTgt spid="2"/>
                </p:tgtEl>
              </p:cMediaNode>
            </p:audio>
          </p:childTnLst>
        </p:cTn>
      </p:par>
    </p:tnLst>
    <p:bldLst>
      <p:bldP spid="3" grpId="0" animBg="1"/>
      <p:bldP spid="14" grpId="0"/>
      <p:bldP spid="14" grpId="1"/>
      <p:bldP spid="15" grpId="0" animBg="1"/>
      <p:bldP spid="16" grpId="0"/>
      <p:bldP spid="8" grpId="0"/>
      <p:bldP spid="8" grpId="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H_Number_1"/>
          <p:cNvSpPr/>
          <p:nvPr>
            <p:custDataLst>
              <p:tags r:id="rId1"/>
            </p:custDataLst>
          </p:nvPr>
        </p:nvSpPr>
        <p:spPr>
          <a:xfrm>
            <a:off x="6768681" y="1844083"/>
            <a:ext cx="379667" cy="379667"/>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109" b="1">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2109"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2" name="MH_Entry_1"/>
          <p:cNvSpPr/>
          <p:nvPr>
            <p:custDataLst>
              <p:tags r:id="rId2"/>
            </p:custDataLst>
          </p:nvPr>
        </p:nvSpPr>
        <p:spPr>
          <a:xfrm>
            <a:off x="7473677" y="1783596"/>
            <a:ext cx="2251181" cy="57413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zh-CN" altLang="en-US" sz="2531">
                <a:solidFill>
                  <a:schemeClr val="accent1"/>
                </a:solidFill>
                <a:latin typeface="Arial" panose="020B0604020202020204" pitchFamily="34" charset="0"/>
                <a:ea typeface="微软雅黑" panose="020B0503020204020204" pitchFamily="34" charset="-122"/>
                <a:sym typeface="Arial" panose="020B0604020202020204" pitchFamily="34" charset="0"/>
              </a:rPr>
              <a:t>年度工作概述</a:t>
            </a:r>
          </a:p>
          <a:p>
            <a:r>
              <a:rPr lang="en-US" altLang="zh-CN" sz="1200">
                <a:solidFill>
                  <a:schemeClr val="accent1"/>
                </a:solidFill>
                <a:latin typeface="Arial" panose="020B0604020202020204" pitchFamily="34" charset="0"/>
                <a:ea typeface="微软雅黑" panose="020B0503020204020204" pitchFamily="34" charset="-122"/>
                <a:sym typeface="Arial" panose="020B0604020202020204" pitchFamily="34" charset="0"/>
              </a:rPr>
              <a:t>ANNUAL WORK SUMMARY</a:t>
            </a:r>
            <a:endParaRPr lang="zh-CN" altLang="en-US" sz="7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MH_Number_2"/>
          <p:cNvSpPr/>
          <p:nvPr>
            <p:custDataLst>
              <p:tags r:id="rId3"/>
            </p:custDataLst>
          </p:nvPr>
        </p:nvSpPr>
        <p:spPr>
          <a:xfrm>
            <a:off x="6768681" y="3107299"/>
            <a:ext cx="379667" cy="379667"/>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109" b="1">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2109"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4" name="MH_Entry_2"/>
          <p:cNvSpPr/>
          <p:nvPr>
            <p:custDataLst>
              <p:tags r:id="rId4"/>
            </p:custDataLst>
          </p:nvPr>
        </p:nvSpPr>
        <p:spPr>
          <a:xfrm>
            <a:off x="7473677" y="3031425"/>
            <a:ext cx="2251181" cy="60490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sz="2531">
                <a:solidFill>
                  <a:schemeClr val="accent2"/>
                </a:solidFill>
                <a:latin typeface="Arial" panose="020B0604020202020204" pitchFamily="34" charset="0"/>
                <a:ea typeface="微软雅黑" panose="020B0503020204020204" pitchFamily="34" charset="-122"/>
                <a:sym typeface="Arial" panose="020B0604020202020204" pitchFamily="34" charset="0"/>
              </a:rPr>
              <a:t>工作完成情况</a:t>
            </a:r>
          </a:p>
          <a:p>
            <a:pPr lvl="0"/>
            <a:r>
              <a:rPr lang="en-US" altLang="zh-CN" sz="1400">
                <a:solidFill>
                  <a:schemeClr val="accent2"/>
                </a:solidFill>
                <a:latin typeface="Arial" panose="020B0604020202020204" pitchFamily="34" charset="0"/>
                <a:ea typeface="微软雅黑" panose="020B0503020204020204" pitchFamily="34" charset="-122"/>
                <a:sym typeface="Arial" panose="020B0604020202020204" pitchFamily="34" charset="0"/>
              </a:rPr>
              <a:t>COMPLETION OF WORK</a:t>
            </a:r>
            <a:endParaRPr lang="zh-CN" altLang="en-US" sz="8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MH_Number_3"/>
          <p:cNvSpPr/>
          <p:nvPr>
            <p:custDataLst>
              <p:tags r:id="rId5"/>
            </p:custDataLst>
          </p:nvPr>
        </p:nvSpPr>
        <p:spPr>
          <a:xfrm>
            <a:off x="6768681" y="4370515"/>
            <a:ext cx="379667" cy="379667"/>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109" b="1">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2109"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6" name="MH_Entry_3"/>
          <p:cNvSpPr/>
          <p:nvPr>
            <p:custDataLst>
              <p:tags r:id="rId6"/>
            </p:custDataLst>
          </p:nvPr>
        </p:nvSpPr>
        <p:spPr>
          <a:xfrm>
            <a:off x="7473677" y="4294641"/>
            <a:ext cx="2251181" cy="60490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sz="2531">
                <a:solidFill>
                  <a:schemeClr val="accent1"/>
                </a:solidFill>
                <a:latin typeface="Arial" panose="020B0604020202020204" pitchFamily="34" charset="0"/>
                <a:ea typeface="微软雅黑" panose="020B0503020204020204" pitchFamily="34" charset="-122"/>
                <a:sym typeface="Arial" panose="020B0604020202020204" pitchFamily="34" charset="0"/>
              </a:rPr>
              <a:t>成功项目展示</a:t>
            </a:r>
          </a:p>
          <a:p>
            <a:pPr lvl="0"/>
            <a:r>
              <a:rPr lang="en-US" altLang="zh-CN" sz="1400">
                <a:solidFill>
                  <a:schemeClr val="accent1"/>
                </a:solidFill>
                <a:latin typeface="Arial" panose="020B0604020202020204" pitchFamily="34" charset="0"/>
                <a:ea typeface="微软雅黑" panose="020B0503020204020204" pitchFamily="34" charset="-122"/>
                <a:sym typeface="Arial" panose="020B0604020202020204" pitchFamily="34" charset="0"/>
              </a:rPr>
              <a:t>SUcomESSFUL PROJECT</a:t>
            </a:r>
            <a:endParaRPr lang="zh-CN" altLang="en-US" sz="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MH_Number_4"/>
          <p:cNvSpPr/>
          <p:nvPr>
            <p:custDataLst>
              <p:tags r:id="rId7"/>
            </p:custDataLst>
          </p:nvPr>
        </p:nvSpPr>
        <p:spPr>
          <a:xfrm>
            <a:off x="6768681" y="5633731"/>
            <a:ext cx="379667" cy="379667"/>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109" b="1">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2109"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8" name="MH_Entry_4"/>
          <p:cNvSpPr/>
          <p:nvPr>
            <p:custDataLst>
              <p:tags r:id="rId8"/>
            </p:custDataLst>
          </p:nvPr>
        </p:nvSpPr>
        <p:spPr>
          <a:xfrm>
            <a:off x="7473677" y="5557857"/>
            <a:ext cx="2251181" cy="60490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sz="2531">
                <a:solidFill>
                  <a:schemeClr val="accent2"/>
                </a:solidFill>
                <a:latin typeface="Arial" panose="020B0604020202020204" pitchFamily="34" charset="0"/>
                <a:ea typeface="微软雅黑" panose="020B0503020204020204" pitchFamily="34" charset="-122"/>
                <a:sym typeface="Arial" panose="020B0604020202020204" pitchFamily="34" charset="0"/>
              </a:rPr>
              <a:t>明年工作计划</a:t>
            </a:r>
          </a:p>
          <a:p>
            <a:pPr lvl="0"/>
            <a:r>
              <a:rPr lang="en-US" altLang="zh-CN" sz="1400">
                <a:solidFill>
                  <a:schemeClr val="accent2"/>
                </a:solidFill>
                <a:latin typeface="Arial" panose="020B0604020202020204" pitchFamily="34" charset="0"/>
                <a:ea typeface="微软雅黑" panose="020B0503020204020204" pitchFamily="34" charset="-122"/>
                <a:sym typeface="Arial" panose="020B0604020202020204" pitchFamily="34" charset="0"/>
              </a:rPr>
              <a:t>NEXT YEAR WORK PLAN</a:t>
            </a:r>
            <a:endParaRPr lang="zh-CN" altLang="en-US" sz="8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MH_Others_1"/>
          <p:cNvSpPr txBox="1"/>
          <p:nvPr>
            <p:custDataLst>
              <p:tags r:id="rId9"/>
            </p:custDataLst>
          </p:nvPr>
        </p:nvSpPr>
        <p:spPr>
          <a:xfrm>
            <a:off x="3549055" y="1210003"/>
            <a:ext cx="1769715" cy="3794592"/>
          </a:xfrm>
          <a:prstGeom prst="rect">
            <a:avLst/>
          </a:prstGeom>
          <a:noFill/>
        </p:spPr>
        <p:txBody>
          <a:bodyPr vert="eaVert" wrap="square" lIns="0" tIns="0" rIns="0" bIns="0" rtlCol="0" anchor="ctr" anchorCtr="0">
            <a:spAutoFit/>
          </a:bodyPr>
          <a:lstStyle/>
          <a:p>
            <a:pPr algn="ctr"/>
            <a:r>
              <a:rPr lang="zh-CN" altLang="en-US" sz="11500" b="1">
                <a:solidFill>
                  <a:schemeClr val="accent2"/>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11500" b="1"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MH_Others_2"/>
          <p:cNvSpPr txBox="1"/>
          <p:nvPr>
            <p:custDataLst>
              <p:tags r:id="rId10"/>
            </p:custDataLst>
          </p:nvPr>
        </p:nvSpPr>
        <p:spPr>
          <a:xfrm rot="5400000">
            <a:off x="1701273" y="2768745"/>
            <a:ext cx="3299296" cy="677108"/>
          </a:xfrm>
          <a:prstGeom prst="rect">
            <a:avLst/>
          </a:prstGeom>
          <a:noFill/>
        </p:spPr>
        <p:txBody>
          <a:bodyPr wrap="square" lIns="0" tIns="0" rIns="0" bIns="0">
            <a:spAutoFit/>
          </a:bodyPr>
          <a:lstStyle/>
          <a:p>
            <a:pPr algn="ctr">
              <a:defRPr/>
            </a:pPr>
            <a:r>
              <a:rPr lang="en-US" altLang="zh-CN" sz="4400" b="1">
                <a:solidFill>
                  <a:schemeClr val="accent2"/>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4400" b="1"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0691491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by="(-#ppt_w*2)" calcmode="lin" valueType="num">
                                      <p:cBhvr rctx="PPT">
                                        <p:cTn id="7" dur="500" autoRev="1" fill="hold">
                                          <p:stCondLst>
                                            <p:cond delay="0"/>
                                          </p:stCondLst>
                                        </p:cTn>
                                        <p:tgtEl>
                                          <p:spTgt spid="19"/>
                                        </p:tgtEl>
                                        <p:attrNameLst>
                                          <p:attrName>ppt_w</p:attrName>
                                        </p:attrNameLst>
                                      </p:cBhvr>
                                    </p:anim>
                                    <p:anim by="(#ppt_w*0.50)" calcmode="lin" valueType="num">
                                      <p:cBhvr>
                                        <p:cTn id="8" dur="500" decel="50000" autoRev="1" fill="hold">
                                          <p:stCondLst>
                                            <p:cond delay="0"/>
                                          </p:stCondLst>
                                        </p:cTn>
                                        <p:tgtEl>
                                          <p:spTgt spid="19"/>
                                        </p:tgtEl>
                                        <p:attrNameLst>
                                          <p:attrName>ppt_x</p:attrName>
                                        </p:attrNameLst>
                                      </p:cBhvr>
                                    </p:anim>
                                    <p:anim from="(-#ppt_h/2)" to="(#ppt_y)" calcmode="lin" valueType="num">
                                      <p:cBhvr>
                                        <p:cTn id="9" dur="1000" fill="hold">
                                          <p:stCondLst>
                                            <p:cond delay="0"/>
                                          </p:stCondLst>
                                        </p:cTn>
                                        <p:tgtEl>
                                          <p:spTgt spid="19"/>
                                        </p:tgtEl>
                                        <p:attrNameLst>
                                          <p:attrName>ppt_y</p:attrName>
                                        </p:attrNameLst>
                                      </p:cBhvr>
                                    </p:anim>
                                    <p:animRot by="21600000">
                                      <p:cBhvr>
                                        <p:cTn id="10" dur="1000" fill="hold">
                                          <p:stCondLst>
                                            <p:cond delay="0"/>
                                          </p:stCondLst>
                                        </p:cTn>
                                        <p:tgtEl>
                                          <p:spTgt spid="19"/>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20"/>
                                        </p:tgtEl>
                                        <p:attrNameLst>
                                          <p:attrName>style.visibility</p:attrName>
                                        </p:attrNameLst>
                                      </p:cBhvr>
                                      <p:to>
                                        <p:strVal val="visible"/>
                                      </p:to>
                                    </p:set>
                                    <p:anim by="(-#ppt_w*2)" calcmode="lin" valueType="num">
                                      <p:cBhvr rctx="PPT">
                                        <p:cTn id="13" dur="500" autoRev="1" fill="hold">
                                          <p:stCondLst>
                                            <p:cond delay="0"/>
                                          </p:stCondLst>
                                        </p:cTn>
                                        <p:tgtEl>
                                          <p:spTgt spid="20"/>
                                        </p:tgtEl>
                                        <p:attrNameLst>
                                          <p:attrName>ppt_w</p:attrName>
                                        </p:attrNameLst>
                                      </p:cBhvr>
                                    </p:anim>
                                    <p:anim by="(#ppt_w*0.50)" calcmode="lin" valueType="num">
                                      <p:cBhvr>
                                        <p:cTn id="14" dur="500" decel="50000" autoRev="1" fill="hold">
                                          <p:stCondLst>
                                            <p:cond delay="0"/>
                                          </p:stCondLst>
                                        </p:cTn>
                                        <p:tgtEl>
                                          <p:spTgt spid="20"/>
                                        </p:tgtEl>
                                        <p:attrNameLst>
                                          <p:attrName>ppt_x</p:attrName>
                                        </p:attrNameLst>
                                      </p:cBhvr>
                                    </p:anim>
                                    <p:anim from="(-#ppt_h/2)" to="(#ppt_y)" calcmode="lin" valueType="num">
                                      <p:cBhvr>
                                        <p:cTn id="15" dur="1000" fill="hold">
                                          <p:stCondLst>
                                            <p:cond delay="0"/>
                                          </p:stCondLst>
                                        </p:cTn>
                                        <p:tgtEl>
                                          <p:spTgt spid="20"/>
                                        </p:tgtEl>
                                        <p:attrNameLst>
                                          <p:attrName>ppt_y</p:attrName>
                                        </p:attrNameLst>
                                      </p:cBhvr>
                                    </p:anim>
                                    <p:animRot by="21600000">
                                      <p:cBhvr>
                                        <p:cTn id="16" dur="1000" fill="hold">
                                          <p:stCondLst>
                                            <p:cond delay="0"/>
                                          </p:stCondLst>
                                        </p:cTn>
                                        <p:tgtEl>
                                          <p:spTgt spid="20"/>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500"/>
                                        <p:tgtEl>
                                          <p:spTgt spid="12"/>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down)">
                                      <p:cBhvr>
                                        <p:cTn id="46" dur="500"/>
                                        <p:tgtEl>
                                          <p:spTgt spid="14"/>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down)">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animBg="1"/>
      <p:bldP spid="16" grpId="0"/>
      <p:bldP spid="17" grpId="0" animBg="1"/>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2684959" y="1600101"/>
            <a:ext cx="3341438" cy="39489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9">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78" name="直接连接符 77"/>
          <p:cNvCxnSpPr/>
          <p:nvPr/>
        </p:nvCxnSpPr>
        <p:spPr>
          <a:xfrm>
            <a:off x="3247158" y="5006216"/>
            <a:ext cx="221704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itle 13"/>
          <p:cNvSpPr txBox="1">
            <a:spLocks/>
          </p:cNvSpPr>
          <p:nvPr/>
        </p:nvSpPr>
        <p:spPr>
          <a:xfrm>
            <a:off x="3130692" y="4221373"/>
            <a:ext cx="2449974" cy="519373"/>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3375"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PART</a:t>
            </a:r>
            <a:endParaRPr lang="en-US" sz="3375"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TextBox 48"/>
          <p:cNvSpPr txBox="1"/>
          <p:nvPr/>
        </p:nvSpPr>
        <p:spPr>
          <a:xfrm>
            <a:off x="6933431" y="3040261"/>
            <a:ext cx="4320480" cy="738664"/>
          </a:xfrm>
          <a:prstGeom prst="rect">
            <a:avLst/>
          </a:prstGeom>
          <a:noFill/>
        </p:spPr>
        <p:txBody>
          <a:bodyPr wrap="square" lIns="0" tIns="0" rIns="0" bIns="0" rtlCol="0">
            <a:spAutoFit/>
          </a:bodyPr>
          <a:lstStyle/>
          <a:p>
            <a:r>
              <a:rPr lang="zh-CN" altLang="en-US" sz="48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年度工作概述</a:t>
            </a:r>
            <a:endParaRPr lang="en-GB" altLang="zh-CN"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矩形 259"/>
          <p:cNvSpPr>
            <a:spLocks noChangeArrowheads="1"/>
          </p:cNvSpPr>
          <p:nvPr/>
        </p:nvSpPr>
        <p:spPr bwMode="auto">
          <a:xfrm>
            <a:off x="3263056" y="2011757"/>
            <a:ext cx="218524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a:solidFill>
                  <a:schemeClr val="bg1"/>
                </a:solidFill>
                <a:latin typeface="Impact" panose="020B0806030902050204" pitchFamily="34" charset="0"/>
                <a:cs typeface="Arial" panose="020B0604020202020204" pitchFamily="34" charset="0"/>
                <a:sym typeface="Arial" panose="020B0604020202020204" pitchFamily="34" charset="0"/>
              </a:rPr>
              <a:t>01</a:t>
            </a:r>
            <a:endParaRPr lang="zh-CN" altLang="en-US" sz="13800" cap="all" spc="300" dirty="0">
              <a:solidFill>
                <a:schemeClr val="bg1"/>
              </a:solidFill>
              <a:latin typeface="Impact" panose="020B0806030902050204" pitchFamily="34" charset="0"/>
              <a:cs typeface="Arial" panose="020B0604020202020204" pitchFamily="34" charset="0"/>
              <a:sym typeface="Arial" panose="020B0604020202020204" pitchFamily="34" charset="0"/>
            </a:endParaRPr>
          </a:p>
        </p:txBody>
      </p:sp>
      <p:sp>
        <p:nvSpPr>
          <p:cNvPr id="13" name="TextBox 11"/>
          <p:cNvSpPr txBox="1"/>
          <p:nvPr/>
        </p:nvSpPr>
        <p:spPr>
          <a:xfrm>
            <a:off x="6879479"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TextBox 11"/>
          <p:cNvSpPr txBox="1"/>
          <p:nvPr/>
        </p:nvSpPr>
        <p:spPr>
          <a:xfrm>
            <a:off x="8939842"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TextBox 11"/>
          <p:cNvSpPr txBox="1"/>
          <p:nvPr/>
        </p:nvSpPr>
        <p:spPr>
          <a:xfrm>
            <a:off x="6879479"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1"/>
          <p:cNvSpPr txBox="1"/>
          <p:nvPr/>
        </p:nvSpPr>
        <p:spPr>
          <a:xfrm>
            <a:off x="8939842"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128649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2"/>
                                        </p:tgtEl>
                                        <p:attrNameLst>
                                          <p:attrName>ppt_y</p:attrName>
                                        </p:attrNameLst>
                                      </p:cBhvr>
                                      <p:tavLst>
                                        <p:tav tm="0">
                                          <p:val>
                                            <p:strVal val="#ppt_y"/>
                                          </p:val>
                                        </p:tav>
                                        <p:tav tm="100000">
                                          <p:val>
                                            <p:strVal val="#ppt_y"/>
                                          </p:val>
                                        </p:tav>
                                      </p:tavLst>
                                    </p:anim>
                                    <p:anim calcmode="lin" valueType="num">
                                      <p:cBhvr>
                                        <p:cTn id="1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2"/>
                                        </p:tgtEl>
                                      </p:cBhvr>
                                    </p:animEffect>
                                  </p:childTnLst>
                                </p:cTn>
                              </p:par>
                            </p:childTnLst>
                          </p:cTn>
                        </p:par>
                        <p:par>
                          <p:cTn id="16" fill="hold">
                            <p:stCondLst>
                              <p:cond delay="10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2"/>
                                        </p:tgtEl>
                                      </p:cBhvr>
                                    </p:animEffect>
                                    <p:animScale>
                                      <p:cBhvr>
                                        <p:cTn id="19" dur="250" autoRev="1" fill="hold"/>
                                        <p:tgtEl>
                                          <p:spTgt spid="12"/>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500" fill="hold"/>
                                        <p:tgtEl>
                                          <p:spTgt spid="78"/>
                                        </p:tgtEl>
                                        <p:attrNameLst>
                                          <p:attrName>ppt_x</p:attrName>
                                        </p:attrNameLst>
                                      </p:cBhvr>
                                      <p:tavLst>
                                        <p:tav tm="0">
                                          <p:val>
                                            <p:strVal val="#ppt_x"/>
                                          </p:val>
                                        </p:tav>
                                        <p:tav tm="100000">
                                          <p:val>
                                            <p:strVal val="#ppt_x"/>
                                          </p:val>
                                        </p:tav>
                                      </p:tavLst>
                                    </p:anim>
                                    <p:anim calcmode="lin" valueType="num">
                                      <p:cBhvr additive="base">
                                        <p:cTn id="25" dur="500" fill="hold"/>
                                        <p:tgtEl>
                                          <p:spTgt spid="7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2" presetClass="entr" presetSubtype="8" fill="hold" grpId="0" nodeType="afterEffect">
                                  <p:stCondLst>
                                    <p:cond delay="0"/>
                                  </p:stCondLst>
                                  <p:iterate type="lt">
                                    <p:tmPct val="30000"/>
                                  </p:iterate>
                                  <p:childTnLst>
                                    <p:set>
                                      <p:cBhvr>
                                        <p:cTn id="32" dur="1" fill="hold">
                                          <p:stCondLst>
                                            <p:cond delay="0"/>
                                          </p:stCondLst>
                                        </p:cTn>
                                        <p:tgtEl>
                                          <p:spTgt spid="11"/>
                                        </p:tgtEl>
                                        <p:attrNameLst>
                                          <p:attrName>style.visibility</p:attrName>
                                        </p:attrNameLst>
                                      </p:cBhvr>
                                      <p:to>
                                        <p:strVal val="visible"/>
                                      </p:to>
                                    </p:set>
                                    <p:animEffect transition="in" filter="wipe(left)">
                                      <p:cBhvr>
                                        <p:cTn id="33" dur="200"/>
                                        <p:tgtEl>
                                          <p:spTgt spid="11"/>
                                        </p:tgtEl>
                                      </p:cBhvr>
                                    </p:animEffect>
                                  </p:childTnLst>
                                </p:cTn>
                              </p:par>
                              <p:par>
                                <p:cTn id="34" presetID="36" presetClass="emph" presetSubtype="0" fill="hold" grpId="1" nodeType="withEffect">
                                  <p:stCondLst>
                                    <p:cond delay="0"/>
                                  </p:stCondLst>
                                  <p:iterate type="lt">
                                    <p:tmPct val="30000"/>
                                  </p:iterate>
                                  <p:childTnLst>
                                    <p:animScale>
                                      <p:cBhvr>
                                        <p:cTn id="35" dur="50" autoRev="1" fill="hold">
                                          <p:stCondLst>
                                            <p:cond delay="0"/>
                                          </p:stCondLst>
                                        </p:cTn>
                                        <p:tgtEl>
                                          <p:spTgt spid="11"/>
                                        </p:tgtEl>
                                      </p:cBhvr>
                                      <p:to x="80000" y="100000"/>
                                    </p:animScale>
                                    <p:anim by="(#ppt_w*0.10)" calcmode="lin" valueType="num">
                                      <p:cBhvr>
                                        <p:cTn id="36" dur="50" autoRev="1" fill="hold">
                                          <p:stCondLst>
                                            <p:cond delay="0"/>
                                          </p:stCondLst>
                                        </p:cTn>
                                        <p:tgtEl>
                                          <p:spTgt spid="11"/>
                                        </p:tgtEl>
                                        <p:attrNameLst>
                                          <p:attrName>ppt_x</p:attrName>
                                        </p:attrNameLst>
                                      </p:cBhvr>
                                    </p:anim>
                                    <p:anim by="(-#ppt_w*0.10)" calcmode="lin" valueType="num">
                                      <p:cBhvr>
                                        <p:cTn id="37" dur="50" autoRev="1" fill="hold">
                                          <p:stCondLst>
                                            <p:cond delay="0"/>
                                          </p:stCondLst>
                                        </p:cTn>
                                        <p:tgtEl>
                                          <p:spTgt spid="11"/>
                                        </p:tgtEl>
                                        <p:attrNameLst>
                                          <p:attrName>ppt_y</p:attrName>
                                        </p:attrNameLst>
                                      </p:cBhvr>
                                    </p:anim>
                                    <p:animRot by="-480000">
                                      <p:cBhvr>
                                        <p:cTn id="38" dur="50" autoRev="1" fill="hold">
                                          <p:stCondLst>
                                            <p:cond delay="0"/>
                                          </p:stCondLst>
                                        </p:cTn>
                                        <p:tgtEl>
                                          <p:spTgt spid="11"/>
                                        </p:tgtEl>
                                        <p:attrNameLst>
                                          <p:attrName>r</p:attrName>
                                        </p:attrNameLst>
                                      </p:cBhvr>
                                    </p:animRot>
                                  </p:childTnLst>
                                </p:cTn>
                              </p:par>
                            </p:childTnLst>
                          </p:cTn>
                        </p:par>
                        <p:par>
                          <p:cTn id="39" fill="hold">
                            <p:stCondLst>
                              <p:cond delay="1000"/>
                            </p:stCondLst>
                            <p:childTnLst>
                              <p:par>
                                <p:cTn id="40" presetID="12" presetClass="entr" presetSubtype="8"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p:tgtEl>
                                          <p:spTgt spid="13"/>
                                        </p:tgtEl>
                                        <p:attrNameLst>
                                          <p:attrName>ppt_x</p:attrName>
                                        </p:attrNameLst>
                                      </p:cBhvr>
                                      <p:tavLst>
                                        <p:tav tm="0">
                                          <p:val>
                                            <p:strVal val="#ppt_x-#ppt_w*1.125000"/>
                                          </p:val>
                                        </p:tav>
                                        <p:tav tm="100000">
                                          <p:val>
                                            <p:strVal val="#ppt_x"/>
                                          </p:val>
                                        </p:tav>
                                      </p:tavLst>
                                    </p:anim>
                                    <p:animEffect transition="in" filter="wipe(right)">
                                      <p:cBhvr>
                                        <p:cTn id="43" dur="500"/>
                                        <p:tgtEl>
                                          <p:spTgt spid="13"/>
                                        </p:tgtEl>
                                      </p:cBhvr>
                                    </p:animEffect>
                                  </p:childTnLst>
                                </p:cTn>
                              </p:par>
                            </p:childTnLst>
                          </p:cTn>
                        </p:par>
                        <p:par>
                          <p:cTn id="44" fill="hold">
                            <p:stCondLst>
                              <p:cond delay="1500"/>
                            </p:stCondLst>
                            <p:childTnLst>
                              <p:par>
                                <p:cTn id="45" presetID="12" presetClass="entr" presetSubtype="8"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ppt_x</p:attrName>
                                        </p:attrNameLst>
                                      </p:cBhvr>
                                      <p:tavLst>
                                        <p:tav tm="0">
                                          <p:val>
                                            <p:strVal val="#ppt_x-#ppt_w*1.125000"/>
                                          </p:val>
                                        </p:tav>
                                        <p:tav tm="100000">
                                          <p:val>
                                            <p:strVal val="#ppt_x"/>
                                          </p:val>
                                        </p:tav>
                                      </p:tavLst>
                                    </p:anim>
                                    <p:animEffect transition="in" filter="wipe(right)">
                                      <p:cBhvr>
                                        <p:cTn id="48" dur="500"/>
                                        <p:tgtEl>
                                          <p:spTgt spid="14"/>
                                        </p:tgtEl>
                                      </p:cBhvr>
                                    </p:animEffect>
                                  </p:childTnLst>
                                </p:cTn>
                              </p:par>
                            </p:childTnLst>
                          </p:cTn>
                        </p:par>
                        <p:par>
                          <p:cTn id="49" fill="hold">
                            <p:stCondLst>
                              <p:cond delay="2000"/>
                            </p:stCondLst>
                            <p:childTnLst>
                              <p:par>
                                <p:cTn id="50" presetID="12" presetClass="entr" presetSubtype="8"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p:tgtEl>
                                          <p:spTgt spid="15"/>
                                        </p:tgtEl>
                                        <p:attrNameLst>
                                          <p:attrName>ppt_x</p:attrName>
                                        </p:attrNameLst>
                                      </p:cBhvr>
                                      <p:tavLst>
                                        <p:tav tm="0">
                                          <p:val>
                                            <p:strVal val="#ppt_x-#ppt_w*1.125000"/>
                                          </p:val>
                                        </p:tav>
                                        <p:tav tm="100000">
                                          <p:val>
                                            <p:strVal val="#ppt_x"/>
                                          </p:val>
                                        </p:tav>
                                      </p:tavLst>
                                    </p:anim>
                                    <p:animEffect transition="in" filter="wipe(right)">
                                      <p:cBhvr>
                                        <p:cTn id="53" dur="500"/>
                                        <p:tgtEl>
                                          <p:spTgt spid="15"/>
                                        </p:tgtEl>
                                      </p:cBhvr>
                                    </p:animEffect>
                                  </p:childTnLst>
                                </p:cTn>
                              </p:par>
                            </p:childTnLst>
                          </p:cTn>
                        </p:par>
                        <p:par>
                          <p:cTn id="54" fill="hold">
                            <p:stCondLst>
                              <p:cond delay="2500"/>
                            </p:stCondLst>
                            <p:childTnLst>
                              <p:par>
                                <p:cTn id="55" presetID="12" presetClass="entr" presetSubtype="8"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p:tgtEl>
                                          <p:spTgt spid="16"/>
                                        </p:tgtEl>
                                        <p:attrNameLst>
                                          <p:attrName>ppt_x</p:attrName>
                                        </p:attrNameLst>
                                      </p:cBhvr>
                                      <p:tavLst>
                                        <p:tav tm="0">
                                          <p:val>
                                            <p:strVal val="#ppt_x-#ppt_w*1.125000"/>
                                          </p:val>
                                        </p:tav>
                                        <p:tav tm="100000">
                                          <p:val>
                                            <p:strVal val="#ppt_x"/>
                                          </p:val>
                                        </p:tav>
                                      </p:tavLst>
                                    </p:anim>
                                    <p:animEffect transition="in" filter="wipe(right)">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p:bldP spid="11" grpId="0"/>
      <p:bldP spid="11" grpId="1"/>
      <p:bldP spid="12" grpId="0"/>
      <p:bldP spid="12" grpId="1"/>
      <p:bldP spid="13" grpId="0"/>
      <p:bldP spid="14"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577830" y="1336677"/>
            <a:ext cx="8280920" cy="5175457"/>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p:nvSpPr>
        <p:spPr>
          <a:xfrm>
            <a:off x="812800" y="1616598"/>
            <a:ext cx="5245872" cy="17116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2002">
              <a:latin typeface="Arial" panose="020B0604020202020204" pitchFamily="34" charset="0"/>
              <a:ea typeface="微软雅黑" panose="020B0503020204020204" pitchFamily="34" charset="-122"/>
              <a:sym typeface="Arial" panose="020B0604020202020204" pitchFamily="34" charset="0"/>
            </a:endParaRPr>
          </a:p>
        </p:txBody>
      </p:sp>
      <p:sp>
        <p:nvSpPr>
          <p:cNvPr id="10" name="矩形 9"/>
          <p:cNvSpPr/>
          <p:nvPr/>
        </p:nvSpPr>
        <p:spPr>
          <a:xfrm>
            <a:off x="812799" y="4482475"/>
            <a:ext cx="3384327" cy="4987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0"/>
              </a:spcBef>
              <a:spcAft>
                <a:spcPts val="0"/>
              </a:spcAft>
            </a:pPr>
            <a:r>
              <a:rPr lang="zh-CN" altLang="en-US" sz="200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1" name="Content Placeholder 2"/>
          <p:cNvSpPr txBox="1">
            <a:spLocks/>
          </p:cNvSpPr>
          <p:nvPr/>
        </p:nvSpPr>
        <p:spPr>
          <a:xfrm>
            <a:off x="812799" y="5034806"/>
            <a:ext cx="3384328" cy="1292662"/>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a:lnSpc>
                <a:spcPct val="150000"/>
              </a:lnSpc>
              <a:spcBef>
                <a:spcPts val="0"/>
              </a:spcBef>
              <a:spcAft>
                <a:spcPts val="0"/>
              </a:spcAft>
            </a:pPr>
            <a:r>
              <a:rPr lang="zh-CN" altLang="en-US" sz="80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endParaRPr lang="en-US" altLang="zh-CN" sz="800" b="1"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Content Placeholder 2"/>
          <p:cNvSpPr txBox="1">
            <a:spLocks/>
          </p:cNvSpPr>
          <p:nvPr/>
        </p:nvSpPr>
        <p:spPr>
          <a:xfrm>
            <a:off x="1162176" y="1918447"/>
            <a:ext cx="4608512" cy="923330"/>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a:lnSpc>
                <a:spcPct val="150000"/>
              </a:lnSpc>
              <a:spcBef>
                <a:spcPts val="0"/>
              </a:spcBef>
              <a:spcAft>
                <a:spcPts val="0"/>
              </a:spcAft>
            </a:pPr>
            <a:r>
              <a:rPr lang="zh-CN" altLang="en-US" sz="80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endParaRPr lang="en-US" altLang="zh-CN" sz="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7"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140393992"/>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2500"/>
                            </p:stCondLst>
                            <p:childTnLst>
                              <p:par>
                                <p:cTn id="13" presetID="2" presetClass="entr" presetSubtype="1"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childTnLst>
                          </p:cTn>
                        </p:par>
                        <p:par>
                          <p:cTn id="17" fill="hold">
                            <p:stCondLst>
                              <p:cond delay="3000"/>
                            </p:stCondLst>
                            <p:childTnLst>
                              <p:par>
                                <p:cTn id="18" presetID="2" presetClass="entr" presetSubtype="1"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childTnLst>
                          </p:cTn>
                        </p:par>
                        <p:par>
                          <p:cTn id="22" fill="hold">
                            <p:stCondLst>
                              <p:cond delay="3500"/>
                            </p:stCondLst>
                            <p:childTnLst>
                              <p:par>
                                <p:cTn id="23" presetID="22" presetClass="entr" presetSubtype="2"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073079" y="2366643"/>
            <a:ext cx="692092" cy="692092"/>
            <a:chOff x="6369311" y="2040370"/>
            <a:chExt cx="755703" cy="755703"/>
          </a:xfrm>
        </p:grpSpPr>
        <p:sp>
          <p:nvSpPr>
            <p:cNvPr id="8" name="Oval 7"/>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TextBox 11"/>
            <p:cNvSpPr txBox="1"/>
            <p:nvPr/>
          </p:nvSpPr>
          <p:spPr>
            <a:xfrm>
              <a:off x="6422299" y="2208373"/>
              <a:ext cx="649725" cy="393756"/>
            </a:xfrm>
            <a:prstGeom prst="rect">
              <a:avLst/>
            </a:prstGeom>
            <a:noFill/>
          </p:spPr>
          <p:txBody>
            <a:bodyPr wrap="none" rtlCol="0">
              <a:spAutoFit/>
            </a:bodyPr>
            <a:lstStyle/>
            <a:p>
              <a:pPr algn="just">
                <a:lnSpc>
                  <a:spcPct val="120000"/>
                </a:lnSpc>
              </a:pPr>
              <a:r>
                <a:rPr lang="en-US"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93%</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1" name="Group 40"/>
          <p:cNvGrpSpPr/>
          <p:nvPr/>
        </p:nvGrpSpPr>
        <p:grpSpPr>
          <a:xfrm>
            <a:off x="6073079" y="3238584"/>
            <a:ext cx="692092" cy="692092"/>
            <a:chOff x="6369311" y="2992454"/>
            <a:chExt cx="755703" cy="755703"/>
          </a:xfrm>
        </p:grpSpPr>
        <p:sp>
          <p:nvSpPr>
            <p:cNvPr id="9" name="Oval 8"/>
            <p:cNvSpPr/>
            <p:nvPr/>
          </p:nvSpPr>
          <p:spPr>
            <a:xfrm>
              <a:off x="6369311" y="2992454"/>
              <a:ext cx="755703" cy="7557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6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TextBox 12"/>
            <p:cNvSpPr txBox="1"/>
            <p:nvPr/>
          </p:nvSpPr>
          <p:spPr>
            <a:xfrm>
              <a:off x="6422299" y="3160455"/>
              <a:ext cx="649725" cy="393756"/>
            </a:xfrm>
            <a:prstGeom prst="rect">
              <a:avLst/>
            </a:prstGeom>
            <a:noFill/>
          </p:spPr>
          <p:txBody>
            <a:bodyPr wrap="none" rtlCol="0">
              <a:spAutoFit/>
            </a:bodyPr>
            <a:lstStyle/>
            <a:p>
              <a:pPr algn="just">
                <a:lnSpc>
                  <a:spcPct val="120000"/>
                </a:lnSpc>
              </a:pPr>
              <a:r>
                <a:rPr lang="en-US"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82%</a:t>
              </a: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2" name="Group 41"/>
          <p:cNvGrpSpPr/>
          <p:nvPr/>
        </p:nvGrpSpPr>
        <p:grpSpPr>
          <a:xfrm>
            <a:off x="6073079" y="4110525"/>
            <a:ext cx="692092" cy="692092"/>
            <a:chOff x="6369310" y="3944537"/>
            <a:chExt cx="755703" cy="755703"/>
          </a:xfrm>
        </p:grpSpPr>
        <p:sp>
          <p:nvSpPr>
            <p:cNvPr id="11" name="Oval 10"/>
            <p:cNvSpPr/>
            <p:nvPr/>
          </p:nvSpPr>
          <p:spPr>
            <a:xfrm>
              <a:off x="6369310" y="3944537"/>
              <a:ext cx="755703" cy="7557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6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TextBox 13"/>
            <p:cNvSpPr txBox="1"/>
            <p:nvPr/>
          </p:nvSpPr>
          <p:spPr>
            <a:xfrm>
              <a:off x="6422298" y="4114593"/>
              <a:ext cx="649725" cy="393756"/>
            </a:xfrm>
            <a:prstGeom prst="rect">
              <a:avLst/>
            </a:prstGeom>
            <a:noFill/>
          </p:spPr>
          <p:txBody>
            <a:bodyPr wrap="none" rtlCol="0">
              <a:spAutoFit/>
            </a:bodyPr>
            <a:lstStyle/>
            <a:p>
              <a:pPr algn="just">
                <a:lnSpc>
                  <a:spcPct val="120000"/>
                </a:lnSpc>
              </a:pPr>
              <a:r>
                <a:rPr lang="en-US"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70%</a:t>
              </a: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3" name="Group 42"/>
          <p:cNvGrpSpPr/>
          <p:nvPr/>
        </p:nvGrpSpPr>
        <p:grpSpPr>
          <a:xfrm>
            <a:off x="6073079" y="4986226"/>
            <a:ext cx="692092" cy="692092"/>
            <a:chOff x="6369311" y="4900725"/>
            <a:chExt cx="755703" cy="755703"/>
          </a:xfrm>
        </p:grpSpPr>
        <p:sp>
          <p:nvSpPr>
            <p:cNvPr id="10" name="Oval 9"/>
            <p:cNvSpPr/>
            <p:nvPr/>
          </p:nvSpPr>
          <p:spPr>
            <a:xfrm>
              <a:off x="6369311" y="4900725"/>
              <a:ext cx="755703" cy="75570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6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TextBox 14"/>
            <p:cNvSpPr txBox="1"/>
            <p:nvPr/>
          </p:nvSpPr>
          <p:spPr>
            <a:xfrm>
              <a:off x="6422299" y="5068728"/>
              <a:ext cx="649725" cy="393756"/>
            </a:xfrm>
            <a:prstGeom prst="rect">
              <a:avLst/>
            </a:prstGeom>
            <a:noFill/>
          </p:spPr>
          <p:txBody>
            <a:bodyPr wrap="none" rtlCol="0">
              <a:spAutoFit/>
            </a:bodyPr>
            <a:lstStyle/>
            <a:p>
              <a:pPr algn="just">
                <a:lnSpc>
                  <a:spcPct val="120000"/>
                </a:lnSpc>
              </a:pPr>
              <a:r>
                <a:rPr lang="en-US"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68%</a:t>
              </a: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7" name="Group 36"/>
          <p:cNvGrpSpPr/>
          <p:nvPr/>
        </p:nvGrpSpPr>
        <p:grpSpPr>
          <a:xfrm>
            <a:off x="6967958" y="3246731"/>
            <a:ext cx="3045194" cy="3532017"/>
            <a:chOff x="7346437" y="3001349"/>
            <a:chExt cx="3325083" cy="3856651"/>
          </a:xfrm>
        </p:grpSpPr>
        <p:sp>
          <p:nvSpPr>
            <p:cNvPr id="6" name="Freeform 5"/>
            <p:cNvSpPr/>
            <p:nvPr/>
          </p:nvSpPr>
          <p:spPr>
            <a:xfrm rot="16200000">
              <a:off x="7080653" y="3267133"/>
              <a:ext cx="3856651" cy="3325083"/>
            </a:xfrm>
            <a:custGeom>
              <a:avLst/>
              <a:gdLst>
                <a:gd name="connsiteX0" fmla="*/ 4242316 w 4242316"/>
                <a:gd name="connsiteY0" fmla="*/ 562708 h 3657591"/>
                <a:gd name="connsiteX1" fmla="*/ 4117817 w 4242316"/>
                <a:gd name="connsiteY1" fmla="*/ 562708 h 3657591"/>
                <a:gd name="connsiteX2" fmla="*/ 4117817 w 4242316"/>
                <a:gd name="connsiteY2" fmla="*/ 3094883 h 3657591"/>
                <a:gd name="connsiteX3" fmla="*/ 3555109 w 4242316"/>
                <a:gd name="connsiteY3" fmla="*/ 3657591 h 3657591"/>
                <a:gd name="connsiteX4" fmla="*/ 0 w 4242316"/>
                <a:gd name="connsiteY4" fmla="*/ 3657591 h 3657591"/>
                <a:gd name="connsiteX5" fmla="*/ 0 w 4242316"/>
                <a:gd name="connsiteY5" fmla="*/ 3094883 h 3657591"/>
                <a:gd name="connsiteX6" fmla="*/ 3555109 w 4242316"/>
                <a:gd name="connsiteY6" fmla="*/ 3094883 h 3657591"/>
                <a:gd name="connsiteX7" fmla="*/ 3555109 w 4242316"/>
                <a:gd name="connsiteY7" fmla="*/ 562708 h 3657591"/>
                <a:gd name="connsiteX8" fmla="*/ 3430609 w 4242316"/>
                <a:gd name="connsiteY8" fmla="*/ 562708 h 3657591"/>
                <a:gd name="connsiteX9" fmla="*/ 3836463 w 4242316"/>
                <a:gd name="connsiteY9" fmla="*/ 0 h 365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316" h="3657591">
                  <a:moveTo>
                    <a:pt x="4242316" y="562708"/>
                  </a:moveTo>
                  <a:lnTo>
                    <a:pt x="4117817" y="562708"/>
                  </a:lnTo>
                  <a:lnTo>
                    <a:pt x="4117817" y="3094883"/>
                  </a:lnTo>
                  <a:lnTo>
                    <a:pt x="3555109" y="3657591"/>
                  </a:lnTo>
                  <a:lnTo>
                    <a:pt x="0" y="3657591"/>
                  </a:lnTo>
                  <a:lnTo>
                    <a:pt x="0" y="3094883"/>
                  </a:lnTo>
                  <a:lnTo>
                    <a:pt x="3555109" y="3094883"/>
                  </a:lnTo>
                  <a:lnTo>
                    <a:pt x="3555109" y="562708"/>
                  </a:lnTo>
                  <a:lnTo>
                    <a:pt x="3430609" y="562708"/>
                  </a:lnTo>
                  <a:lnTo>
                    <a:pt x="383646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5"/>
            <p:cNvSpPr>
              <a:spLocks noEditPoints="1"/>
            </p:cNvSpPr>
            <p:nvPr/>
          </p:nvSpPr>
          <p:spPr bwMode="auto">
            <a:xfrm>
              <a:off x="8114763" y="3219375"/>
              <a:ext cx="352166" cy="301858"/>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8" name="Group 37"/>
          <p:cNvGrpSpPr/>
          <p:nvPr/>
        </p:nvGrpSpPr>
        <p:grpSpPr>
          <a:xfrm>
            <a:off x="6967954" y="4122762"/>
            <a:ext cx="2401021" cy="2655984"/>
            <a:chOff x="7346434" y="3957897"/>
            <a:chExt cx="2621703" cy="2900101"/>
          </a:xfrm>
        </p:grpSpPr>
        <p:sp>
          <p:nvSpPr>
            <p:cNvPr id="5" name="Freeform 4"/>
            <p:cNvSpPr/>
            <p:nvPr/>
          </p:nvSpPr>
          <p:spPr>
            <a:xfrm rot="16200000">
              <a:off x="7207235" y="4097096"/>
              <a:ext cx="2900101" cy="2621703"/>
            </a:xfrm>
            <a:custGeom>
              <a:avLst/>
              <a:gdLst>
                <a:gd name="connsiteX0" fmla="*/ 2496508 w 3190111"/>
                <a:gd name="connsiteY0" fmla="*/ 2321164 h 2883873"/>
                <a:gd name="connsiteX1" fmla="*/ 2496508 w 3190111"/>
                <a:gd name="connsiteY1" fmla="*/ 2883872 h 2883873"/>
                <a:gd name="connsiteX2" fmla="*/ 0 w 3190111"/>
                <a:gd name="connsiteY2" fmla="*/ 2883872 h 2883873"/>
                <a:gd name="connsiteX3" fmla="*/ 0 w 3190111"/>
                <a:gd name="connsiteY3" fmla="*/ 2321164 h 2883873"/>
                <a:gd name="connsiteX4" fmla="*/ 3190111 w 3190111"/>
                <a:gd name="connsiteY4" fmla="*/ 562708 h 2883873"/>
                <a:gd name="connsiteX5" fmla="*/ 3062414 w 3190111"/>
                <a:gd name="connsiteY5" fmla="*/ 562708 h 2883873"/>
                <a:gd name="connsiteX6" fmla="*/ 3062414 w 3190111"/>
                <a:gd name="connsiteY6" fmla="*/ 2321165 h 2883873"/>
                <a:gd name="connsiteX7" fmla="*/ 3065612 w 3190111"/>
                <a:gd name="connsiteY7" fmla="*/ 2321165 h 2883873"/>
                <a:gd name="connsiteX8" fmla="*/ 2499706 w 3190111"/>
                <a:gd name="connsiteY8" fmla="*/ 2883873 h 2883873"/>
                <a:gd name="connsiteX9" fmla="*/ 2499706 w 3190111"/>
                <a:gd name="connsiteY9" fmla="*/ 2321165 h 2883873"/>
                <a:gd name="connsiteX10" fmla="*/ 2499706 w 3190111"/>
                <a:gd name="connsiteY10" fmla="*/ 562708 h 2883873"/>
                <a:gd name="connsiteX11" fmla="*/ 2378404 w 3190111"/>
                <a:gd name="connsiteY11" fmla="*/ 562708 h 2883873"/>
                <a:gd name="connsiteX12" fmla="*/ 2784258 w 3190111"/>
                <a:gd name="connsiteY12" fmla="*/ 0 h 288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0111" h="2883873">
                  <a:moveTo>
                    <a:pt x="2496508" y="2321164"/>
                  </a:moveTo>
                  <a:lnTo>
                    <a:pt x="2496508" y="2883872"/>
                  </a:lnTo>
                  <a:lnTo>
                    <a:pt x="0" y="2883872"/>
                  </a:lnTo>
                  <a:lnTo>
                    <a:pt x="0" y="2321164"/>
                  </a:lnTo>
                  <a:close/>
                  <a:moveTo>
                    <a:pt x="3190111" y="562708"/>
                  </a:moveTo>
                  <a:lnTo>
                    <a:pt x="3062414" y="562708"/>
                  </a:lnTo>
                  <a:lnTo>
                    <a:pt x="3062414" y="2321165"/>
                  </a:lnTo>
                  <a:lnTo>
                    <a:pt x="3065612" y="2321165"/>
                  </a:lnTo>
                  <a:lnTo>
                    <a:pt x="2499706" y="2883873"/>
                  </a:lnTo>
                  <a:lnTo>
                    <a:pt x="2499706" y="2321165"/>
                  </a:lnTo>
                  <a:lnTo>
                    <a:pt x="2499706" y="562708"/>
                  </a:lnTo>
                  <a:lnTo>
                    <a:pt x="2378404" y="562708"/>
                  </a:lnTo>
                  <a:lnTo>
                    <a:pt x="278425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6"/>
            <p:cNvSpPr>
              <a:spLocks noEditPoints="1"/>
            </p:cNvSpPr>
            <p:nvPr/>
          </p:nvSpPr>
          <p:spPr bwMode="auto">
            <a:xfrm>
              <a:off x="8101752" y="4176428"/>
              <a:ext cx="378190" cy="338289"/>
            </a:xfrm>
            <a:custGeom>
              <a:avLst/>
              <a:gdLst>
                <a:gd name="T0" fmla="*/ 36 w 101"/>
                <a:gd name="T1" fmla="*/ 77 h 90"/>
                <a:gd name="T2" fmla="*/ 39 w 101"/>
                <a:gd name="T3" fmla="*/ 80 h 90"/>
                <a:gd name="T4" fmla="*/ 42 w 101"/>
                <a:gd name="T5" fmla="*/ 80 h 90"/>
                <a:gd name="T6" fmla="*/ 44 w 101"/>
                <a:gd name="T7" fmla="*/ 79 h 90"/>
                <a:gd name="T8" fmla="*/ 46 w 101"/>
                <a:gd name="T9" fmla="*/ 75 h 90"/>
                <a:gd name="T10" fmla="*/ 46 w 101"/>
                <a:gd name="T11" fmla="*/ 75 h 90"/>
                <a:gd name="T12" fmla="*/ 46 w 101"/>
                <a:gd name="T13" fmla="*/ 47 h 90"/>
                <a:gd name="T14" fmla="*/ 30 w 101"/>
                <a:gd name="T15" fmla="*/ 52 h 90"/>
                <a:gd name="T16" fmla="*/ 0 w 101"/>
                <a:gd name="T17" fmla="*/ 52 h 90"/>
                <a:gd name="T18" fmla="*/ 44 w 101"/>
                <a:gd name="T19" fmla="*/ 6 h 90"/>
                <a:gd name="T20" fmla="*/ 46 w 101"/>
                <a:gd name="T21" fmla="*/ 0 h 90"/>
                <a:gd name="T22" fmla="*/ 55 w 101"/>
                <a:gd name="T23" fmla="*/ 0 h 90"/>
                <a:gd name="T24" fmla="*/ 57 w 101"/>
                <a:gd name="T25" fmla="*/ 6 h 90"/>
                <a:gd name="T26" fmla="*/ 101 w 101"/>
                <a:gd name="T27" fmla="*/ 52 h 90"/>
                <a:gd name="T28" fmla="*/ 72 w 101"/>
                <a:gd name="T29" fmla="*/ 52 h 90"/>
                <a:gd name="T30" fmla="*/ 56 w 101"/>
                <a:gd name="T31" fmla="*/ 47 h 90"/>
                <a:gd name="T32" fmla="*/ 56 w 101"/>
                <a:gd name="T33" fmla="*/ 75 h 90"/>
                <a:gd name="T34" fmla="*/ 56 w 101"/>
                <a:gd name="T35" fmla="*/ 75 h 90"/>
                <a:gd name="T36" fmla="*/ 50 w 101"/>
                <a:gd name="T37" fmla="*/ 88 h 90"/>
                <a:gd name="T38" fmla="*/ 43 w 101"/>
                <a:gd name="T39" fmla="*/ 90 h 90"/>
                <a:gd name="T40" fmla="*/ 36 w 101"/>
                <a:gd name="T41" fmla="*/ 89 h 90"/>
                <a:gd name="T42" fmla="*/ 26 w 101"/>
                <a:gd name="T43" fmla="*/ 79 h 90"/>
                <a:gd name="T44" fmla="*/ 36 w 101"/>
                <a:gd name="T45" fmla="*/ 77 h 90"/>
                <a:gd name="T46" fmla="*/ 72 w 101"/>
                <a:gd name="T47" fmla="*/ 43 h 90"/>
                <a:gd name="T48" fmla="*/ 80 w 101"/>
                <a:gd name="T49" fmla="*/ 41 h 90"/>
                <a:gd name="T50" fmla="*/ 57 w 101"/>
                <a:gd name="T51" fmla="*/ 13 h 90"/>
                <a:gd name="T52" fmla="*/ 72 w 101"/>
                <a:gd name="T53" fmla="*/ 43 h 90"/>
                <a:gd name="T54" fmla="*/ 10 w 101"/>
                <a:gd name="T55" fmla="*/ 40 h 90"/>
                <a:gd name="T56" fmla="*/ 20 w 101"/>
                <a:gd name="T57" fmla="*/ 39 h 90"/>
                <a:gd name="T58" fmla="*/ 33 w 101"/>
                <a:gd name="T59" fmla="*/ 16 h 90"/>
                <a:gd name="T60" fmla="*/ 10 w 101"/>
                <a:gd name="T61" fmla="*/ 4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1" h="90">
                  <a:moveTo>
                    <a:pt x="36" y="77"/>
                  </a:moveTo>
                  <a:cubicBezTo>
                    <a:pt x="36" y="78"/>
                    <a:pt x="37" y="79"/>
                    <a:pt x="39" y="80"/>
                  </a:cubicBezTo>
                  <a:cubicBezTo>
                    <a:pt x="40" y="80"/>
                    <a:pt x="41" y="80"/>
                    <a:pt x="42" y="80"/>
                  </a:cubicBezTo>
                  <a:cubicBezTo>
                    <a:pt x="43" y="80"/>
                    <a:pt x="43" y="79"/>
                    <a:pt x="44" y="79"/>
                  </a:cubicBezTo>
                  <a:cubicBezTo>
                    <a:pt x="45" y="78"/>
                    <a:pt x="46" y="77"/>
                    <a:pt x="46" y="75"/>
                  </a:cubicBezTo>
                  <a:cubicBezTo>
                    <a:pt x="46" y="75"/>
                    <a:pt x="46" y="75"/>
                    <a:pt x="46" y="75"/>
                  </a:cubicBezTo>
                  <a:cubicBezTo>
                    <a:pt x="46" y="47"/>
                    <a:pt x="46" y="47"/>
                    <a:pt x="46" y="47"/>
                  </a:cubicBezTo>
                  <a:cubicBezTo>
                    <a:pt x="39" y="47"/>
                    <a:pt x="34" y="49"/>
                    <a:pt x="30" y="52"/>
                  </a:cubicBezTo>
                  <a:cubicBezTo>
                    <a:pt x="19" y="47"/>
                    <a:pt x="9" y="47"/>
                    <a:pt x="0" y="52"/>
                  </a:cubicBezTo>
                  <a:cubicBezTo>
                    <a:pt x="2" y="26"/>
                    <a:pt x="16" y="9"/>
                    <a:pt x="44" y="6"/>
                  </a:cubicBezTo>
                  <a:cubicBezTo>
                    <a:pt x="46" y="0"/>
                    <a:pt x="46" y="0"/>
                    <a:pt x="46" y="0"/>
                  </a:cubicBezTo>
                  <a:cubicBezTo>
                    <a:pt x="55" y="0"/>
                    <a:pt x="55" y="0"/>
                    <a:pt x="55" y="0"/>
                  </a:cubicBezTo>
                  <a:cubicBezTo>
                    <a:pt x="57" y="6"/>
                    <a:pt x="57" y="6"/>
                    <a:pt x="57" y="6"/>
                  </a:cubicBezTo>
                  <a:cubicBezTo>
                    <a:pt x="85" y="9"/>
                    <a:pt x="99" y="26"/>
                    <a:pt x="101" y="52"/>
                  </a:cubicBezTo>
                  <a:cubicBezTo>
                    <a:pt x="92" y="47"/>
                    <a:pt x="83" y="47"/>
                    <a:pt x="72" y="52"/>
                  </a:cubicBezTo>
                  <a:cubicBezTo>
                    <a:pt x="67" y="49"/>
                    <a:pt x="63" y="47"/>
                    <a:pt x="56" y="47"/>
                  </a:cubicBezTo>
                  <a:cubicBezTo>
                    <a:pt x="56" y="75"/>
                    <a:pt x="56" y="75"/>
                    <a:pt x="56" y="75"/>
                  </a:cubicBezTo>
                  <a:cubicBezTo>
                    <a:pt x="56" y="75"/>
                    <a:pt x="56" y="75"/>
                    <a:pt x="56" y="75"/>
                  </a:cubicBezTo>
                  <a:cubicBezTo>
                    <a:pt x="56" y="81"/>
                    <a:pt x="54" y="85"/>
                    <a:pt x="50" y="88"/>
                  </a:cubicBezTo>
                  <a:cubicBezTo>
                    <a:pt x="48" y="89"/>
                    <a:pt x="45" y="90"/>
                    <a:pt x="43" y="90"/>
                  </a:cubicBezTo>
                  <a:cubicBezTo>
                    <a:pt x="40" y="90"/>
                    <a:pt x="38" y="90"/>
                    <a:pt x="36" y="89"/>
                  </a:cubicBezTo>
                  <a:cubicBezTo>
                    <a:pt x="31" y="88"/>
                    <a:pt x="27" y="84"/>
                    <a:pt x="26" y="79"/>
                  </a:cubicBezTo>
                  <a:cubicBezTo>
                    <a:pt x="36" y="77"/>
                    <a:pt x="36" y="77"/>
                    <a:pt x="36" y="77"/>
                  </a:cubicBezTo>
                  <a:close/>
                  <a:moveTo>
                    <a:pt x="72" y="43"/>
                  </a:moveTo>
                  <a:cubicBezTo>
                    <a:pt x="75" y="42"/>
                    <a:pt x="77" y="41"/>
                    <a:pt x="80" y="41"/>
                  </a:cubicBezTo>
                  <a:cubicBezTo>
                    <a:pt x="78" y="23"/>
                    <a:pt x="69" y="16"/>
                    <a:pt x="57" y="13"/>
                  </a:cubicBezTo>
                  <a:cubicBezTo>
                    <a:pt x="67" y="20"/>
                    <a:pt x="73" y="29"/>
                    <a:pt x="72" y="43"/>
                  </a:cubicBezTo>
                  <a:close/>
                  <a:moveTo>
                    <a:pt x="10" y="40"/>
                  </a:moveTo>
                  <a:cubicBezTo>
                    <a:pt x="14" y="40"/>
                    <a:pt x="17" y="40"/>
                    <a:pt x="20" y="39"/>
                  </a:cubicBezTo>
                  <a:cubicBezTo>
                    <a:pt x="25" y="31"/>
                    <a:pt x="29" y="23"/>
                    <a:pt x="33" y="16"/>
                  </a:cubicBezTo>
                  <a:cubicBezTo>
                    <a:pt x="20" y="19"/>
                    <a:pt x="13" y="27"/>
                    <a:pt x="10" y="40"/>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6" name="Group 35"/>
          <p:cNvGrpSpPr/>
          <p:nvPr/>
        </p:nvGrpSpPr>
        <p:grpSpPr>
          <a:xfrm>
            <a:off x="6967957" y="2374789"/>
            <a:ext cx="3689367" cy="4403959"/>
            <a:chOff x="7346438" y="2049265"/>
            <a:chExt cx="4028463" cy="4808735"/>
          </a:xfrm>
        </p:grpSpPr>
        <p:sp>
          <p:nvSpPr>
            <p:cNvPr id="7" name="Freeform 6"/>
            <p:cNvSpPr/>
            <p:nvPr/>
          </p:nvSpPr>
          <p:spPr>
            <a:xfrm rot="16200000">
              <a:off x="6956302" y="2439401"/>
              <a:ext cx="4808735" cy="4028463"/>
            </a:xfrm>
            <a:custGeom>
              <a:avLst/>
              <a:gdLst>
                <a:gd name="connsiteX0" fmla="*/ 5289608 w 5289608"/>
                <a:gd name="connsiteY0" fmla="*/ 562708 h 4431309"/>
                <a:gd name="connsiteX1" fmla="*/ 5165108 w 5289608"/>
                <a:gd name="connsiteY1" fmla="*/ 562708 h 4431309"/>
                <a:gd name="connsiteX2" fmla="*/ 5165108 w 5289608"/>
                <a:gd name="connsiteY2" fmla="*/ 3868601 h 4431309"/>
                <a:gd name="connsiteX3" fmla="*/ 4602401 w 5289608"/>
                <a:gd name="connsiteY3" fmla="*/ 4431309 h 4431309"/>
                <a:gd name="connsiteX4" fmla="*/ 0 w 5289608"/>
                <a:gd name="connsiteY4" fmla="*/ 4431309 h 4431309"/>
                <a:gd name="connsiteX5" fmla="*/ 0 w 5289608"/>
                <a:gd name="connsiteY5" fmla="*/ 3868601 h 4431309"/>
                <a:gd name="connsiteX6" fmla="*/ 4602401 w 5289608"/>
                <a:gd name="connsiteY6" fmla="*/ 3868601 h 4431309"/>
                <a:gd name="connsiteX7" fmla="*/ 4602401 w 5289608"/>
                <a:gd name="connsiteY7" fmla="*/ 562708 h 4431309"/>
                <a:gd name="connsiteX8" fmla="*/ 4477901 w 5289608"/>
                <a:gd name="connsiteY8" fmla="*/ 562708 h 4431309"/>
                <a:gd name="connsiteX9" fmla="*/ 4883755 w 5289608"/>
                <a:gd name="connsiteY9" fmla="*/ 0 h 443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9608" h="4431309">
                  <a:moveTo>
                    <a:pt x="5289608" y="562708"/>
                  </a:moveTo>
                  <a:lnTo>
                    <a:pt x="5165108" y="562708"/>
                  </a:lnTo>
                  <a:lnTo>
                    <a:pt x="5165108" y="3868601"/>
                  </a:lnTo>
                  <a:lnTo>
                    <a:pt x="4602401" y="4431309"/>
                  </a:lnTo>
                  <a:lnTo>
                    <a:pt x="0" y="4431309"/>
                  </a:lnTo>
                  <a:lnTo>
                    <a:pt x="0" y="3868601"/>
                  </a:lnTo>
                  <a:lnTo>
                    <a:pt x="4602401" y="3868601"/>
                  </a:lnTo>
                  <a:lnTo>
                    <a:pt x="4602401" y="562708"/>
                  </a:lnTo>
                  <a:lnTo>
                    <a:pt x="4477901" y="562708"/>
                  </a:lnTo>
                  <a:lnTo>
                    <a:pt x="488375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17"/>
            <p:cNvSpPr>
              <a:spLocks noEditPoints="1"/>
            </p:cNvSpPr>
            <p:nvPr/>
          </p:nvSpPr>
          <p:spPr bwMode="auto">
            <a:xfrm>
              <a:off x="8120836" y="2231727"/>
              <a:ext cx="369515" cy="372985"/>
            </a:xfrm>
            <a:custGeom>
              <a:avLst/>
              <a:gdLst>
                <a:gd name="T0" fmla="*/ 49 w 99"/>
                <a:gd name="T1" fmla="*/ 0 h 100"/>
                <a:gd name="T2" fmla="*/ 99 w 99"/>
                <a:gd name="T3" fmla="*/ 50 h 100"/>
                <a:gd name="T4" fmla="*/ 49 w 99"/>
                <a:gd name="T5" fmla="*/ 100 h 100"/>
                <a:gd name="T6" fmla="*/ 0 w 99"/>
                <a:gd name="T7" fmla="*/ 50 h 100"/>
                <a:gd name="T8" fmla="*/ 49 w 99"/>
                <a:gd name="T9" fmla="*/ 0 h 100"/>
                <a:gd name="T10" fmla="*/ 45 w 99"/>
                <a:gd name="T11" fmla="*/ 15 h 100"/>
                <a:gd name="T12" fmla="*/ 45 w 99"/>
                <a:gd name="T13" fmla="*/ 44 h 100"/>
                <a:gd name="T14" fmla="*/ 54 w 99"/>
                <a:gd name="T15" fmla="*/ 44 h 100"/>
                <a:gd name="T16" fmla="*/ 54 w 99"/>
                <a:gd name="T17" fmla="*/ 15 h 100"/>
                <a:gd name="T18" fmla="*/ 45 w 99"/>
                <a:gd name="T19" fmla="*/ 15 h 100"/>
                <a:gd name="T20" fmla="*/ 67 w 99"/>
                <a:gd name="T21" fmla="*/ 24 h 100"/>
                <a:gd name="T22" fmla="*/ 61 w 99"/>
                <a:gd name="T23" fmla="*/ 32 h 100"/>
                <a:gd name="T24" fmla="*/ 64 w 99"/>
                <a:gd name="T25" fmla="*/ 35 h 100"/>
                <a:gd name="T26" fmla="*/ 70 w 99"/>
                <a:gd name="T27" fmla="*/ 50 h 100"/>
                <a:gd name="T28" fmla="*/ 64 w 99"/>
                <a:gd name="T29" fmla="*/ 65 h 100"/>
                <a:gd name="T30" fmla="*/ 49 w 99"/>
                <a:gd name="T31" fmla="*/ 71 h 100"/>
                <a:gd name="T32" fmla="*/ 35 w 99"/>
                <a:gd name="T33" fmla="*/ 65 h 100"/>
                <a:gd name="T34" fmla="*/ 28 w 99"/>
                <a:gd name="T35" fmla="*/ 50 h 100"/>
                <a:gd name="T36" fmla="*/ 35 w 99"/>
                <a:gd name="T37" fmla="*/ 35 h 100"/>
                <a:gd name="T38" fmla="*/ 37 w 99"/>
                <a:gd name="T39" fmla="*/ 32 h 100"/>
                <a:gd name="T40" fmla="*/ 31 w 99"/>
                <a:gd name="T41" fmla="*/ 24 h 100"/>
                <a:gd name="T42" fmla="*/ 27 w 99"/>
                <a:gd name="T43" fmla="*/ 28 h 100"/>
                <a:gd name="T44" fmla="*/ 18 w 99"/>
                <a:gd name="T45" fmla="*/ 50 h 100"/>
                <a:gd name="T46" fmla="*/ 27 w 99"/>
                <a:gd name="T47" fmla="*/ 72 h 100"/>
                <a:gd name="T48" fmla="*/ 49 w 99"/>
                <a:gd name="T49" fmla="*/ 81 h 100"/>
                <a:gd name="T50" fmla="*/ 72 w 99"/>
                <a:gd name="T51" fmla="*/ 72 h 100"/>
                <a:gd name="T52" fmla="*/ 81 w 99"/>
                <a:gd name="T53" fmla="*/ 50 h 100"/>
                <a:gd name="T54" fmla="*/ 72 w 99"/>
                <a:gd name="T55" fmla="*/ 28 h 100"/>
                <a:gd name="T56" fmla="*/ 67 w 99"/>
                <a:gd name="T5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9" h="100">
                  <a:moveTo>
                    <a:pt x="49" y="0"/>
                  </a:moveTo>
                  <a:cubicBezTo>
                    <a:pt x="77" y="0"/>
                    <a:pt x="99" y="22"/>
                    <a:pt x="99" y="50"/>
                  </a:cubicBezTo>
                  <a:cubicBezTo>
                    <a:pt x="99" y="77"/>
                    <a:pt x="77" y="100"/>
                    <a:pt x="49" y="100"/>
                  </a:cubicBezTo>
                  <a:cubicBezTo>
                    <a:pt x="22" y="100"/>
                    <a:pt x="0" y="77"/>
                    <a:pt x="0" y="50"/>
                  </a:cubicBezTo>
                  <a:cubicBezTo>
                    <a:pt x="0" y="22"/>
                    <a:pt x="22" y="0"/>
                    <a:pt x="49" y="0"/>
                  </a:cubicBezTo>
                  <a:close/>
                  <a:moveTo>
                    <a:pt x="45" y="15"/>
                  </a:moveTo>
                  <a:cubicBezTo>
                    <a:pt x="45" y="44"/>
                    <a:pt x="45" y="44"/>
                    <a:pt x="45" y="44"/>
                  </a:cubicBezTo>
                  <a:cubicBezTo>
                    <a:pt x="54" y="44"/>
                    <a:pt x="54" y="44"/>
                    <a:pt x="54" y="44"/>
                  </a:cubicBezTo>
                  <a:cubicBezTo>
                    <a:pt x="54" y="15"/>
                    <a:pt x="54" y="15"/>
                    <a:pt x="54" y="15"/>
                  </a:cubicBezTo>
                  <a:cubicBezTo>
                    <a:pt x="45" y="15"/>
                    <a:pt x="45" y="15"/>
                    <a:pt x="45" y="15"/>
                  </a:cubicBezTo>
                  <a:close/>
                  <a:moveTo>
                    <a:pt x="67" y="24"/>
                  </a:moveTo>
                  <a:cubicBezTo>
                    <a:pt x="61" y="32"/>
                    <a:pt x="61" y="32"/>
                    <a:pt x="61" y="32"/>
                  </a:cubicBezTo>
                  <a:cubicBezTo>
                    <a:pt x="62" y="33"/>
                    <a:pt x="63" y="34"/>
                    <a:pt x="64" y="35"/>
                  </a:cubicBezTo>
                  <a:cubicBezTo>
                    <a:pt x="68" y="39"/>
                    <a:pt x="70" y="44"/>
                    <a:pt x="70" y="50"/>
                  </a:cubicBezTo>
                  <a:cubicBezTo>
                    <a:pt x="70" y="55"/>
                    <a:pt x="68" y="61"/>
                    <a:pt x="64" y="65"/>
                  </a:cubicBezTo>
                  <a:cubicBezTo>
                    <a:pt x="60" y="68"/>
                    <a:pt x="55" y="71"/>
                    <a:pt x="49" y="71"/>
                  </a:cubicBezTo>
                  <a:cubicBezTo>
                    <a:pt x="44" y="71"/>
                    <a:pt x="38" y="68"/>
                    <a:pt x="35" y="65"/>
                  </a:cubicBezTo>
                  <a:cubicBezTo>
                    <a:pt x="31" y="61"/>
                    <a:pt x="28" y="55"/>
                    <a:pt x="28" y="50"/>
                  </a:cubicBezTo>
                  <a:cubicBezTo>
                    <a:pt x="28" y="44"/>
                    <a:pt x="31" y="39"/>
                    <a:pt x="35" y="35"/>
                  </a:cubicBezTo>
                  <a:cubicBezTo>
                    <a:pt x="35" y="34"/>
                    <a:pt x="36" y="33"/>
                    <a:pt x="37" y="32"/>
                  </a:cubicBezTo>
                  <a:cubicBezTo>
                    <a:pt x="31" y="24"/>
                    <a:pt x="31" y="24"/>
                    <a:pt x="31" y="24"/>
                  </a:cubicBezTo>
                  <a:cubicBezTo>
                    <a:pt x="30" y="25"/>
                    <a:pt x="29" y="26"/>
                    <a:pt x="27" y="28"/>
                  </a:cubicBezTo>
                  <a:cubicBezTo>
                    <a:pt x="22" y="33"/>
                    <a:pt x="18" y="41"/>
                    <a:pt x="18" y="50"/>
                  </a:cubicBezTo>
                  <a:cubicBezTo>
                    <a:pt x="18" y="58"/>
                    <a:pt x="22" y="66"/>
                    <a:pt x="27" y="72"/>
                  </a:cubicBezTo>
                  <a:cubicBezTo>
                    <a:pt x="33" y="77"/>
                    <a:pt x="41" y="81"/>
                    <a:pt x="49" y="81"/>
                  </a:cubicBezTo>
                  <a:cubicBezTo>
                    <a:pt x="58" y="81"/>
                    <a:pt x="66" y="77"/>
                    <a:pt x="72" y="72"/>
                  </a:cubicBezTo>
                  <a:cubicBezTo>
                    <a:pt x="77" y="66"/>
                    <a:pt x="81" y="58"/>
                    <a:pt x="81" y="50"/>
                  </a:cubicBezTo>
                  <a:cubicBezTo>
                    <a:pt x="81" y="41"/>
                    <a:pt x="77" y="33"/>
                    <a:pt x="72" y="28"/>
                  </a:cubicBezTo>
                  <a:cubicBezTo>
                    <a:pt x="70" y="26"/>
                    <a:pt x="69" y="25"/>
                    <a:pt x="67" y="24"/>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9" name="Group 38"/>
          <p:cNvGrpSpPr/>
          <p:nvPr/>
        </p:nvGrpSpPr>
        <p:grpSpPr>
          <a:xfrm>
            <a:off x="6967955" y="4994373"/>
            <a:ext cx="1756845" cy="1784373"/>
            <a:chOff x="7346434" y="4909620"/>
            <a:chExt cx="1918320" cy="1948378"/>
          </a:xfrm>
        </p:grpSpPr>
        <p:sp>
          <p:nvSpPr>
            <p:cNvPr id="4" name="Freeform 3"/>
            <p:cNvSpPr/>
            <p:nvPr/>
          </p:nvSpPr>
          <p:spPr>
            <a:xfrm rot="16200000">
              <a:off x="7331405" y="4924649"/>
              <a:ext cx="1948378" cy="1918320"/>
            </a:xfrm>
            <a:custGeom>
              <a:avLst/>
              <a:gdLst>
                <a:gd name="connsiteX0" fmla="*/ 2143216 w 2143216"/>
                <a:gd name="connsiteY0" fmla="*/ 562708 h 2110152"/>
                <a:gd name="connsiteX1" fmla="*/ 2018715 w 2143216"/>
                <a:gd name="connsiteY1" fmla="*/ 562708 h 2110152"/>
                <a:gd name="connsiteX2" fmla="*/ 2018715 w 2143216"/>
                <a:gd name="connsiteY2" fmla="*/ 1547444 h 2110152"/>
                <a:gd name="connsiteX3" fmla="*/ 1456007 w 2143216"/>
                <a:gd name="connsiteY3" fmla="*/ 2110152 h 2110152"/>
                <a:gd name="connsiteX4" fmla="*/ 1456007 w 2143216"/>
                <a:gd name="connsiteY4" fmla="*/ 2110151 h 2110152"/>
                <a:gd name="connsiteX5" fmla="*/ 0 w 2143216"/>
                <a:gd name="connsiteY5" fmla="*/ 2110151 h 2110152"/>
                <a:gd name="connsiteX6" fmla="*/ 0 w 2143216"/>
                <a:gd name="connsiteY6" fmla="*/ 1547443 h 2110152"/>
                <a:gd name="connsiteX7" fmla="*/ 1456007 w 2143216"/>
                <a:gd name="connsiteY7" fmla="*/ 1547443 h 2110152"/>
                <a:gd name="connsiteX8" fmla="*/ 1456007 w 2143216"/>
                <a:gd name="connsiteY8" fmla="*/ 562708 h 2110152"/>
                <a:gd name="connsiteX9" fmla="*/ 1331509 w 2143216"/>
                <a:gd name="connsiteY9" fmla="*/ 562708 h 2110152"/>
                <a:gd name="connsiteX10" fmla="*/ 1737363 w 2143216"/>
                <a:gd name="connsiteY10" fmla="*/ 0 h 211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3216" h="2110152">
                  <a:moveTo>
                    <a:pt x="2143216" y="562708"/>
                  </a:moveTo>
                  <a:lnTo>
                    <a:pt x="2018715" y="562708"/>
                  </a:lnTo>
                  <a:lnTo>
                    <a:pt x="2018715" y="1547444"/>
                  </a:lnTo>
                  <a:lnTo>
                    <a:pt x="1456007" y="2110152"/>
                  </a:lnTo>
                  <a:lnTo>
                    <a:pt x="1456007" y="2110151"/>
                  </a:lnTo>
                  <a:lnTo>
                    <a:pt x="0" y="2110151"/>
                  </a:lnTo>
                  <a:lnTo>
                    <a:pt x="0" y="1547443"/>
                  </a:lnTo>
                  <a:lnTo>
                    <a:pt x="1456007" y="1547443"/>
                  </a:lnTo>
                  <a:lnTo>
                    <a:pt x="1456007" y="562708"/>
                  </a:lnTo>
                  <a:lnTo>
                    <a:pt x="1331509" y="562708"/>
                  </a:lnTo>
                  <a:lnTo>
                    <a:pt x="1737363"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18"/>
            <p:cNvSpPr>
              <a:spLocks noEditPoints="1"/>
            </p:cNvSpPr>
            <p:nvPr/>
          </p:nvSpPr>
          <p:spPr bwMode="auto">
            <a:xfrm>
              <a:off x="8091344" y="5076469"/>
              <a:ext cx="399007" cy="404213"/>
            </a:xfrm>
            <a:custGeom>
              <a:avLst/>
              <a:gdLst>
                <a:gd name="T0" fmla="*/ 94 w 107"/>
                <a:gd name="T1" fmla="*/ 30 h 108"/>
                <a:gd name="T2" fmla="*/ 77 w 107"/>
                <a:gd name="T3" fmla="*/ 95 h 108"/>
                <a:gd name="T4" fmla="*/ 13 w 107"/>
                <a:gd name="T5" fmla="*/ 77 h 108"/>
                <a:gd name="T6" fmla="*/ 30 w 107"/>
                <a:gd name="T7" fmla="*/ 13 h 108"/>
                <a:gd name="T8" fmla="*/ 94 w 107"/>
                <a:gd name="T9" fmla="*/ 30 h 108"/>
                <a:gd name="T10" fmla="*/ 68 w 107"/>
                <a:gd name="T11" fmla="*/ 46 h 108"/>
                <a:gd name="T12" fmla="*/ 68 w 107"/>
                <a:gd name="T13" fmla="*/ 46 h 108"/>
                <a:gd name="T14" fmla="*/ 58 w 107"/>
                <a:gd name="T15" fmla="*/ 38 h 108"/>
                <a:gd name="T16" fmla="*/ 45 w 107"/>
                <a:gd name="T17" fmla="*/ 40 h 108"/>
                <a:gd name="T18" fmla="*/ 45 w 107"/>
                <a:gd name="T19" fmla="*/ 40 h 108"/>
                <a:gd name="T20" fmla="*/ 38 w 107"/>
                <a:gd name="T21" fmla="*/ 50 h 108"/>
                <a:gd name="T22" fmla="*/ 39 w 107"/>
                <a:gd name="T23" fmla="*/ 62 h 108"/>
                <a:gd name="T24" fmla="*/ 39 w 107"/>
                <a:gd name="T25" fmla="*/ 62 h 108"/>
                <a:gd name="T26" fmla="*/ 49 w 107"/>
                <a:gd name="T27" fmla="*/ 69 h 108"/>
                <a:gd name="T28" fmla="*/ 62 w 107"/>
                <a:gd name="T29" fmla="*/ 68 h 108"/>
                <a:gd name="T30" fmla="*/ 62 w 107"/>
                <a:gd name="T31" fmla="*/ 68 h 108"/>
                <a:gd name="T32" fmla="*/ 69 w 107"/>
                <a:gd name="T33" fmla="*/ 58 h 108"/>
                <a:gd name="T34" fmla="*/ 68 w 107"/>
                <a:gd name="T35" fmla="*/ 46 h 108"/>
                <a:gd name="T36" fmla="*/ 63 w 107"/>
                <a:gd name="T37" fmla="*/ 56 h 108"/>
                <a:gd name="T38" fmla="*/ 62 w 107"/>
                <a:gd name="T39" fmla="*/ 49 h 108"/>
                <a:gd name="T40" fmla="*/ 62 w 107"/>
                <a:gd name="T41" fmla="*/ 49 h 108"/>
                <a:gd name="T42" fmla="*/ 56 w 107"/>
                <a:gd name="T43" fmla="*/ 44 h 108"/>
                <a:gd name="T44" fmla="*/ 48 w 107"/>
                <a:gd name="T45" fmla="*/ 45 h 108"/>
                <a:gd name="T46" fmla="*/ 48 w 107"/>
                <a:gd name="T47" fmla="*/ 45 h 108"/>
                <a:gd name="T48" fmla="*/ 44 w 107"/>
                <a:gd name="T49" fmla="*/ 51 h 108"/>
                <a:gd name="T50" fmla="*/ 45 w 107"/>
                <a:gd name="T51" fmla="*/ 59 h 108"/>
                <a:gd name="T52" fmla="*/ 45 w 107"/>
                <a:gd name="T53" fmla="*/ 59 h 108"/>
                <a:gd name="T54" fmla="*/ 51 w 107"/>
                <a:gd name="T55" fmla="*/ 64 h 108"/>
                <a:gd name="T56" fmla="*/ 59 w 107"/>
                <a:gd name="T57" fmla="*/ 63 h 108"/>
                <a:gd name="T58" fmla="*/ 59 w 107"/>
                <a:gd name="T59" fmla="*/ 63 h 108"/>
                <a:gd name="T60" fmla="*/ 63 w 107"/>
                <a:gd name="T61" fmla="*/ 56 h 108"/>
                <a:gd name="T62" fmla="*/ 29 w 107"/>
                <a:gd name="T63" fmla="*/ 24 h 108"/>
                <a:gd name="T64" fmla="*/ 17 w 107"/>
                <a:gd name="T65" fmla="*/ 65 h 108"/>
                <a:gd name="T66" fmla="*/ 25 w 107"/>
                <a:gd name="T67" fmla="*/ 63 h 108"/>
                <a:gd name="T68" fmla="*/ 29 w 107"/>
                <a:gd name="T69" fmla="*/ 24 h 108"/>
                <a:gd name="T70" fmla="*/ 69 w 107"/>
                <a:gd name="T71" fmla="*/ 37 h 108"/>
                <a:gd name="T72" fmla="*/ 73 w 107"/>
                <a:gd name="T73" fmla="*/ 42 h 108"/>
                <a:gd name="T74" fmla="*/ 74 w 107"/>
                <a:gd name="T75" fmla="*/ 45 h 108"/>
                <a:gd name="T76" fmla="*/ 91 w 107"/>
                <a:gd name="T77" fmla="*/ 38 h 108"/>
                <a:gd name="T78" fmla="*/ 89 w 107"/>
                <a:gd name="T79" fmla="*/ 33 h 108"/>
                <a:gd name="T80" fmla="*/ 82 w 107"/>
                <a:gd name="T81" fmla="*/ 25 h 108"/>
                <a:gd name="T82" fmla="*/ 69 w 107"/>
                <a:gd name="T83" fmla="*/ 37 h 108"/>
                <a:gd name="T84" fmla="*/ 92 w 107"/>
                <a:gd name="T85" fmla="*/ 43 h 108"/>
                <a:gd name="T86" fmla="*/ 75 w 107"/>
                <a:gd name="T87" fmla="*/ 47 h 108"/>
                <a:gd name="T88" fmla="*/ 76 w 107"/>
                <a:gd name="T89" fmla="*/ 53 h 108"/>
                <a:gd name="T90" fmla="*/ 93 w 107"/>
                <a:gd name="T91" fmla="*/ 54 h 108"/>
                <a:gd name="T92" fmla="*/ 92 w 107"/>
                <a:gd name="T93" fmla="*/ 43 h 108"/>
                <a:gd name="T94" fmla="*/ 70 w 107"/>
                <a:gd name="T95" fmla="*/ 44 h 108"/>
                <a:gd name="T96" fmla="*/ 44 w 107"/>
                <a:gd name="T97" fmla="*/ 37 h 108"/>
                <a:gd name="T98" fmla="*/ 37 w 107"/>
                <a:gd name="T99" fmla="*/ 63 h 108"/>
                <a:gd name="T100" fmla="*/ 63 w 107"/>
                <a:gd name="T101" fmla="*/ 70 h 108"/>
                <a:gd name="T102" fmla="*/ 70 w 107"/>
                <a:gd name="T103" fmla="*/ 4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7" h="108">
                  <a:moveTo>
                    <a:pt x="94" y="30"/>
                  </a:moveTo>
                  <a:cubicBezTo>
                    <a:pt x="107" y="53"/>
                    <a:pt x="100" y="82"/>
                    <a:pt x="77" y="95"/>
                  </a:cubicBezTo>
                  <a:cubicBezTo>
                    <a:pt x="54" y="108"/>
                    <a:pt x="26" y="100"/>
                    <a:pt x="13" y="77"/>
                  </a:cubicBezTo>
                  <a:cubicBezTo>
                    <a:pt x="0" y="55"/>
                    <a:pt x="7" y="26"/>
                    <a:pt x="30" y="13"/>
                  </a:cubicBezTo>
                  <a:cubicBezTo>
                    <a:pt x="52" y="0"/>
                    <a:pt x="81" y="8"/>
                    <a:pt x="94" y="30"/>
                  </a:cubicBezTo>
                  <a:close/>
                  <a:moveTo>
                    <a:pt x="68" y="46"/>
                  </a:moveTo>
                  <a:cubicBezTo>
                    <a:pt x="68" y="46"/>
                    <a:pt x="68" y="46"/>
                    <a:pt x="68" y="46"/>
                  </a:cubicBezTo>
                  <a:cubicBezTo>
                    <a:pt x="65" y="42"/>
                    <a:pt x="62" y="39"/>
                    <a:pt x="58" y="38"/>
                  </a:cubicBezTo>
                  <a:cubicBezTo>
                    <a:pt x="54" y="37"/>
                    <a:pt x="49" y="37"/>
                    <a:pt x="45" y="40"/>
                  </a:cubicBezTo>
                  <a:cubicBezTo>
                    <a:pt x="45" y="40"/>
                    <a:pt x="45" y="40"/>
                    <a:pt x="45" y="40"/>
                  </a:cubicBezTo>
                  <a:cubicBezTo>
                    <a:pt x="41" y="42"/>
                    <a:pt x="39" y="46"/>
                    <a:pt x="38" y="50"/>
                  </a:cubicBezTo>
                  <a:cubicBezTo>
                    <a:pt x="37" y="54"/>
                    <a:pt x="37" y="58"/>
                    <a:pt x="39" y="62"/>
                  </a:cubicBezTo>
                  <a:cubicBezTo>
                    <a:pt x="39" y="62"/>
                    <a:pt x="39" y="62"/>
                    <a:pt x="39" y="62"/>
                  </a:cubicBezTo>
                  <a:cubicBezTo>
                    <a:pt x="42" y="66"/>
                    <a:pt x="45" y="68"/>
                    <a:pt x="49" y="69"/>
                  </a:cubicBezTo>
                  <a:cubicBezTo>
                    <a:pt x="53" y="71"/>
                    <a:pt x="58" y="70"/>
                    <a:pt x="62" y="68"/>
                  </a:cubicBezTo>
                  <a:cubicBezTo>
                    <a:pt x="62" y="68"/>
                    <a:pt x="62" y="68"/>
                    <a:pt x="62" y="68"/>
                  </a:cubicBezTo>
                  <a:cubicBezTo>
                    <a:pt x="65" y="66"/>
                    <a:pt x="68" y="62"/>
                    <a:pt x="69" y="58"/>
                  </a:cubicBezTo>
                  <a:cubicBezTo>
                    <a:pt x="70" y="54"/>
                    <a:pt x="70" y="50"/>
                    <a:pt x="68" y="46"/>
                  </a:cubicBezTo>
                  <a:close/>
                  <a:moveTo>
                    <a:pt x="63" y="56"/>
                  </a:moveTo>
                  <a:cubicBezTo>
                    <a:pt x="64" y="54"/>
                    <a:pt x="64" y="51"/>
                    <a:pt x="62" y="49"/>
                  </a:cubicBezTo>
                  <a:cubicBezTo>
                    <a:pt x="62" y="49"/>
                    <a:pt x="62" y="49"/>
                    <a:pt x="62" y="49"/>
                  </a:cubicBezTo>
                  <a:cubicBezTo>
                    <a:pt x="61" y="46"/>
                    <a:pt x="59" y="45"/>
                    <a:pt x="56" y="44"/>
                  </a:cubicBezTo>
                  <a:cubicBezTo>
                    <a:pt x="54" y="43"/>
                    <a:pt x="51" y="44"/>
                    <a:pt x="48" y="45"/>
                  </a:cubicBezTo>
                  <a:cubicBezTo>
                    <a:pt x="48" y="45"/>
                    <a:pt x="48" y="45"/>
                    <a:pt x="48" y="45"/>
                  </a:cubicBezTo>
                  <a:cubicBezTo>
                    <a:pt x="46" y="46"/>
                    <a:pt x="44" y="49"/>
                    <a:pt x="44" y="51"/>
                  </a:cubicBezTo>
                  <a:cubicBezTo>
                    <a:pt x="43" y="54"/>
                    <a:pt x="43" y="56"/>
                    <a:pt x="45" y="59"/>
                  </a:cubicBezTo>
                  <a:cubicBezTo>
                    <a:pt x="45" y="59"/>
                    <a:pt x="45" y="59"/>
                    <a:pt x="45" y="59"/>
                  </a:cubicBezTo>
                  <a:cubicBezTo>
                    <a:pt x="46" y="61"/>
                    <a:pt x="48" y="63"/>
                    <a:pt x="51" y="64"/>
                  </a:cubicBezTo>
                  <a:cubicBezTo>
                    <a:pt x="53" y="64"/>
                    <a:pt x="56" y="64"/>
                    <a:pt x="59" y="63"/>
                  </a:cubicBezTo>
                  <a:cubicBezTo>
                    <a:pt x="59" y="63"/>
                    <a:pt x="59" y="63"/>
                    <a:pt x="59" y="63"/>
                  </a:cubicBezTo>
                  <a:cubicBezTo>
                    <a:pt x="61" y="61"/>
                    <a:pt x="63" y="59"/>
                    <a:pt x="63" y="56"/>
                  </a:cubicBezTo>
                  <a:close/>
                  <a:moveTo>
                    <a:pt x="29" y="24"/>
                  </a:moveTo>
                  <a:cubicBezTo>
                    <a:pt x="16" y="36"/>
                    <a:pt x="14" y="50"/>
                    <a:pt x="17" y="65"/>
                  </a:cubicBezTo>
                  <a:cubicBezTo>
                    <a:pt x="20" y="64"/>
                    <a:pt x="23" y="64"/>
                    <a:pt x="25" y="63"/>
                  </a:cubicBezTo>
                  <a:cubicBezTo>
                    <a:pt x="21" y="49"/>
                    <a:pt x="22" y="36"/>
                    <a:pt x="29" y="24"/>
                  </a:cubicBezTo>
                  <a:close/>
                  <a:moveTo>
                    <a:pt x="69" y="37"/>
                  </a:moveTo>
                  <a:cubicBezTo>
                    <a:pt x="70" y="38"/>
                    <a:pt x="72" y="40"/>
                    <a:pt x="73" y="42"/>
                  </a:cubicBezTo>
                  <a:cubicBezTo>
                    <a:pt x="74" y="43"/>
                    <a:pt x="74" y="44"/>
                    <a:pt x="74" y="45"/>
                  </a:cubicBezTo>
                  <a:cubicBezTo>
                    <a:pt x="91" y="38"/>
                    <a:pt x="91" y="38"/>
                    <a:pt x="91" y="38"/>
                  </a:cubicBezTo>
                  <a:cubicBezTo>
                    <a:pt x="90" y="36"/>
                    <a:pt x="89" y="35"/>
                    <a:pt x="89" y="33"/>
                  </a:cubicBezTo>
                  <a:cubicBezTo>
                    <a:pt x="87" y="30"/>
                    <a:pt x="85" y="28"/>
                    <a:pt x="82" y="25"/>
                  </a:cubicBezTo>
                  <a:cubicBezTo>
                    <a:pt x="69" y="37"/>
                    <a:pt x="69" y="37"/>
                    <a:pt x="69" y="37"/>
                  </a:cubicBezTo>
                  <a:close/>
                  <a:moveTo>
                    <a:pt x="92" y="43"/>
                  </a:moveTo>
                  <a:cubicBezTo>
                    <a:pt x="75" y="47"/>
                    <a:pt x="75" y="47"/>
                    <a:pt x="75" y="47"/>
                  </a:cubicBezTo>
                  <a:cubicBezTo>
                    <a:pt x="76" y="49"/>
                    <a:pt x="76" y="51"/>
                    <a:pt x="76" y="53"/>
                  </a:cubicBezTo>
                  <a:cubicBezTo>
                    <a:pt x="93" y="54"/>
                    <a:pt x="93" y="54"/>
                    <a:pt x="93" y="54"/>
                  </a:cubicBezTo>
                  <a:cubicBezTo>
                    <a:pt x="94" y="50"/>
                    <a:pt x="93" y="46"/>
                    <a:pt x="92" y="43"/>
                  </a:cubicBezTo>
                  <a:close/>
                  <a:moveTo>
                    <a:pt x="70" y="44"/>
                  </a:moveTo>
                  <a:cubicBezTo>
                    <a:pt x="65" y="35"/>
                    <a:pt x="53" y="32"/>
                    <a:pt x="44" y="37"/>
                  </a:cubicBezTo>
                  <a:cubicBezTo>
                    <a:pt x="35" y="42"/>
                    <a:pt x="32" y="54"/>
                    <a:pt x="37" y="63"/>
                  </a:cubicBezTo>
                  <a:cubicBezTo>
                    <a:pt x="42" y="72"/>
                    <a:pt x="54" y="76"/>
                    <a:pt x="63" y="70"/>
                  </a:cubicBezTo>
                  <a:cubicBezTo>
                    <a:pt x="72" y="65"/>
                    <a:pt x="75" y="53"/>
                    <a:pt x="70" y="44"/>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 name="Group 19"/>
          <p:cNvGrpSpPr/>
          <p:nvPr/>
        </p:nvGrpSpPr>
        <p:grpSpPr>
          <a:xfrm>
            <a:off x="2294125" y="2541892"/>
            <a:ext cx="419805" cy="315056"/>
            <a:chOff x="789999" y="2242985"/>
            <a:chExt cx="504229" cy="378415"/>
          </a:xfrm>
        </p:grpSpPr>
        <p:sp>
          <p:nvSpPr>
            <p:cNvPr id="21" name="Rectangle 20"/>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Rectangle 21"/>
            <p:cNvSpPr/>
            <p:nvPr/>
          </p:nvSpPr>
          <p:spPr>
            <a:xfrm>
              <a:off x="789999" y="2242985"/>
              <a:ext cx="436099" cy="3219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3" name="Rectangle 22"/>
          <p:cNvSpPr/>
          <p:nvPr/>
        </p:nvSpPr>
        <p:spPr>
          <a:xfrm>
            <a:off x="2814293" y="2379944"/>
            <a:ext cx="3026728" cy="374205"/>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4" name="Group 23"/>
          <p:cNvGrpSpPr/>
          <p:nvPr/>
        </p:nvGrpSpPr>
        <p:grpSpPr>
          <a:xfrm>
            <a:off x="2294125" y="3501029"/>
            <a:ext cx="419805" cy="315056"/>
            <a:chOff x="789999" y="2242985"/>
            <a:chExt cx="504229" cy="378415"/>
          </a:xfrm>
        </p:grpSpPr>
        <p:sp>
          <p:nvSpPr>
            <p:cNvPr id="25" name="Rectangle 24"/>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Rectangle 25"/>
            <p:cNvSpPr/>
            <p:nvPr/>
          </p:nvSpPr>
          <p:spPr>
            <a:xfrm>
              <a:off x="789999" y="2242985"/>
              <a:ext cx="436099" cy="3219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7" name="Rectangle 26"/>
          <p:cNvSpPr/>
          <p:nvPr/>
        </p:nvSpPr>
        <p:spPr>
          <a:xfrm>
            <a:off x="2814293" y="3339079"/>
            <a:ext cx="3026728" cy="374205"/>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8" name="Group 27"/>
          <p:cNvGrpSpPr/>
          <p:nvPr/>
        </p:nvGrpSpPr>
        <p:grpSpPr>
          <a:xfrm>
            <a:off x="2294125" y="4483521"/>
            <a:ext cx="419805" cy="315056"/>
            <a:chOff x="789999" y="2242985"/>
            <a:chExt cx="504229" cy="378415"/>
          </a:xfrm>
        </p:grpSpPr>
        <p:sp>
          <p:nvSpPr>
            <p:cNvPr id="29" name="Rectangle 28"/>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Rectangle 29"/>
            <p:cNvSpPr/>
            <p:nvPr/>
          </p:nvSpPr>
          <p:spPr>
            <a:xfrm>
              <a:off x="789999" y="2242985"/>
              <a:ext cx="436099" cy="3219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Rectangle 30"/>
          <p:cNvSpPr/>
          <p:nvPr/>
        </p:nvSpPr>
        <p:spPr>
          <a:xfrm>
            <a:off x="2814293" y="4321572"/>
            <a:ext cx="3026728" cy="374205"/>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2" name="Group 31"/>
          <p:cNvGrpSpPr/>
          <p:nvPr/>
        </p:nvGrpSpPr>
        <p:grpSpPr>
          <a:xfrm>
            <a:off x="2294125" y="5423436"/>
            <a:ext cx="419805" cy="315056"/>
            <a:chOff x="789999" y="2242985"/>
            <a:chExt cx="504229" cy="378415"/>
          </a:xfrm>
        </p:grpSpPr>
        <p:sp>
          <p:nvSpPr>
            <p:cNvPr id="33" name="Rectangle 32"/>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Rectangle 33"/>
            <p:cNvSpPr/>
            <p:nvPr/>
          </p:nvSpPr>
          <p:spPr>
            <a:xfrm>
              <a:off x="789999" y="2242985"/>
              <a:ext cx="436099" cy="3219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5" name="Rectangle 34"/>
          <p:cNvSpPr/>
          <p:nvPr/>
        </p:nvSpPr>
        <p:spPr>
          <a:xfrm>
            <a:off x="2814293" y="5261487"/>
            <a:ext cx="3026728" cy="374205"/>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690502872"/>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1000"/>
                                        <p:tgtEl>
                                          <p:spTgt spid="39"/>
                                        </p:tgtEl>
                                      </p:cBhvr>
                                    </p:animEffect>
                                    <p:anim calcmode="lin" valueType="num">
                                      <p:cBhvr>
                                        <p:cTn id="8" dur="1000" fill="hold"/>
                                        <p:tgtEl>
                                          <p:spTgt spid="39"/>
                                        </p:tgtEl>
                                        <p:attrNameLst>
                                          <p:attrName>ppt_x</p:attrName>
                                        </p:attrNameLst>
                                      </p:cBhvr>
                                      <p:tavLst>
                                        <p:tav tm="0">
                                          <p:val>
                                            <p:strVal val="#ppt_x"/>
                                          </p:val>
                                        </p:tav>
                                        <p:tav tm="100000">
                                          <p:val>
                                            <p:strVal val="#ppt_x"/>
                                          </p:val>
                                        </p:tav>
                                      </p:tavLst>
                                    </p:anim>
                                    <p:anim calcmode="lin" valueType="num">
                                      <p:cBhvr>
                                        <p:cTn id="9" dur="1000" fill="hold"/>
                                        <p:tgtEl>
                                          <p:spTgt spid="3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1000"/>
                                        <p:tgtEl>
                                          <p:spTgt spid="38"/>
                                        </p:tgtEl>
                                      </p:cBhvr>
                                    </p:animEffect>
                                    <p:anim calcmode="lin" valueType="num">
                                      <p:cBhvr>
                                        <p:cTn id="14" dur="1000" fill="hold"/>
                                        <p:tgtEl>
                                          <p:spTgt spid="38"/>
                                        </p:tgtEl>
                                        <p:attrNameLst>
                                          <p:attrName>ppt_x</p:attrName>
                                        </p:attrNameLst>
                                      </p:cBhvr>
                                      <p:tavLst>
                                        <p:tav tm="0">
                                          <p:val>
                                            <p:strVal val="#ppt_x"/>
                                          </p:val>
                                        </p:tav>
                                        <p:tav tm="100000">
                                          <p:val>
                                            <p:strVal val="#ppt_x"/>
                                          </p:val>
                                        </p:tav>
                                      </p:tavLst>
                                    </p:anim>
                                    <p:anim calcmode="lin" valueType="num">
                                      <p:cBhvr>
                                        <p:cTn id="15" dur="1000" fill="hold"/>
                                        <p:tgtEl>
                                          <p:spTgt spid="3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anim calcmode="lin" valueType="num">
                                      <p:cBhvr>
                                        <p:cTn id="20" dur="1000" fill="hold"/>
                                        <p:tgtEl>
                                          <p:spTgt spid="37"/>
                                        </p:tgtEl>
                                        <p:attrNameLst>
                                          <p:attrName>ppt_x</p:attrName>
                                        </p:attrNameLst>
                                      </p:cBhvr>
                                      <p:tavLst>
                                        <p:tav tm="0">
                                          <p:val>
                                            <p:strVal val="#ppt_x"/>
                                          </p:val>
                                        </p:tav>
                                        <p:tav tm="100000">
                                          <p:val>
                                            <p:strVal val="#ppt_x"/>
                                          </p:val>
                                        </p:tav>
                                      </p:tavLst>
                                    </p:anim>
                                    <p:anim calcmode="lin" valueType="num">
                                      <p:cBhvr>
                                        <p:cTn id="21" dur="100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1000"/>
                                        <p:tgtEl>
                                          <p:spTgt spid="36"/>
                                        </p:tgtEl>
                                      </p:cBhvr>
                                    </p:animEffect>
                                    <p:anim calcmode="lin" valueType="num">
                                      <p:cBhvr>
                                        <p:cTn id="26" dur="1000" fill="hold"/>
                                        <p:tgtEl>
                                          <p:spTgt spid="36"/>
                                        </p:tgtEl>
                                        <p:attrNameLst>
                                          <p:attrName>ppt_x</p:attrName>
                                        </p:attrNameLst>
                                      </p:cBhvr>
                                      <p:tavLst>
                                        <p:tav tm="0">
                                          <p:val>
                                            <p:strVal val="#ppt_x"/>
                                          </p:val>
                                        </p:tav>
                                        <p:tav tm="100000">
                                          <p:val>
                                            <p:strVal val="#ppt_x"/>
                                          </p:val>
                                        </p:tav>
                                      </p:tavLst>
                                    </p:anim>
                                    <p:anim calcmode="lin" valueType="num">
                                      <p:cBhvr>
                                        <p:cTn id="27" dur="1000" fill="hold"/>
                                        <p:tgtEl>
                                          <p:spTgt spid="36"/>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53" presetClass="entr" presetSubtype="16" fill="hold" nodeType="after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p:cTn id="31" dur="500" fill="hold"/>
                                        <p:tgtEl>
                                          <p:spTgt spid="43"/>
                                        </p:tgtEl>
                                        <p:attrNameLst>
                                          <p:attrName>ppt_w</p:attrName>
                                        </p:attrNameLst>
                                      </p:cBhvr>
                                      <p:tavLst>
                                        <p:tav tm="0">
                                          <p:val>
                                            <p:fltVal val="0"/>
                                          </p:val>
                                        </p:tav>
                                        <p:tav tm="100000">
                                          <p:val>
                                            <p:strVal val="#ppt_w"/>
                                          </p:val>
                                        </p:tav>
                                      </p:tavLst>
                                    </p:anim>
                                    <p:anim calcmode="lin" valueType="num">
                                      <p:cBhvr>
                                        <p:cTn id="32" dur="500" fill="hold"/>
                                        <p:tgtEl>
                                          <p:spTgt spid="43"/>
                                        </p:tgtEl>
                                        <p:attrNameLst>
                                          <p:attrName>ppt_h</p:attrName>
                                        </p:attrNameLst>
                                      </p:cBhvr>
                                      <p:tavLst>
                                        <p:tav tm="0">
                                          <p:val>
                                            <p:fltVal val="0"/>
                                          </p:val>
                                        </p:tav>
                                        <p:tav tm="100000">
                                          <p:val>
                                            <p:strVal val="#ppt_h"/>
                                          </p:val>
                                        </p:tav>
                                      </p:tavLst>
                                    </p:anim>
                                    <p:animEffect transition="in" filter="fade">
                                      <p:cBhvr>
                                        <p:cTn id="33" dur="500"/>
                                        <p:tgtEl>
                                          <p:spTgt spid="43"/>
                                        </p:tgtEl>
                                      </p:cBhvr>
                                    </p:animEffect>
                                  </p:childTnLst>
                                </p:cTn>
                              </p:par>
                            </p:childTnLst>
                          </p:cTn>
                        </p:par>
                        <p:par>
                          <p:cTn id="34" fill="hold">
                            <p:stCondLst>
                              <p:cond delay="4500"/>
                            </p:stCondLst>
                            <p:childTnLst>
                              <p:par>
                                <p:cTn id="35" presetID="53" presetClass="entr" presetSubtype="16" fill="hold" nodeType="after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p:cTn id="37" dur="500" fill="hold"/>
                                        <p:tgtEl>
                                          <p:spTgt spid="42"/>
                                        </p:tgtEl>
                                        <p:attrNameLst>
                                          <p:attrName>ppt_w</p:attrName>
                                        </p:attrNameLst>
                                      </p:cBhvr>
                                      <p:tavLst>
                                        <p:tav tm="0">
                                          <p:val>
                                            <p:fltVal val="0"/>
                                          </p:val>
                                        </p:tav>
                                        <p:tav tm="100000">
                                          <p:val>
                                            <p:strVal val="#ppt_w"/>
                                          </p:val>
                                        </p:tav>
                                      </p:tavLst>
                                    </p:anim>
                                    <p:anim calcmode="lin" valueType="num">
                                      <p:cBhvr>
                                        <p:cTn id="38" dur="500" fill="hold"/>
                                        <p:tgtEl>
                                          <p:spTgt spid="42"/>
                                        </p:tgtEl>
                                        <p:attrNameLst>
                                          <p:attrName>ppt_h</p:attrName>
                                        </p:attrNameLst>
                                      </p:cBhvr>
                                      <p:tavLst>
                                        <p:tav tm="0">
                                          <p:val>
                                            <p:fltVal val="0"/>
                                          </p:val>
                                        </p:tav>
                                        <p:tav tm="100000">
                                          <p:val>
                                            <p:strVal val="#ppt_h"/>
                                          </p:val>
                                        </p:tav>
                                      </p:tavLst>
                                    </p:anim>
                                    <p:animEffect transition="in" filter="fade">
                                      <p:cBhvr>
                                        <p:cTn id="39" dur="500"/>
                                        <p:tgtEl>
                                          <p:spTgt spid="42"/>
                                        </p:tgtEl>
                                      </p:cBhvr>
                                    </p:animEffect>
                                  </p:childTnLst>
                                </p:cTn>
                              </p:par>
                            </p:childTnLst>
                          </p:cTn>
                        </p:par>
                        <p:par>
                          <p:cTn id="40" fill="hold">
                            <p:stCondLst>
                              <p:cond delay="5000"/>
                            </p:stCondLst>
                            <p:childTnLst>
                              <p:par>
                                <p:cTn id="41" presetID="53" presetClass="entr" presetSubtype="16"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anim calcmode="lin" valueType="num">
                                      <p:cBhvr>
                                        <p:cTn id="43" dur="500" fill="hold"/>
                                        <p:tgtEl>
                                          <p:spTgt spid="41"/>
                                        </p:tgtEl>
                                        <p:attrNameLst>
                                          <p:attrName>ppt_w</p:attrName>
                                        </p:attrNameLst>
                                      </p:cBhvr>
                                      <p:tavLst>
                                        <p:tav tm="0">
                                          <p:val>
                                            <p:fltVal val="0"/>
                                          </p:val>
                                        </p:tav>
                                        <p:tav tm="100000">
                                          <p:val>
                                            <p:strVal val="#ppt_w"/>
                                          </p:val>
                                        </p:tav>
                                      </p:tavLst>
                                    </p:anim>
                                    <p:anim calcmode="lin" valueType="num">
                                      <p:cBhvr>
                                        <p:cTn id="44" dur="500" fill="hold"/>
                                        <p:tgtEl>
                                          <p:spTgt spid="41"/>
                                        </p:tgtEl>
                                        <p:attrNameLst>
                                          <p:attrName>ppt_h</p:attrName>
                                        </p:attrNameLst>
                                      </p:cBhvr>
                                      <p:tavLst>
                                        <p:tav tm="0">
                                          <p:val>
                                            <p:fltVal val="0"/>
                                          </p:val>
                                        </p:tav>
                                        <p:tav tm="100000">
                                          <p:val>
                                            <p:strVal val="#ppt_h"/>
                                          </p:val>
                                        </p:tav>
                                      </p:tavLst>
                                    </p:anim>
                                    <p:animEffect transition="in" filter="fade">
                                      <p:cBhvr>
                                        <p:cTn id="45" dur="500"/>
                                        <p:tgtEl>
                                          <p:spTgt spid="41"/>
                                        </p:tgtEl>
                                      </p:cBhvr>
                                    </p:animEffect>
                                  </p:childTnLst>
                                </p:cTn>
                              </p:par>
                            </p:childTnLst>
                          </p:cTn>
                        </p:par>
                        <p:par>
                          <p:cTn id="46" fill="hold">
                            <p:stCondLst>
                              <p:cond delay="5500"/>
                            </p:stCondLst>
                            <p:childTnLst>
                              <p:par>
                                <p:cTn id="47" presetID="53" presetClass="entr" presetSubtype="16" fill="hold" nodeType="afterEffect">
                                  <p:stCondLst>
                                    <p:cond delay="0"/>
                                  </p:stCondLst>
                                  <p:childTnLst>
                                    <p:set>
                                      <p:cBhvr>
                                        <p:cTn id="48" dur="1" fill="hold">
                                          <p:stCondLst>
                                            <p:cond delay="0"/>
                                          </p:stCondLst>
                                        </p:cTn>
                                        <p:tgtEl>
                                          <p:spTgt spid="40"/>
                                        </p:tgtEl>
                                        <p:attrNameLst>
                                          <p:attrName>style.visibility</p:attrName>
                                        </p:attrNameLst>
                                      </p:cBhvr>
                                      <p:to>
                                        <p:strVal val="visible"/>
                                      </p:to>
                                    </p:set>
                                    <p:anim calcmode="lin" valueType="num">
                                      <p:cBhvr>
                                        <p:cTn id="49" dur="500" fill="hold"/>
                                        <p:tgtEl>
                                          <p:spTgt spid="40"/>
                                        </p:tgtEl>
                                        <p:attrNameLst>
                                          <p:attrName>ppt_w</p:attrName>
                                        </p:attrNameLst>
                                      </p:cBhvr>
                                      <p:tavLst>
                                        <p:tav tm="0">
                                          <p:val>
                                            <p:fltVal val="0"/>
                                          </p:val>
                                        </p:tav>
                                        <p:tav tm="100000">
                                          <p:val>
                                            <p:strVal val="#ppt_w"/>
                                          </p:val>
                                        </p:tav>
                                      </p:tavLst>
                                    </p:anim>
                                    <p:anim calcmode="lin" valueType="num">
                                      <p:cBhvr>
                                        <p:cTn id="50" dur="500" fill="hold"/>
                                        <p:tgtEl>
                                          <p:spTgt spid="40"/>
                                        </p:tgtEl>
                                        <p:attrNameLst>
                                          <p:attrName>ppt_h</p:attrName>
                                        </p:attrNameLst>
                                      </p:cBhvr>
                                      <p:tavLst>
                                        <p:tav tm="0">
                                          <p:val>
                                            <p:fltVal val="0"/>
                                          </p:val>
                                        </p:tav>
                                        <p:tav tm="100000">
                                          <p:val>
                                            <p:strVal val="#ppt_h"/>
                                          </p:val>
                                        </p:tav>
                                      </p:tavLst>
                                    </p:anim>
                                    <p:animEffect transition="in" filter="fade">
                                      <p:cBhvr>
                                        <p:cTn id="51" dur="500"/>
                                        <p:tgtEl>
                                          <p:spTgt spid="40"/>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par>
                          <p:cTn id="60" fill="hold">
                            <p:stCondLst>
                              <p:cond delay="700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childTnLst>
                          </p:cTn>
                        </p:par>
                        <p:par>
                          <p:cTn id="68" fill="hold">
                            <p:stCondLst>
                              <p:cond delay="8000"/>
                            </p:stCondLst>
                            <p:childTnLst>
                              <p:par>
                                <p:cTn id="69" presetID="10" presetClass="entr" presetSubtype="0"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0"/>
                                        <p:tgtEl>
                                          <p:spTgt spid="31"/>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31"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p:cNvSpPr/>
          <p:nvPr/>
        </p:nvSpPr>
        <p:spPr>
          <a:xfrm>
            <a:off x="1165328" y="4661041"/>
            <a:ext cx="3750263" cy="1071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Group 137"/>
          <p:cNvGrpSpPr/>
          <p:nvPr/>
        </p:nvGrpSpPr>
        <p:grpSpPr>
          <a:xfrm>
            <a:off x="1502228" y="2303735"/>
            <a:ext cx="301358" cy="2317121"/>
            <a:chOff x="1074408" y="1485901"/>
            <a:chExt cx="214311" cy="1647821"/>
          </a:xfrm>
        </p:grpSpPr>
        <p:cxnSp>
          <p:nvCxnSpPr>
            <p:cNvPr id="91" name="Straight Connector 90"/>
            <p:cNvCxnSpPr/>
            <p:nvPr/>
          </p:nvCxnSpPr>
          <p:spPr>
            <a:xfrm rot="16200000" flipV="1">
              <a:off x="359569" y="2302205"/>
              <a:ext cx="1638299" cy="5691"/>
            </a:xfrm>
            <a:prstGeom prst="line">
              <a:avLst/>
            </a:prstGeom>
            <a:ln w="12700">
              <a:solidFill>
                <a:schemeClr val="bg1">
                  <a:lumMod val="75000"/>
                </a:schemeClr>
              </a:solid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5" name="Rounded Rectangle 94"/>
            <p:cNvSpPr/>
            <p:nvPr/>
          </p:nvSpPr>
          <p:spPr>
            <a:xfrm>
              <a:off x="1074408" y="2190750"/>
              <a:ext cx="214311" cy="94297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138"/>
          <p:cNvGrpSpPr/>
          <p:nvPr/>
        </p:nvGrpSpPr>
        <p:grpSpPr>
          <a:xfrm>
            <a:off x="2035839" y="2303735"/>
            <a:ext cx="301358" cy="2317121"/>
            <a:chOff x="1447800" y="1485901"/>
            <a:chExt cx="214311" cy="1647821"/>
          </a:xfrm>
        </p:grpSpPr>
        <p:cxnSp>
          <p:nvCxnSpPr>
            <p:cNvPr id="98" name="Straight Connector 97"/>
            <p:cNvCxnSpPr/>
            <p:nvPr/>
          </p:nvCxnSpPr>
          <p:spPr>
            <a:xfrm rot="16200000" flipV="1">
              <a:off x="732961" y="2302205"/>
              <a:ext cx="1638299" cy="5691"/>
            </a:xfrm>
            <a:prstGeom prst="line">
              <a:avLst/>
            </a:prstGeom>
            <a:ln w="12700">
              <a:solidFill>
                <a:schemeClr val="bg1">
                  <a:lumMod val="75000"/>
                </a:schemeClr>
              </a:solid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1" name="Rounded Rectangle 100"/>
            <p:cNvSpPr/>
            <p:nvPr/>
          </p:nvSpPr>
          <p:spPr>
            <a:xfrm>
              <a:off x="1447800" y="1962150"/>
              <a:ext cx="214311" cy="117157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139"/>
          <p:cNvGrpSpPr/>
          <p:nvPr/>
        </p:nvGrpSpPr>
        <p:grpSpPr>
          <a:xfrm>
            <a:off x="2569451" y="2303735"/>
            <a:ext cx="301358" cy="2317121"/>
            <a:chOff x="1828800" y="1485901"/>
            <a:chExt cx="214311" cy="1647821"/>
          </a:xfrm>
        </p:grpSpPr>
        <p:cxnSp>
          <p:nvCxnSpPr>
            <p:cNvPr id="104" name="Straight Connector 103"/>
            <p:cNvCxnSpPr/>
            <p:nvPr/>
          </p:nvCxnSpPr>
          <p:spPr>
            <a:xfrm rot="16200000" flipV="1">
              <a:off x="1113961" y="2302205"/>
              <a:ext cx="1638299" cy="5691"/>
            </a:xfrm>
            <a:prstGeom prst="line">
              <a:avLst/>
            </a:prstGeom>
            <a:ln w="12700">
              <a:solidFill>
                <a:schemeClr val="bg1">
                  <a:lumMod val="75000"/>
                </a:schemeClr>
              </a:solid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7" name="Rounded Rectangle 106"/>
            <p:cNvSpPr/>
            <p:nvPr/>
          </p:nvSpPr>
          <p:spPr>
            <a:xfrm>
              <a:off x="1828800" y="1809750"/>
              <a:ext cx="214311" cy="132397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140"/>
          <p:cNvGrpSpPr/>
          <p:nvPr/>
        </p:nvGrpSpPr>
        <p:grpSpPr>
          <a:xfrm>
            <a:off x="3103063" y="2303735"/>
            <a:ext cx="301358" cy="2317121"/>
            <a:chOff x="2209800" y="1485901"/>
            <a:chExt cx="214311" cy="1647821"/>
          </a:xfrm>
        </p:grpSpPr>
        <p:cxnSp>
          <p:nvCxnSpPr>
            <p:cNvPr id="108" name="Straight Connector 107"/>
            <p:cNvCxnSpPr/>
            <p:nvPr/>
          </p:nvCxnSpPr>
          <p:spPr>
            <a:xfrm rot="16200000" flipV="1">
              <a:off x="1494961" y="2302205"/>
              <a:ext cx="1638299" cy="5691"/>
            </a:xfrm>
            <a:prstGeom prst="line">
              <a:avLst/>
            </a:prstGeom>
            <a:ln w="12700">
              <a:solidFill>
                <a:schemeClr val="bg1">
                  <a:lumMod val="75000"/>
                </a:schemeClr>
              </a:solid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1" name="Rounded Rectangle 120"/>
            <p:cNvSpPr/>
            <p:nvPr/>
          </p:nvSpPr>
          <p:spPr>
            <a:xfrm>
              <a:off x="2209800" y="2419350"/>
              <a:ext cx="214311" cy="714372"/>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 name="Group 141"/>
          <p:cNvGrpSpPr/>
          <p:nvPr/>
        </p:nvGrpSpPr>
        <p:grpSpPr>
          <a:xfrm>
            <a:off x="3636674" y="2303735"/>
            <a:ext cx="301358" cy="2317121"/>
            <a:chOff x="2667000" y="1485901"/>
            <a:chExt cx="214311" cy="1647821"/>
          </a:xfrm>
        </p:grpSpPr>
        <p:cxnSp>
          <p:nvCxnSpPr>
            <p:cNvPr id="128" name="Straight Connector 127"/>
            <p:cNvCxnSpPr/>
            <p:nvPr/>
          </p:nvCxnSpPr>
          <p:spPr>
            <a:xfrm rot="16200000" flipV="1">
              <a:off x="1952161" y="2302205"/>
              <a:ext cx="1638299" cy="5691"/>
            </a:xfrm>
            <a:prstGeom prst="line">
              <a:avLst/>
            </a:prstGeom>
            <a:ln w="12700">
              <a:solidFill>
                <a:schemeClr val="bg1">
                  <a:lumMod val="75000"/>
                </a:schemeClr>
              </a:solid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9" name="Rounded Rectangle 128"/>
            <p:cNvSpPr/>
            <p:nvPr/>
          </p:nvSpPr>
          <p:spPr>
            <a:xfrm>
              <a:off x="2667000" y="1962150"/>
              <a:ext cx="214311" cy="117157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142"/>
          <p:cNvGrpSpPr/>
          <p:nvPr/>
        </p:nvGrpSpPr>
        <p:grpSpPr>
          <a:xfrm>
            <a:off x="4170289" y="2303735"/>
            <a:ext cx="301358" cy="2317121"/>
            <a:chOff x="2971800" y="1485901"/>
            <a:chExt cx="214311" cy="1647821"/>
          </a:xfrm>
        </p:grpSpPr>
        <p:cxnSp>
          <p:nvCxnSpPr>
            <p:cNvPr id="136" name="Straight Connector 135"/>
            <p:cNvCxnSpPr/>
            <p:nvPr/>
          </p:nvCxnSpPr>
          <p:spPr>
            <a:xfrm rot="16200000" flipV="1">
              <a:off x="2256961" y="2302205"/>
              <a:ext cx="1638299" cy="5691"/>
            </a:xfrm>
            <a:prstGeom prst="line">
              <a:avLst/>
            </a:prstGeom>
            <a:ln w="12700">
              <a:solidFill>
                <a:schemeClr val="bg1">
                  <a:lumMod val="75000"/>
                </a:schemeClr>
              </a:solid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7" name="Rounded Rectangle 136"/>
            <p:cNvSpPr/>
            <p:nvPr/>
          </p:nvSpPr>
          <p:spPr>
            <a:xfrm>
              <a:off x="2971800" y="1809750"/>
              <a:ext cx="214311" cy="1323972"/>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44" name="Rectangle 143"/>
          <p:cNvSpPr/>
          <p:nvPr/>
        </p:nvSpPr>
        <p:spPr>
          <a:xfrm>
            <a:off x="1532831" y="4810264"/>
            <a:ext cx="227626" cy="268279"/>
          </a:xfrm>
          <a:prstGeom prst="rect">
            <a:avLst/>
          </a:prstGeom>
        </p:spPr>
        <p:txBody>
          <a:bodyPr wrap="none" lIns="0" tIns="0" rIns="0" bIns="0">
            <a:spAutoFit/>
          </a:bodyPr>
          <a:lstStyle/>
          <a:p>
            <a:pPr algn="ctr">
              <a:lnSpc>
                <a:spcPct val="120000"/>
              </a:lnSpc>
            </a:pPr>
            <a:r>
              <a:rPr lang="en-US" sz="160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55</a:t>
            </a:r>
            <a:endParaRPr lang="en-US" sz="1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5" name="Rectangle 144"/>
          <p:cNvSpPr/>
          <p:nvPr/>
        </p:nvSpPr>
        <p:spPr>
          <a:xfrm>
            <a:off x="2071102" y="4810264"/>
            <a:ext cx="227626" cy="268279"/>
          </a:xfrm>
          <a:prstGeom prst="rect">
            <a:avLst/>
          </a:prstGeom>
        </p:spPr>
        <p:txBody>
          <a:bodyPr wrap="none" lIns="0" tIns="0" rIns="0" bIns="0">
            <a:spAutoFit/>
          </a:bodyPr>
          <a:lstStyle/>
          <a:p>
            <a:pPr algn="ctr">
              <a:lnSpc>
                <a:spcPct val="120000"/>
              </a:lnSpc>
            </a:pPr>
            <a:r>
              <a:rPr lang="en-US" sz="160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70</a:t>
            </a:r>
            <a:endParaRPr lang="en-US" sz="1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6" name="Rectangle 145"/>
          <p:cNvSpPr/>
          <p:nvPr/>
        </p:nvSpPr>
        <p:spPr>
          <a:xfrm>
            <a:off x="2609373" y="4810264"/>
            <a:ext cx="227626" cy="268279"/>
          </a:xfrm>
          <a:prstGeom prst="rect">
            <a:avLst/>
          </a:prstGeom>
        </p:spPr>
        <p:txBody>
          <a:bodyPr wrap="none" lIns="0" tIns="0" rIns="0" bIns="0">
            <a:spAutoFit/>
          </a:bodyPr>
          <a:lstStyle/>
          <a:p>
            <a:pPr algn="ctr">
              <a:lnSpc>
                <a:spcPct val="120000"/>
              </a:lnSpc>
            </a:pPr>
            <a:r>
              <a:rPr lang="en-US" sz="160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85</a:t>
            </a:r>
            <a:endParaRPr lang="en-US" sz="1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7" name="Rectangle 146"/>
          <p:cNvSpPr/>
          <p:nvPr/>
        </p:nvSpPr>
        <p:spPr>
          <a:xfrm>
            <a:off x="3147644" y="4810264"/>
            <a:ext cx="227626" cy="268279"/>
          </a:xfrm>
          <a:prstGeom prst="rect">
            <a:avLst/>
          </a:prstGeom>
        </p:spPr>
        <p:txBody>
          <a:bodyPr wrap="none" lIns="0" tIns="0" rIns="0" bIns="0">
            <a:spAutoFit/>
          </a:bodyPr>
          <a:lstStyle/>
          <a:p>
            <a:pPr algn="ctr">
              <a:lnSpc>
                <a:spcPct val="120000"/>
              </a:lnSpc>
            </a:pPr>
            <a:r>
              <a:rPr lang="en-US" sz="160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40</a:t>
            </a:r>
            <a:endParaRPr lang="en-US" sz="1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8" name="Rectangle 147"/>
          <p:cNvSpPr/>
          <p:nvPr/>
        </p:nvSpPr>
        <p:spPr>
          <a:xfrm>
            <a:off x="3685915" y="4810264"/>
            <a:ext cx="227626" cy="268279"/>
          </a:xfrm>
          <a:prstGeom prst="rect">
            <a:avLst/>
          </a:prstGeom>
        </p:spPr>
        <p:txBody>
          <a:bodyPr wrap="none" lIns="0" tIns="0" rIns="0" bIns="0">
            <a:spAutoFit/>
          </a:bodyPr>
          <a:lstStyle/>
          <a:p>
            <a:pPr algn="ctr">
              <a:lnSpc>
                <a:spcPct val="120000"/>
              </a:lnSpc>
            </a:pPr>
            <a:r>
              <a:rPr lang="en-US" sz="160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60</a:t>
            </a:r>
            <a:endParaRPr lang="en-US" sz="1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9" name="Rectangle 148"/>
          <p:cNvSpPr/>
          <p:nvPr/>
        </p:nvSpPr>
        <p:spPr>
          <a:xfrm>
            <a:off x="4224186" y="4810264"/>
            <a:ext cx="227626" cy="268279"/>
          </a:xfrm>
          <a:prstGeom prst="rect">
            <a:avLst/>
          </a:prstGeom>
        </p:spPr>
        <p:txBody>
          <a:bodyPr wrap="none" lIns="0" tIns="0" rIns="0" bIns="0">
            <a:spAutoFit/>
          </a:bodyPr>
          <a:lstStyle/>
          <a:p>
            <a:pPr algn="ctr">
              <a:lnSpc>
                <a:spcPct val="120000"/>
              </a:lnSpc>
            </a:pPr>
            <a:r>
              <a:rPr lang="en-US" sz="160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80</a:t>
            </a:r>
            <a:endParaRPr lang="en-US" sz="1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0" name="Group 149"/>
          <p:cNvGrpSpPr/>
          <p:nvPr/>
        </p:nvGrpSpPr>
        <p:grpSpPr>
          <a:xfrm>
            <a:off x="6389434" y="2305418"/>
            <a:ext cx="2090836" cy="701095"/>
            <a:chOff x="4597686" y="3155872"/>
            <a:chExt cx="1583966" cy="498584"/>
          </a:xfrm>
        </p:grpSpPr>
        <p:sp>
          <p:nvSpPr>
            <p:cNvPr id="151" name="TextBox 150"/>
            <p:cNvSpPr txBox="1"/>
            <p:nvPr/>
          </p:nvSpPr>
          <p:spPr>
            <a:xfrm>
              <a:off x="4597686" y="3155872"/>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2" name="TextBox 151"/>
            <p:cNvSpPr txBox="1"/>
            <p:nvPr/>
          </p:nvSpPr>
          <p:spPr>
            <a:xfrm>
              <a:off x="4597686" y="3348942"/>
              <a:ext cx="1583966" cy="305514"/>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Group 152"/>
          <p:cNvGrpSpPr/>
          <p:nvPr/>
        </p:nvGrpSpPr>
        <p:grpSpPr>
          <a:xfrm>
            <a:off x="9386634" y="2305418"/>
            <a:ext cx="2036110" cy="701095"/>
            <a:chOff x="6978976" y="3155872"/>
            <a:chExt cx="1542507" cy="498584"/>
          </a:xfrm>
        </p:grpSpPr>
        <p:sp>
          <p:nvSpPr>
            <p:cNvPr id="154" name="TextBox 153"/>
            <p:cNvSpPr txBox="1"/>
            <p:nvPr/>
          </p:nvSpPr>
          <p:spPr>
            <a:xfrm>
              <a:off x="6978977" y="3155872"/>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5" name="TextBox 154"/>
            <p:cNvSpPr txBox="1"/>
            <p:nvPr/>
          </p:nvSpPr>
          <p:spPr>
            <a:xfrm>
              <a:off x="6978976" y="3348942"/>
              <a:ext cx="1542507" cy="305514"/>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2" name="Group 155"/>
          <p:cNvGrpSpPr/>
          <p:nvPr/>
        </p:nvGrpSpPr>
        <p:grpSpPr>
          <a:xfrm>
            <a:off x="6389434" y="3213449"/>
            <a:ext cx="2036110" cy="701095"/>
            <a:chOff x="4597685" y="3914331"/>
            <a:chExt cx="1542507" cy="498583"/>
          </a:xfrm>
        </p:grpSpPr>
        <p:sp>
          <p:nvSpPr>
            <p:cNvPr id="157" name="TextBox 156"/>
            <p:cNvSpPr txBox="1"/>
            <p:nvPr/>
          </p:nvSpPr>
          <p:spPr>
            <a:xfrm>
              <a:off x="4597686" y="3914331"/>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8" name="TextBox 157"/>
            <p:cNvSpPr txBox="1"/>
            <p:nvPr/>
          </p:nvSpPr>
          <p:spPr>
            <a:xfrm>
              <a:off x="4597685" y="4107401"/>
              <a:ext cx="1542507" cy="305513"/>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 name="Group 158"/>
          <p:cNvGrpSpPr/>
          <p:nvPr/>
        </p:nvGrpSpPr>
        <p:grpSpPr>
          <a:xfrm>
            <a:off x="9386634" y="3213449"/>
            <a:ext cx="2036110" cy="701095"/>
            <a:chOff x="6978976" y="3914331"/>
            <a:chExt cx="1542507" cy="498583"/>
          </a:xfrm>
        </p:grpSpPr>
        <p:sp>
          <p:nvSpPr>
            <p:cNvPr id="160" name="TextBox 159"/>
            <p:cNvSpPr txBox="1"/>
            <p:nvPr/>
          </p:nvSpPr>
          <p:spPr>
            <a:xfrm>
              <a:off x="6978977" y="3914331"/>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1" name="TextBox 160"/>
            <p:cNvSpPr txBox="1"/>
            <p:nvPr/>
          </p:nvSpPr>
          <p:spPr>
            <a:xfrm>
              <a:off x="6978976" y="4107401"/>
              <a:ext cx="1542507" cy="305513"/>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 </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 name="Group 161"/>
          <p:cNvGrpSpPr/>
          <p:nvPr/>
        </p:nvGrpSpPr>
        <p:grpSpPr>
          <a:xfrm>
            <a:off x="6389434" y="4239172"/>
            <a:ext cx="2036110" cy="701095"/>
            <a:chOff x="4597685" y="3914331"/>
            <a:chExt cx="1542507" cy="498583"/>
          </a:xfrm>
        </p:grpSpPr>
        <p:sp>
          <p:nvSpPr>
            <p:cNvPr id="163" name="TextBox 162"/>
            <p:cNvSpPr txBox="1"/>
            <p:nvPr/>
          </p:nvSpPr>
          <p:spPr>
            <a:xfrm>
              <a:off x="4597686" y="3914331"/>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4" name="TextBox 163"/>
            <p:cNvSpPr txBox="1"/>
            <p:nvPr/>
          </p:nvSpPr>
          <p:spPr>
            <a:xfrm>
              <a:off x="4597685" y="4107401"/>
              <a:ext cx="1542507" cy="305513"/>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5" name="Group 164"/>
          <p:cNvGrpSpPr/>
          <p:nvPr/>
        </p:nvGrpSpPr>
        <p:grpSpPr>
          <a:xfrm>
            <a:off x="9386634" y="4239172"/>
            <a:ext cx="2036110" cy="701095"/>
            <a:chOff x="6978976" y="3914331"/>
            <a:chExt cx="1542507" cy="498583"/>
          </a:xfrm>
        </p:grpSpPr>
        <p:sp>
          <p:nvSpPr>
            <p:cNvPr id="166" name="TextBox 165"/>
            <p:cNvSpPr txBox="1"/>
            <p:nvPr/>
          </p:nvSpPr>
          <p:spPr>
            <a:xfrm>
              <a:off x="6978977" y="3914331"/>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7" name="TextBox 166"/>
            <p:cNvSpPr txBox="1"/>
            <p:nvPr/>
          </p:nvSpPr>
          <p:spPr>
            <a:xfrm>
              <a:off x="6978976" y="4107401"/>
              <a:ext cx="1542507" cy="305513"/>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 </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Group 167"/>
          <p:cNvGrpSpPr/>
          <p:nvPr/>
        </p:nvGrpSpPr>
        <p:grpSpPr>
          <a:xfrm>
            <a:off x="8674821" y="4215707"/>
            <a:ext cx="659525" cy="640643"/>
            <a:chOff x="6299532" y="4190009"/>
            <a:chExt cx="469021" cy="455593"/>
          </a:xfrm>
        </p:grpSpPr>
        <p:sp>
          <p:nvSpPr>
            <p:cNvPr id="169" name="Oval 168"/>
            <p:cNvSpPr>
              <a:spLocks noChangeAspect="1"/>
            </p:cNvSpPr>
            <p:nvPr/>
          </p:nvSpPr>
          <p:spPr>
            <a:xfrm>
              <a:off x="6299532" y="4190009"/>
              <a:ext cx="469021" cy="45559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0" name="Freeform 63"/>
            <p:cNvSpPr>
              <a:spLocks noEditPoints="1"/>
            </p:cNvSpPr>
            <p:nvPr/>
          </p:nvSpPr>
          <p:spPr bwMode="auto">
            <a:xfrm>
              <a:off x="6386874" y="4310694"/>
              <a:ext cx="294337" cy="214222"/>
            </a:xfrm>
            <a:custGeom>
              <a:avLst/>
              <a:gdLst/>
              <a:ahLst/>
              <a:cxnLst>
                <a:cxn ang="0">
                  <a:pos x="62" y="57"/>
                </a:cxn>
                <a:cxn ang="0">
                  <a:pos x="18" y="57"/>
                </a:cxn>
                <a:cxn ang="0">
                  <a:pos x="0" y="39"/>
                </a:cxn>
                <a:cxn ang="0">
                  <a:pos x="11" y="23"/>
                </a:cxn>
                <a:cxn ang="0">
                  <a:pos x="11" y="21"/>
                </a:cxn>
                <a:cxn ang="0">
                  <a:pos x="31" y="0"/>
                </a:cxn>
                <a:cxn ang="0">
                  <a:pos x="50" y="13"/>
                </a:cxn>
                <a:cxn ang="0">
                  <a:pos x="57" y="11"/>
                </a:cxn>
                <a:cxn ang="0">
                  <a:pos x="67" y="21"/>
                </a:cxn>
                <a:cxn ang="0">
                  <a:pos x="66" y="27"/>
                </a:cxn>
                <a:cxn ang="0">
                  <a:pos x="78" y="42"/>
                </a:cxn>
                <a:cxn ang="0">
                  <a:pos x="62" y="57"/>
                </a:cxn>
                <a:cxn ang="0">
                  <a:pos x="51" y="31"/>
                </a:cxn>
                <a:cxn ang="0">
                  <a:pos x="42" y="31"/>
                </a:cxn>
                <a:cxn ang="0">
                  <a:pos x="42" y="17"/>
                </a:cxn>
                <a:cxn ang="0">
                  <a:pos x="40" y="16"/>
                </a:cxn>
                <a:cxn ang="0">
                  <a:pos x="33" y="16"/>
                </a:cxn>
                <a:cxn ang="0">
                  <a:pos x="31" y="17"/>
                </a:cxn>
                <a:cxn ang="0">
                  <a:pos x="31" y="31"/>
                </a:cxn>
                <a:cxn ang="0">
                  <a:pos x="22" y="31"/>
                </a:cxn>
                <a:cxn ang="0">
                  <a:pos x="21" y="33"/>
                </a:cxn>
                <a:cxn ang="0">
                  <a:pos x="21" y="34"/>
                </a:cxn>
                <a:cxn ang="0">
                  <a:pos x="36" y="48"/>
                </a:cxn>
                <a:cxn ang="0">
                  <a:pos x="36" y="48"/>
                </a:cxn>
                <a:cxn ang="0">
                  <a:pos x="37" y="48"/>
                </a:cxn>
                <a:cxn ang="0">
                  <a:pos x="51" y="34"/>
                </a:cxn>
                <a:cxn ang="0">
                  <a:pos x="52" y="33"/>
                </a:cxn>
                <a:cxn ang="0">
                  <a:pos x="51" y="31"/>
                </a:cxn>
              </a:cxnLst>
              <a:rect l="0" t="0" r="r" b="b"/>
              <a:pathLst>
                <a:path w="78" h="57">
                  <a:moveTo>
                    <a:pt x="62" y="57"/>
                  </a:moveTo>
                  <a:cubicBezTo>
                    <a:pt x="18" y="57"/>
                    <a:pt x="18" y="57"/>
                    <a:pt x="18" y="57"/>
                  </a:cubicBezTo>
                  <a:cubicBezTo>
                    <a:pt x="9" y="57"/>
                    <a:pt x="0" y="49"/>
                    <a:pt x="0" y="39"/>
                  </a:cubicBezTo>
                  <a:cubicBezTo>
                    <a:pt x="0" y="32"/>
                    <a:pt x="5" y="26"/>
                    <a:pt x="11" y="23"/>
                  </a:cubicBezTo>
                  <a:cubicBezTo>
                    <a:pt x="11" y="22"/>
                    <a:pt x="11" y="22"/>
                    <a:pt x="11" y="21"/>
                  </a:cubicBezTo>
                  <a:cubicBezTo>
                    <a:pt x="11" y="10"/>
                    <a:pt x="20" y="0"/>
                    <a:pt x="31" y="0"/>
                  </a:cubicBezTo>
                  <a:cubicBezTo>
                    <a:pt x="40" y="0"/>
                    <a:pt x="47" y="6"/>
                    <a:pt x="50" y="13"/>
                  </a:cubicBezTo>
                  <a:cubicBezTo>
                    <a:pt x="52" y="12"/>
                    <a:pt x="55" y="11"/>
                    <a:pt x="57" y="11"/>
                  </a:cubicBezTo>
                  <a:cubicBezTo>
                    <a:pt x="63" y="11"/>
                    <a:pt x="67" y="15"/>
                    <a:pt x="67" y="21"/>
                  </a:cubicBezTo>
                  <a:cubicBezTo>
                    <a:pt x="67" y="23"/>
                    <a:pt x="67" y="25"/>
                    <a:pt x="66" y="27"/>
                  </a:cubicBezTo>
                  <a:cubicBezTo>
                    <a:pt x="73" y="28"/>
                    <a:pt x="78" y="34"/>
                    <a:pt x="78" y="42"/>
                  </a:cubicBezTo>
                  <a:cubicBezTo>
                    <a:pt x="78" y="50"/>
                    <a:pt x="71" y="57"/>
                    <a:pt x="62" y="57"/>
                  </a:cubicBezTo>
                  <a:close/>
                  <a:moveTo>
                    <a:pt x="51" y="31"/>
                  </a:moveTo>
                  <a:cubicBezTo>
                    <a:pt x="42" y="31"/>
                    <a:pt x="42" y="31"/>
                    <a:pt x="42" y="31"/>
                  </a:cubicBezTo>
                  <a:cubicBezTo>
                    <a:pt x="42" y="17"/>
                    <a:pt x="42" y="17"/>
                    <a:pt x="42" y="17"/>
                  </a:cubicBezTo>
                  <a:cubicBezTo>
                    <a:pt x="42" y="16"/>
                    <a:pt x="41" y="16"/>
                    <a:pt x="40" y="16"/>
                  </a:cubicBezTo>
                  <a:cubicBezTo>
                    <a:pt x="33" y="16"/>
                    <a:pt x="33" y="16"/>
                    <a:pt x="33" y="16"/>
                  </a:cubicBezTo>
                  <a:cubicBezTo>
                    <a:pt x="32" y="16"/>
                    <a:pt x="31" y="16"/>
                    <a:pt x="31" y="17"/>
                  </a:cubicBezTo>
                  <a:cubicBezTo>
                    <a:pt x="31" y="31"/>
                    <a:pt x="31" y="31"/>
                    <a:pt x="31" y="31"/>
                  </a:cubicBezTo>
                  <a:cubicBezTo>
                    <a:pt x="22" y="31"/>
                    <a:pt x="22" y="31"/>
                    <a:pt x="22" y="31"/>
                  </a:cubicBezTo>
                  <a:cubicBezTo>
                    <a:pt x="22" y="31"/>
                    <a:pt x="21" y="32"/>
                    <a:pt x="21" y="33"/>
                  </a:cubicBezTo>
                  <a:cubicBezTo>
                    <a:pt x="21" y="33"/>
                    <a:pt x="21" y="33"/>
                    <a:pt x="21" y="34"/>
                  </a:cubicBezTo>
                  <a:cubicBezTo>
                    <a:pt x="36" y="48"/>
                    <a:pt x="36" y="48"/>
                    <a:pt x="36" y="48"/>
                  </a:cubicBezTo>
                  <a:cubicBezTo>
                    <a:pt x="36" y="48"/>
                    <a:pt x="36" y="48"/>
                    <a:pt x="36" y="48"/>
                  </a:cubicBezTo>
                  <a:cubicBezTo>
                    <a:pt x="37" y="48"/>
                    <a:pt x="37" y="48"/>
                    <a:pt x="37" y="48"/>
                  </a:cubicBezTo>
                  <a:cubicBezTo>
                    <a:pt x="51" y="34"/>
                    <a:pt x="51" y="34"/>
                    <a:pt x="51" y="34"/>
                  </a:cubicBezTo>
                  <a:cubicBezTo>
                    <a:pt x="52" y="33"/>
                    <a:pt x="52" y="33"/>
                    <a:pt x="52" y="33"/>
                  </a:cubicBezTo>
                  <a:cubicBezTo>
                    <a:pt x="52" y="32"/>
                    <a:pt x="51" y="31"/>
                    <a:pt x="51" y="31"/>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7" name="Group 170"/>
          <p:cNvGrpSpPr/>
          <p:nvPr/>
        </p:nvGrpSpPr>
        <p:grpSpPr>
          <a:xfrm>
            <a:off x="5648471" y="2277304"/>
            <a:ext cx="659525" cy="640643"/>
            <a:chOff x="630683" y="3383511"/>
            <a:chExt cx="469021" cy="455593"/>
          </a:xfrm>
        </p:grpSpPr>
        <p:sp>
          <p:nvSpPr>
            <p:cNvPr id="172" name="Oval 171"/>
            <p:cNvSpPr>
              <a:spLocks noChangeAspect="1"/>
            </p:cNvSpPr>
            <p:nvPr/>
          </p:nvSpPr>
          <p:spPr>
            <a:xfrm>
              <a:off x="630683" y="3383511"/>
              <a:ext cx="469021" cy="45559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3" name="Freeform 117"/>
            <p:cNvSpPr>
              <a:spLocks/>
            </p:cNvSpPr>
            <p:nvPr/>
          </p:nvSpPr>
          <p:spPr bwMode="auto">
            <a:xfrm>
              <a:off x="730012" y="3476126"/>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8" name="Group 173"/>
          <p:cNvGrpSpPr/>
          <p:nvPr/>
        </p:nvGrpSpPr>
        <p:grpSpPr>
          <a:xfrm>
            <a:off x="5648471" y="4215707"/>
            <a:ext cx="659525" cy="640643"/>
            <a:chOff x="3428938" y="4190009"/>
            <a:chExt cx="469021" cy="455593"/>
          </a:xfrm>
        </p:grpSpPr>
        <p:sp>
          <p:nvSpPr>
            <p:cNvPr id="175" name="Oval 174"/>
            <p:cNvSpPr>
              <a:spLocks noChangeAspect="1"/>
            </p:cNvSpPr>
            <p:nvPr/>
          </p:nvSpPr>
          <p:spPr>
            <a:xfrm>
              <a:off x="3428938" y="4190009"/>
              <a:ext cx="469021" cy="45559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6" name="Freeform 83"/>
            <p:cNvSpPr>
              <a:spLocks noEditPoints="1"/>
            </p:cNvSpPr>
            <p:nvPr/>
          </p:nvSpPr>
          <p:spPr bwMode="auto">
            <a:xfrm>
              <a:off x="3571129" y="4279327"/>
              <a:ext cx="184638" cy="276957"/>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9" name="Group 176"/>
          <p:cNvGrpSpPr/>
          <p:nvPr/>
        </p:nvGrpSpPr>
        <p:grpSpPr>
          <a:xfrm>
            <a:off x="5648471" y="3229350"/>
            <a:ext cx="659525" cy="640643"/>
            <a:chOff x="6299532" y="3384456"/>
            <a:chExt cx="469021" cy="455593"/>
          </a:xfrm>
        </p:grpSpPr>
        <p:sp>
          <p:nvSpPr>
            <p:cNvPr id="178" name="Oval 177"/>
            <p:cNvSpPr>
              <a:spLocks noChangeAspect="1"/>
            </p:cNvSpPr>
            <p:nvPr/>
          </p:nvSpPr>
          <p:spPr>
            <a:xfrm>
              <a:off x="6299532" y="3384456"/>
              <a:ext cx="469021" cy="45559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9" name="Freeform 36"/>
            <p:cNvSpPr>
              <a:spLocks noEditPoints="1"/>
            </p:cNvSpPr>
            <p:nvPr/>
          </p:nvSpPr>
          <p:spPr bwMode="auto">
            <a:xfrm>
              <a:off x="6435895" y="3505670"/>
              <a:ext cx="196295" cy="213164"/>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 name="Group 179"/>
          <p:cNvGrpSpPr/>
          <p:nvPr/>
        </p:nvGrpSpPr>
        <p:grpSpPr>
          <a:xfrm>
            <a:off x="8674821" y="3229350"/>
            <a:ext cx="659525" cy="640643"/>
            <a:chOff x="630683" y="4190009"/>
            <a:chExt cx="469021" cy="455593"/>
          </a:xfrm>
        </p:grpSpPr>
        <p:sp>
          <p:nvSpPr>
            <p:cNvPr id="181" name="Oval 180"/>
            <p:cNvSpPr>
              <a:spLocks noChangeAspect="1"/>
            </p:cNvSpPr>
            <p:nvPr/>
          </p:nvSpPr>
          <p:spPr>
            <a:xfrm>
              <a:off x="630683" y="4190009"/>
              <a:ext cx="469021" cy="4555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2" name="Freeform 103"/>
            <p:cNvSpPr>
              <a:spLocks noEditPoints="1"/>
            </p:cNvSpPr>
            <p:nvPr/>
          </p:nvSpPr>
          <p:spPr bwMode="auto">
            <a:xfrm>
              <a:off x="765181" y="4270535"/>
              <a:ext cx="200025" cy="294541"/>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Group 182"/>
          <p:cNvGrpSpPr/>
          <p:nvPr/>
        </p:nvGrpSpPr>
        <p:grpSpPr>
          <a:xfrm>
            <a:off x="8674821" y="2277304"/>
            <a:ext cx="659525" cy="640643"/>
            <a:chOff x="3425803" y="3384456"/>
            <a:chExt cx="469021" cy="455593"/>
          </a:xfrm>
        </p:grpSpPr>
        <p:sp>
          <p:nvSpPr>
            <p:cNvPr id="184" name="Oval 183"/>
            <p:cNvSpPr>
              <a:spLocks noChangeAspect="1"/>
            </p:cNvSpPr>
            <p:nvPr/>
          </p:nvSpPr>
          <p:spPr>
            <a:xfrm>
              <a:off x="3425803" y="3384456"/>
              <a:ext cx="469021" cy="4555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5" name="Freeform 5"/>
            <p:cNvSpPr>
              <a:spLocks noEditPoints="1"/>
            </p:cNvSpPr>
            <p:nvPr/>
          </p:nvSpPr>
          <p:spPr bwMode="auto">
            <a:xfrm>
              <a:off x="3520613" y="3471340"/>
              <a:ext cx="279400" cy="27940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68" name="Footer Text"/>
          <p:cNvSpPr txBox="1"/>
          <p:nvPr/>
        </p:nvSpPr>
        <p:spPr>
          <a:xfrm>
            <a:off x="973504" y="5643811"/>
            <a:ext cx="10911745" cy="135037"/>
          </a:xfrm>
          <a:prstGeom prst="rect">
            <a:avLst/>
          </a:prstGeom>
          <a:noFill/>
        </p:spPr>
        <p:txBody>
          <a:bodyPr wrap="square" lIns="0" tIns="0" rIns="0" bIns="0" rtlCol="0">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directly.Please replace text, click add relevant headline, modify the text content, also can copy your content to this directly.</a:t>
            </a:r>
            <a:r>
              <a:rPr lang="zh-CN" altLang="en-US"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69" name="Straight Line buttom"/>
          <p:cNvCxnSpPr/>
          <p:nvPr/>
        </p:nvCxnSpPr>
        <p:spPr>
          <a:xfrm>
            <a:off x="964706" y="5456156"/>
            <a:ext cx="10929338" cy="0"/>
          </a:xfrm>
          <a:prstGeom prst="line">
            <a:avLst/>
          </a:prstGeom>
          <a:ln w="19050">
            <a:solidFill>
              <a:schemeClr val="tx1">
                <a:lumMod val="50000"/>
                <a:lumOff val="50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sp>
        <p:nvSpPr>
          <p:cNvPr id="67"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0"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4073139658"/>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strips(downRight)">
                                      <p:cBhvr>
                                        <p:cTn id="7" dur="500"/>
                                        <p:tgtEl>
                                          <p:spTgt spid="90"/>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4"/>
                                        </p:tgtEl>
                                        <p:attrNameLst>
                                          <p:attrName>style.visibility</p:attrName>
                                        </p:attrNameLst>
                                      </p:cBhvr>
                                      <p:to>
                                        <p:strVal val="visible"/>
                                      </p:to>
                                    </p:set>
                                    <p:animEffect transition="in" filter="fade">
                                      <p:cBhvr>
                                        <p:cTn id="14" dur="1000"/>
                                        <p:tgtEl>
                                          <p:spTgt spid="144"/>
                                        </p:tgtEl>
                                      </p:cBhvr>
                                    </p:animEffect>
                                  </p:childTnLst>
                                </p:cTn>
                              </p:par>
                            </p:childTnLst>
                          </p:cTn>
                        </p:par>
                        <p:par>
                          <p:cTn id="15" fill="hold">
                            <p:stCondLst>
                              <p:cond delay="1500"/>
                            </p:stCondLst>
                            <p:childTnLst>
                              <p:par>
                                <p:cTn id="16" presetID="12" presetClass="entr" presetSubtype="4"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slide(fromBottom)">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5"/>
                                        </p:tgtEl>
                                        <p:attrNameLst>
                                          <p:attrName>style.visibility</p:attrName>
                                        </p:attrNameLst>
                                      </p:cBhvr>
                                      <p:to>
                                        <p:strVal val="visible"/>
                                      </p:to>
                                    </p:set>
                                    <p:animEffect transition="in" filter="fade">
                                      <p:cBhvr>
                                        <p:cTn id="21" dur="1000"/>
                                        <p:tgtEl>
                                          <p:spTgt spid="145"/>
                                        </p:tgtEl>
                                      </p:cBhvr>
                                    </p:animEffect>
                                  </p:childTnLst>
                                </p:cTn>
                              </p:par>
                            </p:childTnLst>
                          </p:cTn>
                        </p:par>
                        <p:par>
                          <p:cTn id="22" fill="hold">
                            <p:stCondLst>
                              <p:cond delay="2500"/>
                            </p:stCondLst>
                            <p:childTnLst>
                              <p:par>
                                <p:cTn id="23" presetID="12" presetClass="entr" presetSubtype="4"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slide(fromBottom)">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6"/>
                                        </p:tgtEl>
                                        <p:attrNameLst>
                                          <p:attrName>style.visibility</p:attrName>
                                        </p:attrNameLst>
                                      </p:cBhvr>
                                      <p:to>
                                        <p:strVal val="visible"/>
                                      </p:to>
                                    </p:set>
                                    <p:animEffect transition="in" filter="fade">
                                      <p:cBhvr>
                                        <p:cTn id="28" dur="1000"/>
                                        <p:tgtEl>
                                          <p:spTgt spid="146"/>
                                        </p:tgtEl>
                                      </p:cBhvr>
                                    </p:animEffect>
                                  </p:childTnLst>
                                </p:cTn>
                              </p:par>
                            </p:childTnLst>
                          </p:cTn>
                        </p:par>
                        <p:par>
                          <p:cTn id="29" fill="hold">
                            <p:stCondLst>
                              <p:cond delay="3500"/>
                            </p:stCondLst>
                            <p:childTnLst>
                              <p:par>
                                <p:cTn id="30" presetID="12" presetClass="entr" presetSubtype="4"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lide(fromBottom)">
                                      <p:cBhvr>
                                        <p:cTn id="32" dur="5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7"/>
                                        </p:tgtEl>
                                        <p:attrNameLst>
                                          <p:attrName>style.visibility</p:attrName>
                                        </p:attrNameLst>
                                      </p:cBhvr>
                                      <p:to>
                                        <p:strVal val="visible"/>
                                      </p:to>
                                    </p:set>
                                    <p:animEffect transition="in" filter="fade">
                                      <p:cBhvr>
                                        <p:cTn id="35" dur="1000"/>
                                        <p:tgtEl>
                                          <p:spTgt spid="147"/>
                                        </p:tgtEl>
                                      </p:cBhvr>
                                    </p:animEffect>
                                  </p:childTnLst>
                                </p:cTn>
                              </p:par>
                            </p:childTnLst>
                          </p:cTn>
                        </p:par>
                        <p:par>
                          <p:cTn id="36" fill="hold">
                            <p:stCondLst>
                              <p:cond delay="4500"/>
                            </p:stCondLst>
                            <p:childTnLst>
                              <p:par>
                                <p:cTn id="37" presetID="12" presetClass="entr" presetSubtype="4"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slide(fromBottom)">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8"/>
                                        </p:tgtEl>
                                        <p:attrNameLst>
                                          <p:attrName>style.visibility</p:attrName>
                                        </p:attrNameLst>
                                      </p:cBhvr>
                                      <p:to>
                                        <p:strVal val="visible"/>
                                      </p:to>
                                    </p:set>
                                    <p:animEffect transition="in" filter="fade">
                                      <p:cBhvr>
                                        <p:cTn id="42" dur="1000"/>
                                        <p:tgtEl>
                                          <p:spTgt spid="148"/>
                                        </p:tgtEl>
                                      </p:cBhvr>
                                    </p:animEffect>
                                  </p:childTnLst>
                                </p:cTn>
                              </p:par>
                            </p:childTnLst>
                          </p:cTn>
                        </p:par>
                        <p:par>
                          <p:cTn id="43" fill="hold">
                            <p:stCondLst>
                              <p:cond delay="5500"/>
                            </p:stCondLst>
                            <p:childTnLst>
                              <p:par>
                                <p:cTn id="44" presetID="12" presetClass="entr" presetSubtype="4"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slide(fromBottom)">
                                      <p:cBhvr>
                                        <p:cTn id="46" dur="500"/>
                                        <p:tgtEl>
                                          <p:spTgt spid="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9"/>
                                        </p:tgtEl>
                                        <p:attrNameLst>
                                          <p:attrName>style.visibility</p:attrName>
                                        </p:attrNameLst>
                                      </p:cBhvr>
                                      <p:to>
                                        <p:strVal val="visible"/>
                                      </p:to>
                                    </p:set>
                                    <p:animEffect transition="in" filter="fade">
                                      <p:cBhvr>
                                        <p:cTn id="49" dur="1000"/>
                                        <p:tgtEl>
                                          <p:spTgt spid="149"/>
                                        </p:tgtEl>
                                      </p:cBhvr>
                                    </p:animEffect>
                                  </p:childTnLst>
                                </p:cTn>
                              </p:par>
                            </p:childTnLst>
                          </p:cTn>
                        </p:par>
                        <p:par>
                          <p:cTn id="50" fill="hold">
                            <p:stCondLst>
                              <p:cond delay="6500"/>
                            </p:stCondLst>
                            <p:childTnLst>
                              <p:par>
                                <p:cTn id="51" presetID="53" presetClass="entr" presetSubtype="0"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animEffect transition="in" filter="fade">
                                      <p:cBhvr>
                                        <p:cTn id="55" dur="500"/>
                                        <p:tgtEl>
                                          <p:spTgt spid="17"/>
                                        </p:tgtEl>
                                      </p:cBhvr>
                                    </p:animEffect>
                                  </p:childTnLst>
                                </p:cTn>
                              </p:par>
                              <p:par>
                                <p:cTn id="56" presetID="2" presetClass="entr" presetSubtype="4" accel="50000" decel="5000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 calcmode="lin" valueType="num">
                                      <p:cBhvr additive="base">
                                        <p:cTn id="58" dur="500" fill="hold"/>
                                        <p:tgtEl>
                                          <p:spTgt spid="10"/>
                                        </p:tgtEl>
                                        <p:attrNameLst>
                                          <p:attrName>ppt_x</p:attrName>
                                        </p:attrNameLst>
                                      </p:cBhvr>
                                      <p:tavLst>
                                        <p:tav tm="0">
                                          <p:val>
                                            <p:strVal val="#ppt_x"/>
                                          </p:val>
                                        </p:tav>
                                        <p:tav tm="100000">
                                          <p:val>
                                            <p:strVal val="#ppt_x"/>
                                          </p:val>
                                        </p:tav>
                                      </p:tavLst>
                                    </p:anim>
                                    <p:anim calcmode="lin" valueType="num">
                                      <p:cBhvr additive="base">
                                        <p:cTn id="59" dur="500" fill="hold"/>
                                        <p:tgtEl>
                                          <p:spTgt spid="10"/>
                                        </p:tgtEl>
                                        <p:attrNameLst>
                                          <p:attrName>ppt_y</p:attrName>
                                        </p:attrNameLst>
                                      </p:cBhvr>
                                      <p:tavLst>
                                        <p:tav tm="0">
                                          <p:val>
                                            <p:strVal val="1+#ppt_h/2"/>
                                          </p:val>
                                        </p:tav>
                                        <p:tav tm="100000">
                                          <p:val>
                                            <p:strVal val="#ppt_y"/>
                                          </p:val>
                                        </p:tav>
                                      </p:tavLst>
                                    </p:anim>
                                  </p:childTnLst>
                                </p:cTn>
                              </p:par>
                            </p:childTnLst>
                          </p:cTn>
                        </p:par>
                        <p:par>
                          <p:cTn id="60" fill="hold">
                            <p:stCondLst>
                              <p:cond delay="7000"/>
                            </p:stCondLst>
                            <p:childTnLst>
                              <p:par>
                                <p:cTn id="61" presetID="53"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par>
                                <p:cTn id="66" presetID="2" presetClass="entr" presetSubtype="4" accel="50000" decel="50000" fill="hold" nodeType="withEffect">
                                  <p:stCondLst>
                                    <p:cond delay="0"/>
                                  </p:stCondLst>
                                  <p:childTnLst>
                                    <p:set>
                                      <p:cBhvr>
                                        <p:cTn id="67" dur="1" fill="hold">
                                          <p:stCondLst>
                                            <p:cond delay="0"/>
                                          </p:stCondLst>
                                        </p:cTn>
                                        <p:tgtEl>
                                          <p:spTgt spid="11"/>
                                        </p:tgtEl>
                                        <p:attrNameLst>
                                          <p:attrName>style.visibility</p:attrName>
                                        </p:attrNameLst>
                                      </p:cBhvr>
                                      <p:to>
                                        <p:strVal val="visible"/>
                                      </p:to>
                                    </p:set>
                                    <p:anim calcmode="lin" valueType="num">
                                      <p:cBhvr additive="base">
                                        <p:cTn id="68" dur="500" fill="hold"/>
                                        <p:tgtEl>
                                          <p:spTgt spid="11"/>
                                        </p:tgtEl>
                                        <p:attrNameLst>
                                          <p:attrName>ppt_x</p:attrName>
                                        </p:attrNameLst>
                                      </p:cBhvr>
                                      <p:tavLst>
                                        <p:tav tm="0">
                                          <p:val>
                                            <p:strVal val="#ppt_x"/>
                                          </p:val>
                                        </p:tav>
                                        <p:tav tm="100000">
                                          <p:val>
                                            <p:strVal val="#ppt_x"/>
                                          </p:val>
                                        </p:tav>
                                      </p:tavLst>
                                    </p:anim>
                                    <p:anim calcmode="lin" valueType="num">
                                      <p:cBhvr additive="base">
                                        <p:cTn id="69" dur="500" fill="hold"/>
                                        <p:tgtEl>
                                          <p:spTgt spid="11"/>
                                        </p:tgtEl>
                                        <p:attrNameLst>
                                          <p:attrName>ppt_y</p:attrName>
                                        </p:attrNameLst>
                                      </p:cBhvr>
                                      <p:tavLst>
                                        <p:tav tm="0">
                                          <p:val>
                                            <p:strVal val="1+#ppt_h/2"/>
                                          </p:val>
                                        </p:tav>
                                        <p:tav tm="100000">
                                          <p:val>
                                            <p:strVal val="#ppt_y"/>
                                          </p:val>
                                        </p:tav>
                                      </p:tavLst>
                                    </p:anim>
                                  </p:childTnLst>
                                </p:cTn>
                              </p:par>
                            </p:childTnLst>
                          </p:cTn>
                        </p:par>
                        <p:par>
                          <p:cTn id="70" fill="hold">
                            <p:stCondLst>
                              <p:cond delay="7500"/>
                            </p:stCondLst>
                            <p:childTnLst>
                              <p:par>
                                <p:cTn id="71" presetID="53" presetClass="entr" presetSubtype="0" fill="hold" nodeType="after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p:cTn id="73" dur="500" fill="hold"/>
                                        <p:tgtEl>
                                          <p:spTgt spid="19"/>
                                        </p:tgtEl>
                                        <p:attrNameLst>
                                          <p:attrName>ppt_w</p:attrName>
                                        </p:attrNameLst>
                                      </p:cBhvr>
                                      <p:tavLst>
                                        <p:tav tm="0">
                                          <p:val>
                                            <p:fltVal val="0"/>
                                          </p:val>
                                        </p:tav>
                                        <p:tav tm="100000">
                                          <p:val>
                                            <p:strVal val="#ppt_w"/>
                                          </p:val>
                                        </p:tav>
                                      </p:tavLst>
                                    </p:anim>
                                    <p:anim calcmode="lin" valueType="num">
                                      <p:cBhvr>
                                        <p:cTn id="74" dur="500" fill="hold"/>
                                        <p:tgtEl>
                                          <p:spTgt spid="19"/>
                                        </p:tgtEl>
                                        <p:attrNameLst>
                                          <p:attrName>ppt_h</p:attrName>
                                        </p:attrNameLst>
                                      </p:cBhvr>
                                      <p:tavLst>
                                        <p:tav tm="0">
                                          <p:val>
                                            <p:fltVal val="0"/>
                                          </p:val>
                                        </p:tav>
                                        <p:tav tm="100000">
                                          <p:val>
                                            <p:strVal val="#ppt_h"/>
                                          </p:val>
                                        </p:tav>
                                      </p:tavLst>
                                    </p:anim>
                                    <p:animEffect transition="in" filter="fade">
                                      <p:cBhvr>
                                        <p:cTn id="75" dur="500"/>
                                        <p:tgtEl>
                                          <p:spTgt spid="19"/>
                                        </p:tgtEl>
                                      </p:cBhvr>
                                    </p:animEffect>
                                  </p:childTnLst>
                                </p:cTn>
                              </p:par>
                              <p:par>
                                <p:cTn id="76" presetID="2" presetClass="entr" presetSubtype="4" accel="50000" decel="50000" fill="hold" nodeType="withEffect">
                                  <p:stCondLst>
                                    <p:cond delay="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500" fill="hold"/>
                                        <p:tgtEl>
                                          <p:spTgt spid="12"/>
                                        </p:tgtEl>
                                        <p:attrNameLst>
                                          <p:attrName>ppt_x</p:attrName>
                                        </p:attrNameLst>
                                      </p:cBhvr>
                                      <p:tavLst>
                                        <p:tav tm="0">
                                          <p:val>
                                            <p:strVal val="#ppt_x"/>
                                          </p:val>
                                        </p:tav>
                                        <p:tav tm="100000">
                                          <p:val>
                                            <p:strVal val="#ppt_x"/>
                                          </p:val>
                                        </p:tav>
                                      </p:tavLst>
                                    </p:anim>
                                    <p:anim calcmode="lin" valueType="num">
                                      <p:cBhvr additive="base">
                                        <p:cTn id="79" dur="500" fill="hold"/>
                                        <p:tgtEl>
                                          <p:spTgt spid="12"/>
                                        </p:tgtEl>
                                        <p:attrNameLst>
                                          <p:attrName>ppt_y</p:attrName>
                                        </p:attrNameLst>
                                      </p:cBhvr>
                                      <p:tavLst>
                                        <p:tav tm="0">
                                          <p:val>
                                            <p:strVal val="1+#ppt_h/2"/>
                                          </p:val>
                                        </p:tav>
                                        <p:tav tm="100000">
                                          <p:val>
                                            <p:strVal val="#ppt_y"/>
                                          </p:val>
                                        </p:tav>
                                      </p:tavLst>
                                    </p:anim>
                                  </p:childTnLst>
                                </p:cTn>
                              </p:par>
                            </p:childTnLst>
                          </p:cTn>
                        </p:par>
                        <p:par>
                          <p:cTn id="80" fill="hold">
                            <p:stCondLst>
                              <p:cond delay="8000"/>
                            </p:stCondLst>
                            <p:childTnLst>
                              <p:par>
                                <p:cTn id="81" presetID="53" presetClass="entr" presetSubtype="0" fill="hold" nodeType="after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p:cTn id="83" dur="500" fill="hold"/>
                                        <p:tgtEl>
                                          <p:spTgt spid="20"/>
                                        </p:tgtEl>
                                        <p:attrNameLst>
                                          <p:attrName>ppt_w</p:attrName>
                                        </p:attrNameLst>
                                      </p:cBhvr>
                                      <p:tavLst>
                                        <p:tav tm="0">
                                          <p:val>
                                            <p:fltVal val="0"/>
                                          </p:val>
                                        </p:tav>
                                        <p:tav tm="100000">
                                          <p:val>
                                            <p:strVal val="#ppt_w"/>
                                          </p:val>
                                        </p:tav>
                                      </p:tavLst>
                                    </p:anim>
                                    <p:anim calcmode="lin" valueType="num">
                                      <p:cBhvr>
                                        <p:cTn id="84" dur="500" fill="hold"/>
                                        <p:tgtEl>
                                          <p:spTgt spid="20"/>
                                        </p:tgtEl>
                                        <p:attrNameLst>
                                          <p:attrName>ppt_h</p:attrName>
                                        </p:attrNameLst>
                                      </p:cBhvr>
                                      <p:tavLst>
                                        <p:tav tm="0">
                                          <p:val>
                                            <p:fltVal val="0"/>
                                          </p:val>
                                        </p:tav>
                                        <p:tav tm="100000">
                                          <p:val>
                                            <p:strVal val="#ppt_h"/>
                                          </p:val>
                                        </p:tav>
                                      </p:tavLst>
                                    </p:anim>
                                    <p:animEffect transition="in" filter="fade">
                                      <p:cBhvr>
                                        <p:cTn id="85" dur="500"/>
                                        <p:tgtEl>
                                          <p:spTgt spid="20"/>
                                        </p:tgtEl>
                                      </p:cBhvr>
                                    </p:animEffect>
                                  </p:childTnLst>
                                </p:cTn>
                              </p:par>
                              <p:par>
                                <p:cTn id="86" presetID="2" presetClass="entr" presetSubtype="4" accel="50000" decel="50000" fill="hold" nodeType="withEffect">
                                  <p:stCondLst>
                                    <p:cond delay="0"/>
                                  </p:stCondLst>
                                  <p:childTnLst>
                                    <p:set>
                                      <p:cBhvr>
                                        <p:cTn id="87" dur="1" fill="hold">
                                          <p:stCondLst>
                                            <p:cond delay="0"/>
                                          </p:stCondLst>
                                        </p:cTn>
                                        <p:tgtEl>
                                          <p:spTgt spid="13"/>
                                        </p:tgtEl>
                                        <p:attrNameLst>
                                          <p:attrName>style.visibility</p:attrName>
                                        </p:attrNameLst>
                                      </p:cBhvr>
                                      <p:to>
                                        <p:strVal val="visible"/>
                                      </p:to>
                                    </p:set>
                                    <p:anim calcmode="lin" valueType="num">
                                      <p:cBhvr additive="base">
                                        <p:cTn id="88" dur="500" fill="hold"/>
                                        <p:tgtEl>
                                          <p:spTgt spid="13"/>
                                        </p:tgtEl>
                                        <p:attrNameLst>
                                          <p:attrName>ppt_x</p:attrName>
                                        </p:attrNameLst>
                                      </p:cBhvr>
                                      <p:tavLst>
                                        <p:tav tm="0">
                                          <p:val>
                                            <p:strVal val="#ppt_x"/>
                                          </p:val>
                                        </p:tav>
                                        <p:tav tm="100000">
                                          <p:val>
                                            <p:strVal val="#ppt_x"/>
                                          </p:val>
                                        </p:tav>
                                      </p:tavLst>
                                    </p:anim>
                                    <p:anim calcmode="lin" valueType="num">
                                      <p:cBhvr additive="base">
                                        <p:cTn id="89" dur="500" fill="hold"/>
                                        <p:tgtEl>
                                          <p:spTgt spid="13"/>
                                        </p:tgtEl>
                                        <p:attrNameLst>
                                          <p:attrName>ppt_y</p:attrName>
                                        </p:attrNameLst>
                                      </p:cBhvr>
                                      <p:tavLst>
                                        <p:tav tm="0">
                                          <p:val>
                                            <p:strVal val="1+#ppt_h/2"/>
                                          </p:val>
                                        </p:tav>
                                        <p:tav tm="100000">
                                          <p:val>
                                            <p:strVal val="#ppt_y"/>
                                          </p:val>
                                        </p:tav>
                                      </p:tavLst>
                                    </p:anim>
                                  </p:childTnLst>
                                </p:cTn>
                              </p:par>
                            </p:childTnLst>
                          </p:cTn>
                        </p:par>
                        <p:par>
                          <p:cTn id="90" fill="hold">
                            <p:stCondLst>
                              <p:cond delay="8500"/>
                            </p:stCondLst>
                            <p:childTnLst>
                              <p:par>
                                <p:cTn id="91" presetID="53" presetClass="entr" presetSubtype="0" fill="hold" nodeType="afterEffect">
                                  <p:stCondLst>
                                    <p:cond delay="0"/>
                                  </p:stCondLst>
                                  <p:childTnLst>
                                    <p:set>
                                      <p:cBhvr>
                                        <p:cTn id="92" dur="1" fill="hold">
                                          <p:stCondLst>
                                            <p:cond delay="0"/>
                                          </p:stCondLst>
                                        </p:cTn>
                                        <p:tgtEl>
                                          <p:spTgt spid="18"/>
                                        </p:tgtEl>
                                        <p:attrNameLst>
                                          <p:attrName>style.visibility</p:attrName>
                                        </p:attrNameLst>
                                      </p:cBhvr>
                                      <p:to>
                                        <p:strVal val="visible"/>
                                      </p:to>
                                    </p:set>
                                    <p:anim calcmode="lin" valueType="num">
                                      <p:cBhvr>
                                        <p:cTn id="93" dur="500" fill="hold"/>
                                        <p:tgtEl>
                                          <p:spTgt spid="18"/>
                                        </p:tgtEl>
                                        <p:attrNameLst>
                                          <p:attrName>ppt_w</p:attrName>
                                        </p:attrNameLst>
                                      </p:cBhvr>
                                      <p:tavLst>
                                        <p:tav tm="0">
                                          <p:val>
                                            <p:fltVal val="0"/>
                                          </p:val>
                                        </p:tav>
                                        <p:tav tm="100000">
                                          <p:val>
                                            <p:strVal val="#ppt_w"/>
                                          </p:val>
                                        </p:tav>
                                      </p:tavLst>
                                    </p:anim>
                                    <p:anim calcmode="lin" valueType="num">
                                      <p:cBhvr>
                                        <p:cTn id="94" dur="500" fill="hold"/>
                                        <p:tgtEl>
                                          <p:spTgt spid="18"/>
                                        </p:tgtEl>
                                        <p:attrNameLst>
                                          <p:attrName>ppt_h</p:attrName>
                                        </p:attrNameLst>
                                      </p:cBhvr>
                                      <p:tavLst>
                                        <p:tav tm="0">
                                          <p:val>
                                            <p:fltVal val="0"/>
                                          </p:val>
                                        </p:tav>
                                        <p:tav tm="100000">
                                          <p:val>
                                            <p:strVal val="#ppt_h"/>
                                          </p:val>
                                        </p:tav>
                                      </p:tavLst>
                                    </p:anim>
                                    <p:animEffect transition="in" filter="fade">
                                      <p:cBhvr>
                                        <p:cTn id="95" dur="500"/>
                                        <p:tgtEl>
                                          <p:spTgt spid="18"/>
                                        </p:tgtEl>
                                      </p:cBhvr>
                                    </p:animEffect>
                                  </p:childTnLst>
                                </p:cTn>
                              </p:par>
                              <p:par>
                                <p:cTn id="96" presetID="2" presetClass="entr" presetSubtype="4" accel="50000" decel="50000" fill="hold" nodeType="with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additive="base">
                                        <p:cTn id="98" dur="500" fill="hold"/>
                                        <p:tgtEl>
                                          <p:spTgt spid="14"/>
                                        </p:tgtEl>
                                        <p:attrNameLst>
                                          <p:attrName>ppt_x</p:attrName>
                                        </p:attrNameLst>
                                      </p:cBhvr>
                                      <p:tavLst>
                                        <p:tav tm="0">
                                          <p:val>
                                            <p:strVal val="#ppt_x"/>
                                          </p:val>
                                        </p:tav>
                                        <p:tav tm="100000">
                                          <p:val>
                                            <p:strVal val="#ppt_x"/>
                                          </p:val>
                                        </p:tav>
                                      </p:tavLst>
                                    </p:anim>
                                    <p:anim calcmode="lin" valueType="num">
                                      <p:cBhvr additive="base">
                                        <p:cTn id="99" dur="500" fill="hold"/>
                                        <p:tgtEl>
                                          <p:spTgt spid="14"/>
                                        </p:tgtEl>
                                        <p:attrNameLst>
                                          <p:attrName>ppt_y</p:attrName>
                                        </p:attrNameLst>
                                      </p:cBhvr>
                                      <p:tavLst>
                                        <p:tav tm="0">
                                          <p:val>
                                            <p:strVal val="1+#ppt_h/2"/>
                                          </p:val>
                                        </p:tav>
                                        <p:tav tm="100000">
                                          <p:val>
                                            <p:strVal val="#ppt_y"/>
                                          </p:val>
                                        </p:tav>
                                      </p:tavLst>
                                    </p:anim>
                                  </p:childTnLst>
                                </p:cTn>
                              </p:par>
                            </p:childTnLst>
                          </p:cTn>
                        </p:par>
                        <p:par>
                          <p:cTn id="100" fill="hold">
                            <p:stCondLst>
                              <p:cond delay="9000"/>
                            </p:stCondLst>
                            <p:childTnLst>
                              <p:par>
                                <p:cTn id="101" presetID="53" presetClass="entr" presetSubtype="0" fill="hold" nodeType="afterEffect">
                                  <p:stCondLst>
                                    <p:cond delay="0"/>
                                  </p:stCondLst>
                                  <p:childTnLst>
                                    <p:set>
                                      <p:cBhvr>
                                        <p:cTn id="102" dur="1" fill="hold">
                                          <p:stCondLst>
                                            <p:cond delay="0"/>
                                          </p:stCondLst>
                                        </p:cTn>
                                        <p:tgtEl>
                                          <p:spTgt spid="16"/>
                                        </p:tgtEl>
                                        <p:attrNameLst>
                                          <p:attrName>style.visibility</p:attrName>
                                        </p:attrNameLst>
                                      </p:cBhvr>
                                      <p:to>
                                        <p:strVal val="visible"/>
                                      </p:to>
                                    </p:set>
                                    <p:anim calcmode="lin" valueType="num">
                                      <p:cBhvr>
                                        <p:cTn id="103" dur="500" fill="hold"/>
                                        <p:tgtEl>
                                          <p:spTgt spid="16"/>
                                        </p:tgtEl>
                                        <p:attrNameLst>
                                          <p:attrName>ppt_w</p:attrName>
                                        </p:attrNameLst>
                                      </p:cBhvr>
                                      <p:tavLst>
                                        <p:tav tm="0">
                                          <p:val>
                                            <p:fltVal val="0"/>
                                          </p:val>
                                        </p:tav>
                                        <p:tav tm="100000">
                                          <p:val>
                                            <p:strVal val="#ppt_w"/>
                                          </p:val>
                                        </p:tav>
                                      </p:tavLst>
                                    </p:anim>
                                    <p:anim calcmode="lin" valueType="num">
                                      <p:cBhvr>
                                        <p:cTn id="104" dur="500" fill="hold"/>
                                        <p:tgtEl>
                                          <p:spTgt spid="16"/>
                                        </p:tgtEl>
                                        <p:attrNameLst>
                                          <p:attrName>ppt_h</p:attrName>
                                        </p:attrNameLst>
                                      </p:cBhvr>
                                      <p:tavLst>
                                        <p:tav tm="0">
                                          <p:val>
                                            <p:fltVal val="0"/>
                                          </p:val>
                                        </p:tav>
                                        <p:tav tm="100000">
                                          <p:val>
                                            <p:strVal val="#ppt_h"/>
                                          </p:val>
                                        </p:tav>
                                      </p:tavLst>
                                    </p:anim>
                                    <p:animEffect transition="in" filter="fade">
                                      <p:cBhvr>
                                        <p:cTn id="105" dur="500"/>
                                        <p:tgtEl>
                                          <p:spTgt spid="16"/>
                                        </p:tgtEl>
                                      </p:cBhvr>
                                    </p:animEffect>
                                  </p:childTnLst>
                                </p:cTn>
                              </p:par>
                              <p:par>
                                <p:cTn id="106" presetID="2" presetClass="entr" presetSubtype="4" accel="50000" decel="50000" fill="hold" nodeType="withEffect">
                                  <p:stCondLst>
                                    <p:cond delay="0"/>
                                  </p:stCondLst>
                                  <p:childTnLst>
                                    <p:set>
                                      <p:cBhvr>
                                        <p:cTn id="107" dur="1" fill="hold">
                                          <p:stCondLst>
                                            <p:cond delay="0"/>
                                          </p:stCondLst>
                                        </p:cTn>
                                        <p:tgtEl>
                                          <p:spTgt spid="15"/>
                                        </p:tgtEl>
                                        <p:attrNameLst>
                                          <p:attrName>style.visibility</p:attrName>
                                        </p:attrNameLst>
                                      </p:cBhvr>
                                      <p:to>
                                        <p:strVal val="visible"/>
                                      </p:to>
                                    </p:set>
                                    <p:anim calcmode="lin" valueType="num">
                                      <p:cBhvr additive="base">
                                        <p:cTn id="108" dur="500" fill="hold"/>
                                        <p:tgtEl>
                                          <p:spTgt spid="15"/>
                                        </p:tgtEl>
                                        <p:attrNameLst>
                                          <p:attrName>ppt_x</p:attrName>
                                        </p:attrNameLst>
                                      </p:cBhvr>
                                      <p:tavLst>
                                        <p:tav tm="0">
                                          <p:val>
                                            <p:strVal val="#ppt_x"/>
                                          </p:val>
                                        </p:tav>
                                        <p:tav tm="100000">
                                          <p:val>
                                            <p:strVal val="#ppt_x"/>
                                          </p:val>
                                        </p:tav>
                                      </p:tavLst>
                                    </p:anim>
                                    <p:anim calcmode="lin" valueType="num">
                                      <p:cBhvr additive="base">
                                        <p:cTn id="109" dur="500" fill="hold"/>
                                        <p:tgtEl>
                                          <p:spTgt spid="15"/>
                                        </p:tgtEl>
                                        <p:attrNameLst>
                                          <p:attrName>ppt_y</p:attrName>
                                        </p:attrNameLst>
                                      </p:cBhvr>
                                      <p:tavLst>
                                        <p:tav tm="0">
                                          <p:val>
                                            <p:strVal val="1+#ppt_h/2"/>
                                          </p:val>
                                        </p:tav>
                                        <p:tav tm="100000">
                                          <p:val>
                                            <p:strVal val="#ppt_y"/>
                                          </p:val>
                                        </p:tav>
                                      </p:tavLst>
                                    </p:anim>
                                  </p:childTnLst>
                                </p:cTn>
                              </p:par>
                            </p:childTnLst>
                          </p:cTn>
                        </p:par>
                        <p:par>
                          <p:cTn id="110" fill="hold">
                            <p:stCondLst>
                              <p:cond delay="9500"/>
                            </p:stCondLst>
                            <p:childTnLst>
                              <p:par>
                                <p:cTn id="111" presetID="13" presetClass="entr" presetSubtype="16" fill="hold" nodeType="afterEffect">
                                  <p:stCondLst>
                                    <p:cond delay="0"/>
                                  </p:stCondLst>
                                  <p:childTnLst>
                                    <p:set>
                                      <p:cBhvr>
                                        <p:cTn id="112" dur="1" fill="hold">
                                          <p:stCondLst>
                                            <p:cond delay="0"/>
                                          </p:stCondLst>
                                        </p:cTn>
                                        <p:tgtEl>
                                          <p:spTgt spid="69"/>
                                        </p:tgtEl>
                                        <p:attrNameLst>
                                          <p:attrName>style.visibility</p:attrName>
                                        </p:attrNameLst>
                                      </p:cBhvr>
                                      <p:to>
                                        <p:strVal val="visible"/>
                                      </p:to>
                                    </p:set>
                                    <p:animEffect transition="in" filter="plus(in)">
                                      <p:cBhvr>
                                        <p:cTn id="113" dur="500"/>
                                        <p:tgtEl>
                                          <p:spTgt spid="6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8"/>
                                        </p:tgtEl>
                                        <p:attrNameLst>
                                          <p:attrName>style.visibility</p:attrName>
                                        </p:attrNameLst>
                                      </p:cBhvr>
                                      <p:to>
                                        <p:strVal val="visible"/>
                                      </p:to>
                                    </p:set>
                                    <p:animEffect transition="in" filter="fade">
                                      <p:cBhvr>
                                        <p:cTn id="11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144" grpId="0"/>
      <p:bldP spid="145" grpId="0"/>
      <p:bldP spid="146" grpId="0"/>
      <p:bldP spid="147" grpId="0"/>
      <p:bldP spid="148" grpId="0"/>
      <p:bldP spid="149" grpId="0"/>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6" name="Straight Connector 65"/>
          <p:cNvCxnSpPr/>
          <p:nvPr/>
        </p:nvCxnSpPr>
        <p:spPr>
          <a:xfrm>
            <a:off x="4330592" y="5609377"/>
            <a:ext cx="1803237" cy="0"/>
          </a:xfrm>
          <a:prstGeom prst="line">
            <a:avLst/>
          </a:prstGeom>
          <a:ln w="9525">
            <a:solidFill>
              <a:schemeClr val="bg1">
                <a:lumMod val="6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4962062" y="4491890"/>
            <a:ext cx="2163886" cy="0"/>
          </a:xfrm>
          <a:prstGeom prst="line">
            <a:avLst/>
          </a:prstGeom>
          <a:ln w="9525">
            <a:solidFill>
              <a:schemeClr val="bg1">
                <a:lumMod val="6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4430334" y="3394026"/>
            <a:ext cx="1803237" cy="0"/>
          </a:xfrm>
          <a:prstGeom prst="line">
            <a:avLst/>
          </a:prstGeom>
          <a:ln w="9525">
            <a:solidFill>
              <a:schemeClr val="bg1">
                <a:lumMod val="6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807225" y="2196210"/>
            <a:ext cx="1803237" cy="0"/>
          </a:xfrm>
          <a:prstGeom prst="line">
            <a:avLst/>
          </a:prstGeom>
          <a:ln w="9525">
            <a:solidFill>
              <a:schemeClr val="bg1">
                <a:lumMod val="6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3627275" y="5153230"/>
            <a:ext cx="1194815" cy="1124575"/>
            <a:chOff x="6139503" y="4871969"/>
            <a:chExt cx="1192668" cy="1122553"/>
          </a:xfrm>
          <a:effectLst/>
        </p:grpSpPr>
        <p:sp>
          <p:nvSpPr>
            <p:cNvPr id="6" name="Rounded Rectangle 5"/>
            <p:cNvSpPr>
              <a:spLocks noChangeArrowheads="1"/>
            </p:cNvSpPr>
            <p:nvPr/>
          </p:nvSpPr>
          <p:spPr bwMode="auto">
            <a:xfrm>
              <a:off x="6139503" y="4871969"/>
              <a:ext cx="1192668" cy="1122553"/>
            </a:xfrm>
            <a:prstGeom prst="roundRect">
              <a:avLst>
                <a:gd name="adj" fmla="val 9375"/>
              </a:avLst>
            </a:prstGeom>
            <a:solidFill>
              <a:schemeClr val="accent4"/>
            </a:solidFill>
            <a:ln w="9525">
              <a:noFill/>
              <a:round/>
              <a:headEnd/>
              <a:tailEnd/>
            </a:ln>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endParaRPr lang="id-ID"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TextBox 21"/>
            <p:cNvSpPr txBox="1">
              <a:spLocks noChangeArrowheads="1"/>
            </p:cNvSpPr>
            <p:nvPr/>
          </p:nvSpPr>
          <p:spPr bwMode="auto">
            <a:xfrm>
              <a:off x="6356737" y="5179787"/>
              <a:ext cx="771727" cy="557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r>
                <a:rPr lang="nb-NO"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01</a:t>
              </a:r>
              <a:endParaRPr lang="nb-NO" altLang="id-ID" sz="2779"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 name="Group 7"/>
          <p:cNvGrpSpPr/>
          <p:nvPr/>
        </p:nvGrpSpPr>
        <p:grpSpPr>
          <a:xfrm>
            <a:off x="3908406" y="4028662"/>
            <a:ext cx="1194815" cy="1124576"/>
            <a:chOff x="6420131" y="3749417"/>
            <a:chExt cx="1192668" cy="1122553"/>
          </a:xfrm>
          <a:effectLst/>
        </p:grpSpPr>
        <p:sp>
          <p:nvSpPr>
            <p:cNvPr id="9" name="Rounded Rectangle 8"/>
            <p:cNvSpPr>
              <a:spLocks noChangeArrowheads="1"/>
            </p:cNvSpPr>
            <p:nvPr/>
          </p:nvSpPr>
          <p:spPr bwMode="auto">
            <a:xfrm>
              <a:off x="6420131" y="3749417"/>
              <a:ext cx="1192668" cy="1122553"/>
            </a:xfrm>
            <a:prstGeom prst="roundRect">
              <a:avLst>
                <a:gd name="adj" fmla="val 9375"/>
              </a:avLst>
            </a:prstGeom>
            <a:solidFill>
              <a:schemeClr val="accent3"/>
            </a:solidFill>
            <a:ln w="9525">
              <a:noFill/>
              <a:round/>
              <a:headEnd/>
              <a:tailEnd/>
            </a:ln>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endParaRPr lang="id-ID"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TextBox 22"/>
            <p:cNvSpPr txBox="1">
              <a:spLocks noChangeArrowheads="1"/>
            </p:cNvSpPr>
            <p:nvPr/>
          </p:nvSpPr>
          <p:spPr bwMode="auto">
            <a:xfrm>
              <a:off x="6672041" y="4034885"/>
              <a:ext cx="771727" cy="557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r>
                <a:rPr lang="nb-NO"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02</a:t>
              </a:r>
              <a:endParaRPr lang="nb-NO" altLang="id-ID" sz="2779"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Group 10"/>
          <p:cNvGrpSpPr/>
          <p:nvPr/>
        </p:nvGrpSpPr>
        <p:grpSpPr>
          <a:xfrm>
            <a:off x="3486708" y="2904099"/>
            <a:ext cx="1194815" cy="1124573"/>
            <a:chOff x="5999190" y="2626865"/>
            <a:chExt cx="1192668" cy="1122553"/>
          </a:xfrm>
          <a:effectLst/>
        </p:grpSpPr>
        <p:sp>
          <p:nvSpPr>
            <p:cNvPr id="12" name="Rounded Rectangle 11"/>
            <p:cNvSpPr>
              <a:spLocks noChangeArrowheads="1"/>
            </p:cNvSpPr>
            <p:nvPr/>
          </p:nvSpPr>
          <p:spPr bwMode="auto">
            <a:xfrm>
              <a:off x="5999190" y="2626865"/>
              <a:ext cx="1192668" cy="1122553"/>
            </a:xfrm>
            <a:prstGeom prst="roundRect">
              <a:avLst>
                <a:gd name="adj" fmla="val 9375"/>
              </a:avLst>
            </a:prstGeom>
            <a:solidFill>
              <a:schemeClr val="accent2"/>
            </a:solidFill>
            <a:ln w="9525">
              <a:noFill/>
              <a:round/>
              <a:headEnd/>
              <a:tailEnd/>
            </a:ln>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endParaRPr lang="id-ID"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TextBox 23"/>
            <p:cNvSpPr txBox="1">
              <a:spLocks noChangeArrowheads="1"/>
            </p:cNvSpPr>
            <p:nvPr/>
          </p:nvSpPr>
          <p:spPr bwMode="auto">
            <a:xfrm>
              <a:off x="6231728" y="2895663"/>
              <a:ext cx="771727" cy="55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r>
                <a:rPr lang="nb-NO"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03</a:t>
              </a:r>
              <a:endParaRPr lang="nb-NO" altLang="id-ID" sz="2779"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 name="Group 13"/>
          <p:cNvGrpSpPr/>
          <p:nvPr/>
        </p:nvGrpSpPr>
        <p:grpSpPr>
          <a:xfrm>
            <a:off x="2889307" y="1842193"/>
            <a:ext cx="1194815" cy="1124575"/>
            <a:chOff x="5402860" y="1566869"/>
            <a:chExt cx="1192668" cy="1122553"/>
          </a:xfrm>
          <a:effectLst/>
        </p:grpSpPr>
        <p:sp>
          <p:nvSpPr>
            <p:cNvPr id="15" name="Rounded Rectangle 14"/>
            <p:cNvSpPr>
              <a:spLocks noChangeArrowheads="1"/>
            </p:cNvSpPr>
            <p:nvPr/>
          </p:nvSpPr>
          <p:spPr bwMode="auto">
            <a:xfrm rot="20684149">
              <a:off x="5402860" y="1566869"/>
              <a:ext cx="1192668" cy="1122553"/>
            </a:xfrm>
            <a:prstGeom prst="roundRect">
              <a:avLst>
                <a:gd name="adj" fmla="val 9375"/>
              </a:avLst>
            </a:prstGeom>
            <a:solidFill>
              <a:schemeClr val="accent1"/>
            </a:solidFill>
            <a:ln w="9525">
              <a:noFill/>
              <a:round/>
              <a:headEnd/>
              <a:tailEnd/>
            </a:ln>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endParaRPr lang="id-ID"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TextBox 24"/>
            <p:cNvSpPr txBox="1">
              <a:spLocks noChangeArrowheads="1"/>
            </p:cNvSpPr>
            <p:nvPr/>
          </p:nvSpPr>
          <p:spPr bwMode="auto">
            <a:xfrm rot="20681241">
              <a:off x="5613324" y="1802304"/>
              <a:ext cx="771727" cy="557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37931725" indent="-37474525">
                <a:defRPr>
                  <a:solidFill>
                    <a:schemeClr val="tx1"/>
                  </a:solidFill>
                  <a:latin typeface="Calibri" panose="020F0502020204030204" pitchFamily="34" charset="0"/>
                  <a:ea typeface="ＭＳ Ｐゴシック" panose="020B0600070205080204" pitchFamily="34" charset="-128"/>
                </a:defRPr>
              </a:lvl2pPr>
              <a:lvl3pPr>
                <a:defRPr>
                  <a:solidFill>
                    <a:schemeClr val="tx1"/>
                  </a:solidFill>
                  <a:latin typeface="Calibri" panose="020F0502020204030204" pitchFamily="34" charset="0"/>
                  <a:ea typeface="ＭＳ Ｐゴシック" panose="020B0600070205080204" pitchFamily="34" charset="-128"/>
                </a:defRPr>
              </a:lvl3pPr>
              <a:lvl4pPr>
                <a:defRPr>
                  <a:solidFill>
                    <a:schemeClr val="tx1"/>
                  </a:solidFill>
                  <a:latin typeface="Calibri" panose="020F0502020204030204" pitchFamily="34" charset="0"/>
                  <a:ea typeface="ＭＳ Ｐゴシック" panose="020B0600070205080204" pitchFamily="34" charset="-128"/>
                </a:defRPr>
              </a:lvl4pPr>
              <a:lvl5pPr>
                <a:defRPr>
                  <a:solidFill>
                    <a:schemeClr val="tx1"/>
                  </a:solidFill>
                  <a:latin typeface="Calibri" panose="020F0502020204030204" pitchFamily="34" charset="0"/>
                  <a:ea typeface="ＭＳ Ｐゴシック"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lnSpc>
                  <a:spcPct val="120000"/>
                </a:lnSpc>
              </a:pPr>
              <a:r>
                <a:rPr lang="nb-NO" altLang="id-ID" sz="2779">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04</a:t>
              </a:r>
              <a:endParaRPr lang="nb-NO" altLang="id-ID" sz="2779"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7" name="Group 26"/>
          <p:cNvGrpSpPr>
            <a:grpSpLocks noChangeAspect="1"/>
          </p:cNvGrpSpPr>
          <p:nvPr/>
        </p:nvGrpSpPr>
        <p:grpSpPr>
          <a:xfrm>
            <a:off x="5030321" y="1802601"/>
            <a:ext cx="901620" cy="901620"/>
            <a:chOff x="5385173" y="1917525"/>
            <a:chExt cx="1440000" cy="1440000"/>
          </a:xfrm>
        </p:grpSpPr>
        <p:sp>
          <p:nvSpPr>
            <p:cNvPr id="28" name="Oval 27"/>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Oval 28"/>
            <p:cNvSpPr/>
            <p:nvPr/>
          </p:nvSpPr>
          <p:spPr>
            <a:xfrm>
              <a:off x="5475173" y="2007525"/>
              <a:ext cx="1260000" cy="1260000"/>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0" name="Group 29"/>
          <p:cNvGrpSpPr>
            <a:grpSpLocks noChangeAspect="1"/>
          </p:cNvGrpSpPr>
          <p:nvPr/>
        </p:nvGrpSpPr>
        <p:grpSpPr>
          <a:xfrm>
            <a:off x="6011260" y="5140260"/>
            <a:ext cx="901619" cy="901620"/>
            <a:chOff x="5385173" y="1917525"/>
            <a:chExt cx="1440000" cy="1440000"/>
          </a:xfrm>
        </p:grpSpPr>
        <p:sp>
          <p:nvSpPr>
            <p:cNvPr id="31" name="Oval 30"/>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Oval 31"/>
            <p:cNvSpPr/>
            <p:nvPr/>
          </p:nvSpPr>
          <p:spPr>
            <a:xfrm>
              <a:off x="5475175" y="2007525"/>
              <a:ext cx="1260001" cy="1260000"/>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3" name="Group 32"/>
          <p:cNvGrpSpPr>
            <a:grpSpLocks noChangeAspect="1"/>
          </p:cNvGrpSpPr>
          <p:nvPr/>
        </p:nvGrpSpPr>
        <p:grpSpPr>
          <a:xfrm>
            <a:off x="6912184" y="4039223"/>
            <a:ext cx="901620" cy="901620"/>
            <a:chOff x="5385173" y="1917525"/>
            <a:chExt cx="1440000" cy="1440000"/>
          </a:xfrm>
        </p:grpSpPr>
        <p:sp>
          <p:nvSpPr>
            <p:cNvPr id="34" name="Oval 33"/>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Oval 34"/>
            <p:cNvSpPr/>
            <p:nvPr/>
          </p:nvSpPr>
          <p:spPr>
            <a:xfrm>
              <a:off x="5475173" y="2007525"/>
              <a:ext cx="1260000" cy="1260000"/>
            </a:xfrm>
            <a:prstGeom prst="ellipse">
              <a:avLst/>
            </a:prstGeom>
            <a:solidFill>
              <a:schemeClr val="accent3"/>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6" name="Group 35"/>
          <p:cNvGrpSpPr>
            <a:grpSpLocks noChangeAspect="1"/>
          </p:cNvGrpSpPr>
          <p:nvPr/>
        </p:nvGrpSpPr>
        <p:grpSpPr>
          <a:xfrm>
            <a:off x="5826516" y="2873633"/>
            <a:ext cx="901620" cy="901620"/>
            <a:chOff x="5385173" y="1917525"/>
            <a:chExt cx="1440000" cy="1440000"/>
          </a:xfrm>
        </p:grpSpPr>
        <p:sp>
          <p:nvSpPr>
            <p:cNvPr id="37" name="Oval 36"/>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Oval 37"/>
            <p:cNvSpPr/>
            <p:nvPr/>
          </p:nvSpPr>
          <p:spPr>
            <a:xfrm>
              <a:off x="5475173" y="2007525"/>
              <a:ext cx="1260000" cy="1260000"/>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9" name="Group 38"/>
          <p:cNvGrpSpPr>
            <a:grpSpLocks noChangeAspect="1"/>
          </p:cNvGrpSpPr>
          <p:nvPr/>
        </p:nvGrpSpPr>
        <p:grpSpPr>
          <a:xfrm>
            <a:off x="5232576" y="1999830"/>
            <a:ext cx="488379" cy="488379"/>
            <a:chOff x="-2771775" y="66675"/>
            <a:chExt cx="827087" cy="827088"/>
          </a:xfrm>
          <a:solidFill>
            <a:schemeClr val="bg1"/>
          </a:solidFill>
        </p:grpSpPr>
        <p:sp>
          <p:nvSpPr>
            <p:cNvPr id="40" name="Freeform 19"/>
            <p:cNvSpPr>
              <a:spLocks noEditPoints="1"/>
            </p:cNvSpPr>
            <p:nvPr/>
          </p:nvSpPr>
          <p:spPr bwMode="auto">
            <a:xfrm>
              <a:off x="-2771775" y="66675"/>
              <a:ext cx="827087" cy="827088"/>
            </a:xfrm>
            <a:custGeom>
              <a:avLst/>
              <a:gdLst>
                <a:gd name="T0" fmla="*/ 188 w 220"/>
                <a:gd name="T1" fmla="*/ 83 h 220"/>
                <a:gd name="T2" fmla="*/ 196 w 220"/>
                <a:gd name="T3" fmla="*/ 56 h 220"/>
                <a:gd name="T4" fmla="*/ 181 w 220"/>
                <a:gd name="T5" fmla="*/ 26 h 220"/>
                <a:gd name="T6" fmla="*/ 164 w 220"/>
                <a:gd name="T7" fmla="*/ 24 h 220"/>
                <a:gd name="T8" fmla="*/ 137 w 220"/>
                <a:gd name="T9" fmla="*/ 32 h 220"/>
                <a:gd name="T10" fmla="*/ 119 w 220"/>
                <a:gd name="T11" fmla="*/ 0 h 220"/>
                <a:gd name="T12" fmla="*/ 87 w 220"/>
                <a:gd name="T13" fmla="*/ 11 h 220"/>
                <a:gd name="T14" fmla="*/ 74 w 220"/>
                <a:gd name="T15" fmla="*/ 36 h 220"/>
                <a:gd name="T16" fmla="*/ 49 w 220"/>
                <a:gd name="T17" fmla="*/ 22 h 220"/>
                <a:gd name="T18" fmla="*/ 26 w 220"/>
                <a:gd name="T19" fmla="*/ 39 h 220"/>
                <a:gd name="T20" fmla="*/ 36 w 220"/>
                <a:gd name="T21" fmla="*/ 74 h 220"/>
                <a:gd name="T22" fmla="*/ 11 w 220"/>
                <a:gd name="T23" fmla="*/ 87 h 220"/>
                <a:gd name="T24" fmla="*/ 0 w 220"/>
                <a:gd name="T25" fmla="*/ 119 h 220"/>
                <a:gd name="T26" fmla="*/ 32 w 220"/>
                <a:gd name="T27" fmla="*/ 137 h 220"/>
                <a:gd name="T28" fmla="*/ 24 w 220"/>
                <a:gd name="T29" fmla="*/ 164 h 220"/>
                <a:gd name="T30" fmla="*/ 39 w 220"/>
                <a:gd name="T31" fmla="*/ 194 h 220"/>
                <a:gd name="T32" fmla="*/ 56 w 220"/>
                <a:gd name="T33" fmla="*/ 196 h 220"/>
                <a:gd name="T34" fmla="*/ 83 w 220"/>
                <a:gd name="T35" fmla="*/ 188 h 220"/>
                <a:gd name="T36" fmla="*/ 101 w 220"/>
                <a:gd name="T37" fmla="*/ 220 h 220"/>
                <a:gd name="T38" fmla="*/ 133 w 220"/>
                <a:gd name="T39" fmla="*/ 209 h 220"/>
                <a:gd name="T40" fmla="*/ 146 w 220"/>
                <a:gd name="T41" fmla="*/ 184 h 220"/>
                <a:gd name="T42" fmla="*/ 171 w 220"/>
                <a:gd name="T43" fmla="*/ 198 h 220"/>
                <a:gd name="T44" fmla="*/ 194 w 220"/>
                <a:gd name="T45" fmla="*/ 181 h 220"/>
                <a:gd name="T46" fmla="*/ 184 w 220"/>
                <a:gd name="T47" fmla="*/ 146 h 220"/>
                <a:gd name="T48" fmla="*/ 209 w 220"/>
                <a:gd name="T49" fmla="*/ 133 h 220"/>
                <a:gd name="T50" fmla="*/ 220 w 220"/>
                <a:gd name="T51" fmla="*/ 101 h 220"/>
                <a:gd name="T52" fmla="*/ 185 w 220"/>
                <a:gd name="T53" fmla="*/ 124 h 220"/>
                <a:gd name="T54" fmla="*/ 172 w 220"/>
                <a:gd name="T55" fmla="*/ 140 h 220"/>
                <a:gd name="T56" fmla="*/ 185 w 220"/>
                <a:gd name="T57" fmla="*/ 171 h 220"/>
                <a:gd name="T58" fmla="*/ 154 w 220"/>
                <a:gd name="T59" fmla="*/ 173 h 220"/>
                <a:gd name="T60" fmla="*/ 140 w 220"/>
                <a:gd name="T61" fmla="*/ 172 h 220"/>
                <a:gd name="T62" fmla="*/ 124 w 220"/>
                <a:gd name="T63" fmla="*/ 185 h 220"/>
                <a:gd name="T64" fmla="*/ 101 w 220"/>
                <a:gd name="T65" fmla="*/ 206 h 220"/>
                <a:gd name="T66" fmla="*/ 87 w 220"/>
                <a:gd name="T67" fmla="*/ 175 h 220"/>
                <a:gd name="T68" fmla="*/ 74 w 220"/>
                <a:gd name="T69" fmla="*/ 170 h 220"/>
                <a:gd name="T70" fmla="*/ 49 w 220"/>
                <a:gd name="T71" fmla="*/ 185 h 220"/>
                <a:gd name="T72" fmla="*/ 47 w 220"/>
                <a:gd name="T73" fmla="*/ 154 h 220"/>
                <a:gd name="T74" fmla="*/ 45 w 220"/>
                <a:gd name="T75" fmla="*/ 133 h 220"/>
                <a:gd name="T76" fmla="*/ 14 w 220"/>
                <a:gd name="T77" fmla="*/ 119 h 220"/>
                <a:gd name="T78" fmla="*/ 35 w 220"/>
                <a:gd name="T79" fmla="*/ 96 h 220"/>
                <a:gd name="T80" fmla="*/ 48 w 220"/>
                <a:gd name="T81" fmla="*/ 80 h 220"/>
                <a:gd name="T82" fmla="*/ 35 w 220"/>
                <a:gd name="T83" fmla="*/ 49 h 220"/>
                <a:gd name="T84" fmla="*/ 66 w 220"/>
                <a:gd name="T85" fmla="*/ 47 h 220"/>
                <a:gd name="T86" fmla="*/ 80 w 220"/>
                <a:gd name="T87" fmla="*/ 48 h 220"/>
                <a:gd name="T88" fmla="*/ 96 w 220"/>
                <a:gd name="T89" fmla="*/ 35 h 220"/>
                <a:gd name="T90" fmla="*/ 119 w 220"/>
                <a:gd name="T91" fmla="*/ 14 h 220"/>
                <a:gd name="T92" fmla="*/ 133 w 220"/>
                <a:gd name="T93" fmla="*/ 45 h 220"/>
                <a:gd name="T94" fmla="*/ 146 w 220"/>
                <a:gd name="T95" fmla="*/ 50 h 220"/>
                <a:gd name="T96" fmla="*/ 171 w 220"/>
                <a:gd name="T97" fmla="*/ 35 h 220"/>
                <a:gd name="T98" fmla="*/ 173 w 220"/>
                <a:gd name="T99" fmla="*/ 66 h 220"/>
                <a:gd name="T100" fmla="*/ 175 w 220"/>
                <a:gd name="T101" fmla="*/ 87 h 220"/>
                <a:gd name="T102" fmla="*/ 206 w 220"/>
                <a:gd name="T103" fmla="*/ 101 h 220"/>
                <a:gd name="T104" fmla="*/ 185 w 220"/>
                <a:gd name="T105" fmla="*/ 12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20">
                  <a:moveTo>
                    <a:pt x="209" y="87"/>
                  </a:moveTo>
                  <a:cubicBezTo>
                    <a:pt x="188" y="83"/>
                    <a:pt x="188" y="83"/>
                    <a:pt x="188" y="83"/>
                  </a:cubicBezTo>
                  <a:cubicBezTo>
                    <a:pt x="187" y="80"/>
                    <a:pt x="186" y="77"/>
                    <a:pt x="184" y="74"/>
                  </a:cubicBezTo>
                  <a:cubicBezTo>
                    <a:pt x="196" y="56"/>
                    <a:pt x="196" y="56"/>
                    <a:pt x="196" y="56"/>
                  </a:cubicBezTo>
                  <a:cubicBezTo>
                    <a:pt x="200" y="51"/>
                    <a:pt x="199" y="43"/>
                    <a:pt x="194" y="39"/>
                  </a:cubicBezTo>
                  <a:cubicBezTo>
                    <a:pt x="181" y="26"/>
                    <a:pt x="181" y="26"/>
                    <a:pt x="181" y="26"/>
                  </a:cubicBezTo>
                  <a:cubicBezTo>
                    <a:pt x="179" y="23"/>
                    <a:pt x="175" y="22"/>
                    <a:pt x="171" y="22"/>
                  </a:cubicBezTo>
                  <a:cubicBezTo>
                    <a:pt x="169" y="22"/>
                    <a:pt x="166" y="22"/>
                    <a:pt x="164" y="24"/>
                  </a:cubicBezTo>
                  <a:cubicBezTo>
                    <a:pt x="146" y="36"/>
                    <a:pt x="146" y="36"/>
                    <a:pt x="146" y="36"/>
                  </a:cubicBezTo>
                  <a:cubicBezTo>
                    <a:pt x="143" y="34"/>
                    <a:pt x="140" y="33"/>
                    <a:pt x="137" y="32"/>
                  </a:cubicBezTo>
                  <a:cubicBezTo>
                    <a:pt x="133" y="11"/>
                    <a:pt x="133" y="11"/>
                    <a:pt x="133" y="11"/>
                  </a:cubicBezTo>
                  <a:cubicBezTo>
                    <a:pt x="132" y="5"/>
                    <a:pt x="126" y="0"/>
                    <a:pt x="119" y="0"/>
                  </a:cubicBezTo>
                  <a:cubicBezTo>
                    <a:pt x="101" y="0"/>
                    <a:pt x="101" y="0"/>
                    <a:pt x="101" y="0"/>
                  </a:cubicBezTo>
                  <a:cubicBezTo>
                    <a:pt x="94" y="0"/>
                    <a:pt x="88" y="5"/>
                    <a:pt x="87" y="11"/>
                  </a:cubicBezTo>
                  <a:cubicBezTo>
                    <a:pt x="83" y="32"/>
                    <a:pt x="83" y="32"/>
                    <a:pt x="83" y="32"/>
                  </a:cubicBezTo>
                  <a:cubicBezTo>
                    <a:pt x="80" y="33"/>
                    <a:pt x="77" y="34"/>
                    <a:pt x="74" y="36"/>
                  </a:cubicBezTo>
                  <a:cubicBezTo>
                    <a:pt x="56" y="24"/>
                    <a:pt x="56" y="24"/>
                    <a:pt x="56" y="24"/>
                  </a:cubicBezTo>
                  <a:cubicBezTo>
                    <a:pt x="54" y="22"/>
                    <a:pt x="51" y="22"/>
                    <a:pt x="49" y="22"/>
                  </a:cubicBezTo>
                  <a:cubicBezTo>
                    <a:pt x="45" y="22"/>
                    <a:pt x="41" y="23"/>
                    <a:pt x="39" y="26"/>
                  </a:cubicBezTo>
                  <a:cubicBezTo>
                    <a:pt x="26" y="39"/>
                    <a:pt x="26" y="39"/>
                    <a:pt x="26" y="39"/>
                  </a:cubicBezTo>
                  <a:cubicBezTo>
                    <a:pt x="21" y="43"/>
                    <a:pt x="20" y="51"/>
                    <a:pt x="24" y="56"/>
                  </a:cubicBezTo>
                  <a:cubicBezTo>
                    <a:pt x="36" y="74"/>
                    <a:pt x="36" y="74"/>
                    <a:pt x="36" y="74"/>
                  </a:cubicBezTo>
                  <a:cubicBezTo>
                    <a:pt x="34" y="77"/>
                    <a:pt x="33" y="80"/>
                    <a:pt x="32" y="83"/>
                  </a:cubicBezTo>
                  <a:cubicBezTo>
                    <a:pt x="11" y="87"/>
                    <a:pt x="11" y="87"/>
                    <a:pt x="11" y="87"/>
                  </a:cubicBezTo>
                  <a:cubicBezTo>
                    <a:pt x="5" y="88"/>
                    <a:pt x="0" y="94"/>
                    <a:pt x="0" y="101"/>
                  </a:cubicBezTo>
                  <a:cubicBezTo>
                    <a:pt x="0" y="119"/>
                    <a:pt x="0" y="119"/>
                    <a:pt x="0" y="119"/>
                  </a:cubicBezTo>
                  <a:cubicBezTo>
                    <a:pt x="0" y="126"/>
                    <a:pt x="5" y="132"/>
                    <a:pt x="11" y="133"/>
                  </a:cubicBezTo>
                  <a:cubicBezTo>
                    <a:pt x="32" y="137"/>
                    <a:pt x="32" y="137"/>
                    <a:pt x="32" y="137"/>
                  </a:cubicBezTo>
                  <a:cubicBezTo>
                    <a:pt x="33" y="140"/>
                    <a:pt x="34" y="143"/>
                    <a:pt x="36" y="146"/>
                  </a:cubicBezTo>
                  <a:cubicBezTo>
                    <a:pt x="24" y="164"/>
                    <a:pt x="24" y="164"/>
                    <a:pt x="24" y="164"/>
                  </a:cubicBezTo>
                  <a:cubicBezTo>
                    <a:pt x="20" y="169"/>
                    <a:pt x="21" y="177"/>
                    <a:pt x="26" y="181"/>
                  </a:cubicBezTo>
                  <a:cubicBezTo>
                    <a:pt x="39" y="194"/>
                    <a:pt x="39" y="194"/>
                    <a:pt x="39" y="194"/>
                  </a:cubicBezTo>
                  <a:cubicBezTo>
                    <a:pt x="41" y="197"/>
                    <a:pt x="45" y="198"/>
                    <a:pt x="49" y="198"/>
                  </a:cubicBezTo>
                  <a:cubicBezTo>
                    <a:pt x="51" y="198"/>
                    <a:pt x="54" y="198"/>
                    <a:pt x="56" y="196"/>
                  </a:cubicBezTo>
                  <a:cubicBezTo>
                    <a:pt x="74" y="184"/>
                    <a:pt x="74" y="184"/>
                    <a:pt x="74" y="184"/>
                  </a:cubicBezTo>
                  <a:cubicBezTo>
                    <a:pt x="77" y="186"/>
                    <a:pt x="80" y="187"/>
                    <a:pt x="83" y="188"/>
                  </a:cubicBezTo>
                  <a:cubicBezTo>
                    <a:pt x="87" y="209"/>
                    <a:pt x="87" y="209"/>
                    <a:pt x="87" y="209"/>
                  </a:cubicBezTo>
                  <a:cubicBezTo>
                    <a:pt x="88" y="215"/>
                    <a:pt x="94" y="220"/>
                    <a:pt x="101" y="220"/>
                  </a:cubicBezTo>
                  <a:cubicBezTo>
                    <a:pt x="119" y="220"/>
                    <a:pt x="119" y="220"/>
                    <a:pt x="119" y="220"/>
                  </a:cubicBezTo>
                  <a:cubicBezTo>
                    <a:pt x="126" y="220"/>
                    <a:pt x="132" y="215"/>
                    <a:pt x="133" y="209"/>
                  </a:cubicBezTo>
                  <a:cubicBezTo>
                    <a:pt x="137" y="188"/>
                    <a:pt x="137" y="188"/>
                    <a:pt x="137" y="188"/>
                  </a:cubicBezTo>
                  <a:cubicBezTo>
                    <a:pt x="140" y="187"/>
                    <a:pt x="143" y="186"/>
                    <a:pt x="146" y="184"/>
                  </a:cubicBezTo>
                  <a:cubicBezTo>
                    <a:pt x="164" y="196"/>
                    <a:pt x="164" y="196"/>
                    <a:pt x="164" y="196"/>
                  </a:cubicBezTo>
                  <a:cubicBezTo>
                    <a:pt x="166" y="198"/>
                    <a:pt x="169" y="198"/>
                    <a:pt x="171" y="198"/>
                  </a:cubicBezTo>
                  <a:cubicBezTo>
                    <a:pt x="175" y="198"/>
                    <a:pt x="179" y="197"/>
                    <a:pt x="181" y="194"/>
                  </a:cubicBezTo>
                  <a:cubicBezTo>
                    <a:pt x="194" y="181"/>
                    <a:pt x="194" y="181"/>
                    <a:pt x="194" y="181"/>
                  </a:cubicBezTo>
                  <a:cubicBezTo>
                    <a:pt x="199" y="177"/>
                    <a:pt x="200" y="169"/>
                    <a:pt x="196" y="164"/>
                  </a:cubicBezTo>
                  <a:cubicBezTo>
                    <a:pt x="184" y="146"/>
                    <a:pt x="184" y="146"/>
                    <a:pt x="184" y="146"/>
                  </a:cubicBezTo>
                  <a:cubicBezTo>
                    <a:pt x="186" y="143"/>
                    <a:pt x="187" y="140"/>
                    <a:pt x="188" y="137"/>
                  </a:cubicBezTo>
                  <a:cubicBezTo>
                    <a:pt x="209" y="133"/>
                    <a:pt x="209" y="133"/>
                    <a:pt x="209" y="133"/>
                  </a:cubicBezTo>
                  <a:cubicBezTo>
                    <a:pt x="215" y="132"/>
                    <a:pt x="220" y="126"/>
                    <a:pt x="220" y="119"/>
                  </a:cubicBezTo>
                  <a:cubicBezTo>
                    <a:pt x="220" y="101"/>
                    <a:pt x="220" y="101"/>
                    <a:pt x="220" y="101"/>
                  </a:cubicBezTo>
                  <a:cubicBezTo>
                    <a:pt x="220" y="94"/>
                    <a:pt x="215" y="88"/>
                    <a:pt x="209" y="87"/>
                  </a:cubicBezTo>
                  <a:close/>
                  <a:moveTo>
                    <a:pt x="185" y="124"/>
                  </a:moveTo>
                  <a:cubicBezTo>
                    <a:pt x="180" y="125"/>
                    <a:pt x="176" y="128"/>
                    <a:pt x="175" y="133"/>
                  </a:cubicBezTo>
                  <a:cubicBezTo>
                    <a:pt x="174" y="135"/>
                    <a:pt x="173" y="138"/>
                    <a:pt x="172" y="140"/>
                  </a:cubicBezTo>
                  <a:cubicBezTo>
                    <a:pt x="170" y="144"/>
                    <a:pt x="170" y="149"/>
                    <a:pt x="173" y="154"/>
                  </a:cubicBezTo>
                  <a:cubicBezTo>
                    <a:pt x="185" y="171"/>
                    <a:pt x="185" y="171"/>
                    <a:pt x="185" y="171"/>
                  </a:cubicBezTo>
                  <a:cubicBezTo>
                    <a:pt x="171" y="185"/>
                    <a:pt x="171" y="185"/>
                    <a:pt x="171" y="185"/>
                  </a:cubicBezTo>
                  <a:cubicBezTo>
                    <a:pt x="154" y="173"/>
                    <a:pt x="154" y="173"/>
                    <a:pt x="154" y="173"/>
                  </a:cubicBezTo>
                  <a:cubicBezTo>
                    <a:pt x="151" y="171"/>
                    <a:pt x="149" y="170"/>
                    <a:pt x="146" y="170"/>
                  </a:cubicBezTo>
                  <a:cubicBezTo>
                    <a:pt x="144" y="170"/>
                    <a:pt x="142" y="171"/>
                    <a:pt x="140" y="172"/>
                  </a:cubicBezTo>
                  <a:cubicBezTo>
                    <a:pt x="138" y="173"/>
                    <a:pt x="135" y="174"/>
                    <a:pt x="133" y="175"/>
                  </a:cubicBezTo>
                  <a:cubicBezTo>
                    <a:pt x="128" y="176"/>
                    <a:pt x="125" y="180"/>
                    <a:pt x="124" y="185"/>
                  </a:cubicBezTo>
                  <a:cubicBezTo>
                    <a:pt x="119" y="206"/>
                    <a:pt x="119" y="206"/>
                    <a:pt x="119" y="206"/>
                  </a:cubicBezTo>
                  <a:cubicBezTo>
                    <a:pt x="101" y="206"/>
                    <a:pt x="101" y="206"/>
                    <a:pt x="101" y="206"/>
                  </a:cubicBezTo>
                  <a:cubicBezTo>
                    <a:pt x="96" y="185"/>
                    <a:pt x="96" y="185"/>
                    <a:pt x="96" y="185"/>
                  </a:cubicBezTo>
                  <a:cubicBezTo>
                    <a:pt x="95" y="180"/>
                    <a:pt x="92" y="176"/>
                    <a:pt x="87" y="175"/>
                  </a:cubicBezTo>
                  <a:cubicBezTo>
                    <a:pt x="85" y="174"/>
                    <a:pt x="82" y="173"/>
                    <a:pt x="80" y="172"/>
                  </a:cubicBezTo>
                  <a:cubicBezTo>
                    <a:pt x="78" y="171"/>
                    <a:pt x="76" y="170"/>
                    <a:pt x="74" y="170"/>
                  </a:cubicBezTo>
                  <a:cubicBezTo>
                    <a:pt x="71" y="170"/>
                    <a:pt x="69" y="171"/>
                    <a:pt x="66" y="173"/>
                  </a:cubicBezTo>
                  <a:cubicBezTo>
                    <a:pt x="49" y="185"/>
                    <a:pt x="49" y="185"/>
                    <a:pt x="49" y="185"/>
                  </a:cubicBezTo>
                  <a:cubicBezTo>
                    <a:pt x="35" y="171"/>
                    <a:pt x="35" y="171"/>
                    <a:pt x="35" y="171"/>
                  </a:cubicBezTo>
                  <a:cubicBezTo>
                    <a:pt x="47" y="154"/>
                    <a:pt x="47" y="154"/>
                    <a:pt x="47" y="154"/>
                  </a:cubicBezTo>
                  <a:cubicBezTo>
                    <a:pt x="50" y="149"/>
                    <a:pt x="50" y="144"/>
                    <a:pt x="48" y="140"/>
                  </a:cubicBezTo>
                  <a:cubicBezTo>
                    <a:pt x="47" y="138"/>
                    <a:pt x="46" y="135"/>
                    <a:pt x="45" y="133"/>
                  </a:cubicBezTo>
                  <a:cubicBezTo>
                    <a:pt x="44" y="128"/>
                    <a:pt x="40" y="125"/>
                    <a:pt x="35" y="124"/>
                  </a:cubicBezTo>
                  <a:cubicBezTo>
                    <a:pt x="14" y="119"/>
                    <a:pt x="14" y="119"/>
                    <a:pt x="14" y="119"/>
                  </a:cubicBezTo>
                  <a:cubicBezTo>
                    <a:pt x="14" y="101"/>
                    <a:pt x="14" y="101"/>
                    <a:pt x="14" y="101"/>
                  </a:cubicBezTo>
                  <a:cubicBezTo>
                    <a:pt x="35" y="96"/>
                    <a:pt x="35" y="96"/>
                    <a:pt x="35" y="96"/>
                  </a:cubicBezTo>
                  <a:cubicBezTo>
                    <a:pt x="40" y="95"/>
                    <a:pt x="44" y="92"/>
                    <a:pt x="45" y="87"/>
                  </a:cubicBezTo>
                  <a:cubicBezTo>
                    <a:pt x="46" y="85"/>
                    <a:pt x="47" y="82"/>
                    <a:pt x="48" y="80"/>
                  </a:cubicBezTo>
                  <a:cubicBezTo>
                    <a:pt x="50" y="76"/>
                    <a:pt x="50" y="71"/>
                    <a:pt x="47" y="66"/>
                  </a:cubicBezTo>
                  <a:cubicBezTo>
                    <a:pt x="35" y="49"/>
                    <a:pt x="35" y="49"/>
                    <a:pt x="35" y="49"/>
                  </a:cubicBezTo>
                  <a:cubicBezTo>
                    <a:pt x="49" y="35"/>
                    <a:pt x="49" y="35"/>
                    <a:pt x="49" y="35"/>
                  </a:cubicBezTo>
                  <a:cubicBezTo>
                    <a:pt x="66" y="47"/>
                    <a:pt x="66" y="47"/>
                    <a:pt x="66" y="47"/>
                  </a:cubicBezTo>
                  <a:cubicBezTo>
                    <a:pt x="69" y="49"/>
                    <a:pt x="71" y="50"/>
                    <a:pt x="74" y="50"/>
                  </a:cubicBezTo>
                  <a:cubicBezTo>
                    <a:pt x="76" y="50"/>
                    <a:pt x="78" y="49"/>
                    <a:pt x="80" y="48"/>
                  </a:cubicBezTo>
                  <a:cubicBezTo>
                    <a:pt x="82" y="47"/>
                    <a:pt x="85" y="46"/>
                    <a:pt x="87" y="45"/>
                  </a:cubicBezTo>
                  <a:cubicBezTo>
                    <a:pt x="92" y="44"/>
                    <a:pt x="95" y="40"/>
                    <a:pt x="96" y="35"/>
                  </a:cubicBezTo>
                  <a:cubicBezTo>
                    <a:pt x="101" y="14"/>
                    <a:pt x="101" y="14"/>
                    <a:pt x="101" y="14"/>
                  </a:cubicBezTo>
                  <a:cubicBezTo>
                    <a:pt x="119" y="14"/>
                    <a:pt x="119" y="14"/>
                    <a:pt x="119" y="14"/>
                  </a:cubicBezTo>
                  <a:cubicBezTo>
                    <a:pt x="124" y="35"/>
                    <a:pt x="124" y="35"/>
                    <a:pt x="124" y="35"/>
                  </a:cubicBezTo>
                  <a:cubicBezTo>
                    <a:pt x="125" y="40"/>
                    <a:pt x="128" y="44"/>
                    <a:pt x="133" y="45"/>
                  </a:cubicBezTo>
                  <a:cubicBezTo>
                    <a:pt x="135" y="46"/>
                    <a:pt x="138" y="47"/>
                    <a:pt x="140" y="48"/>
                  </a:cubicBezTo>
                  <a:cubicBezTo>
                    <a:pt x="142" y="49"/>
                    <a:pt x="144" y="50"/>
                    <a:pt x="146" y="50"/>
                  </a:cubicBezTo>
                  <a:cubicBezTo>
                    <a:pt x="149" y="50"/>
                    <a:pt x="151" y="49"/>
                    <a:pt x="154" y="47"/>
                  </a:cubicBezTo>
                  <a:cubicBezTo>
                    <a:pt x="171" y="35"/>
                    <a:pt x="171" y="35"/>
                    <a:pt x="171" y="35"/>
                  </a:cubicBezTo>
                  <a:cubicBezTo>
                    <a:pt x="185" y="49"/>
                    <a:pt x="185" y="49"/>
                    <a:pt x="185" y="49"/>
                  </a:cubicBezTo>
                  <a:cubicBezTo>
                    <a:pt x="173" y="66"/>
                    <a:pt x="173" y="66"/>
                    <a:pt x="173" y="66"/>
                  </a:cubicBezTo>
                  <a:cubicBezTo>
                    <a:pt x="170" y="71"/>
                    <a:pt x="170" y="76"/>
                    <a:pt x="172" y="80"/>
                  </a:cubicBezTo>
                  <a:cubicBezTo>
                    <a:pt x="173" y="82"/>
                    <a:pt x="174" y="85"/>
                    <a:pt x="175" y="87"/>
                  </a:cubicBezTo>
                  <a:cubicBezTo>
                    <a:pt x="176" y="92"/>
                    <a:pt x="180" y="95"/>
                    <a:pt x="185" y="96"/>
                  </a:cubicBezTo>
                  <a:cubicBezTo>
                    <a:pt x="206" y="101"/>
                    <a:pt x="206" y="101"/>
                    <a:pt x="206" y="101"/>
                  </a:cubicBezTo>
                  <a:cubicBezTo>
                    <a:pt x="206" y="119"/>
                    <a:pt x="206" y="119"/>
                    <a:pt x="206" y="119"/>
                  </a:cubicBezTo>
                  <a:lnTo>
                    <a:pt x="185" y="1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20"/>
            <p:cNvSpPr>
              <a:spLocks noEditPoints="1"/>
            </p:cNvSpPr>
            <p:nvPr/>
          </p:nvSpPr>
          <p:spPr bwMode="auto">
            <a:xfrm>
              <a:off x="-2538413" y="300038"/>
              <a:ext cx="360362" cy="36036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48 w 96"/>
                <a:gd name="T11" fmla="*/ 90 h 96"/>
                <a:gd name="T12" fmla="*/ 6 w 96"/>
                <a:gd name="T13" fmla="*/ 48 h 96"/>
                <a:gd name="T14" fmla="*/ 48 w 96"/>
                <a:gd name="T15" fmla="*/ 6 h 96"/>
                <a:gd name="T16" fmla="*/ 90 w 96"/>
                <a:gd name="T17" fmla="*/ 48 h 96"/>
                <a:gd name="T18" fmla="*/ 48 w 96"/>
                <a:gd name="T19" fmla="*/ 9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0"/>
                  </a:moveTo>
                  <a:cubicBezTo>
                    <a:pt x="21" y="0"/>
                    <a:pt x="0" y="21"/>
                    <a:pt x="0" y="48"/>
                  </a:cubicBezTo>
                  <a:cubicBezTo>
                    <a:pt x="0" y="75"/>
                    <a:pt x="21" y="96"/>
                    <a:pt x="48" y="96"/>
                  </a:cubicBezTo>
                  <a:cubicBezTo>
                    <a:pt x="75" y="96"/>
                    <a:pt x="96" y="75"/>
                    <a:pt x="96" y="48"/>
                  </a:cubicBezTo>
                  <a:cubicBezTo>
                    <a:pt x="96" y="21"/>
                    <a:pt x="75" y="0"/>
                    <a:pt x="48" y="0"/>
                  </a:cubicBezTo>
                  <a:close/>
                  <a:moveTo>
                    <a:pt x="48" y="90"/>
                  </a:moveTo>
                  <a:cubicBezTo>
                    <a:pt x="25" y="90"/>
                    <a:pt x="6" y="71"/>
                    <a:pt x="6" y="48"/>
                  </a:cubicBezTo>
                  <a:cubicBezTo>
                    <a:pt x="6" y="25"/>
                    <a:pt x="25" y="6"/>
                    <a:pt x="48" y="6"/>
                  </a:cubicBezTo>
                  <a:cubicBezTo>
                    <a:pt x="71" y="6"/>
                    <a:pt x="90" y="25"/>
                    <a:pt x="90" y="48"/>
                  </a:cubicBezTo>
                  <a:cubicBezTo>
                    <a:pt x="90" y="71"/>
                    <a:pt x="71" y="90"/>
                    <a:pt x="48" y="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Freeform 21"/>
            <p:cNvSpPr>
              <a:spLocks noEditPoints="1"/>
            </p:cNvSpPr>
            <p:nvPr/>
          </p:nvSpPr>
          <p:spPr bwMode="auto">
            <a:xfrm>
              <a:off x="-2460625" y="374650"/>
              <a:ext cx="207962" cy="206375"/>
            </a:xfrm>
            <a:custGeom>
              <a:avLst/>
              <a:gdLst>
                <a:gd name="T0" fmla="*/ 27 w 55"/>
                <a:gd name="T1" fmla="*/ 0 h 55"/>
                <a:gd name="T2" fmla="*/ 0 w 55"/>
                <a:gd name="T3" fmla="*/ 28 h 55"/>
                <a:gd name="T4" fmla="*/ 27 w 55"/>
                <a:gd name="T5" fmla="*/ 55 h 55"/>
                <a:gd name="T6" fmla="*/ 55 w 55"/>
                <a:gd name="T7" fmla="*/ 28 h 55"/>
                <a:gd name="T8" fmla="*/ 27 w 55"/>
                <a:gd name="T9" fmla="*/ 0 h 55"/>
                <a:gd name="T10" fmla="*/ 27 w 55"/>
                <a:gd name="T11" fmla="*/ 49 h 55"/>
                <a:gd name="T12" fmla="*/ 6 w 55"/>
                <a:gd name="T13" fmla="*/ 28 h 55"/>
                <a:gd name="T14" fmla="*/ 27 w 55"/>
                <a:gd name="T15" fmla="*/ 7 h 55"/>
                <a:gd name="T16" fmla="*/ 48 w 55"/>
                <a:gd name="T17" fmla="*/ 28 h 55"/>
                <a:gd name="T18" fmla="*/ 27 w 55"/>
                <a:gd name="T19"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7" y="0"/>
                  </a:moveTo>
                  <a:cubicBezTo>
                    <a:pt x="12" y="0"/>
                    <a:pt x="0" y="13"/>
                    <a:pt x="0" y="28"/>
                  </a:cubicBezTo>
                  <a:cubicBezTo>
                    <a:pt x="0" y="43"/>
                    <a:pt x="12" y="55"/>
                    <a:pt x="27" y="55"/>
                  </a:cubicBezTo>
                  <a:cubicBezTo>
                    <a:pt x="42" y="55"/>
                    <a:pt x="55" y="43"/>
                    <a:pt x="55" y="28"/>
                  </a:cubicBezTo>
                  <a:cubicBezTo>
                    <a:pt x="55" y="13"/>
                    <a:pt x="42" y="0"/>
                    <a:pt x="27" y="0"/>
                  </a:cubicBezTo>
                  <a:close/>
                  <a:moveTo>
                    <a:pt x="27" y="49"/>
                  </a:moveTo>
                  <a:cubicBezTo>
                    <a:pt x="16" y="49"/>
                    <a:pt x="6" y="39"/>
                    <a:pt x="6" y="28"/>
                  </a:cubicBezTo>
                  <a:cubicBezTo>
                    <a:pt x="6" y="17"/>
                    <a:pt x="16" y="7"/>
                    <a:pt x="27" y="7"/>
                  </a:cubicBezTo>
                  <a:cubicBezTo>
                    <a:pt x="38" y="7"/>
                    <a:pt x="48" y="17"/>
                    <a:pt x="48" y="28"/>
                  </a:cubicBezTo>
                  <a:cubicBezTo>
                    <a:pt x="48" y="39"/>
                    <a:pt x="38" y="49"/>
                    <a:pt x="27"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3" name="Group 42"/>
          <p:cNvGrpSpPr/>
          <p:nvPr/>
        </p:nvGrpSpPr>
        <p:grpSpPr>
          <a:xfrm>
            <a:off x="6242020" y="5422854"/>
            <a:ext cx="433144" cy="331053"/>
            <a:chOff x="5516563" y="84138"/>
            <a:chExt cx="1414463" cy="1081087"/>
          </a:xfrm>
          <a:solidFill>
            <a:schemeClr val="bg1"/>
          </a:solidFill>
        </p:grpSpPr>
        <p:sp>
          <p:nvSpPr>
            <p:cNvPr id="44" name="Freeform 13"/>
            <p:cNvSpPr>
              <a:spLocks noEditPoints="1"/>
            </p:cNvSpPr>
            <p:nvPr/>
          </p:nvSpPr>
          <p:spPr bwMode="auto">
            <a:xfrm>
              <a:off x="5688013" y="249238"/>
              <a:ext cx="896938" cy="698500"/>
            </a:xfrm>
            <a:custGeom>
              <a:avLst/>
              <a:gdLst>
                <a:gd name="T0" fmla="*/ 214 w 239"/>
                <a:gd name="T1" fmla="*/ 9 h 186"/>
                <a:gd name="T2" fmla="*/ 120 w 239"/>
                <a:gd name="T3" fmla="*/ 0 h 186"/>
                <a:gd name="T4" fmla="*/ 26 w 239"/>
                <a:gd name="T5" fmla="*/ 9 h 186"/>
                <a:gd name="T6" fmla="*/ 17 w 239"/>
                <a:gd name="T7" fmla="*/ 17 h 186"/>
                <a:gd name="T8" fmla="*/ 17 w 239"/>
                <a:gd name="T9" fmla="*/ 169 h 186"/>
                <a:gd name="T10" fmla="*/ 26 w 239"/>
                <a:gd name="T11" fmla="*/ 177 h 186"/>
                <a:gd name="T12" fmla="*/ 120 w 239"/>
                <a:gd name="T13" fmla="*/ 186 h 186"/>
                <a:gd name="T14" fmla="*/ 214 w 239"/>
                <a:gd name="T15" fmla="*/ 177 h 186"/>
                <a:gd name="T16" fmla="*/ 222 w 239"/>
                <a:gd name="T17" fmla="*/ 169 h 186"/>
                <a:gd name="T18" fmla="*/ 222 w 239"/>
                <a:gd name="T19" fmla="*/ 17 h 186"/>
                <a:gd name="T20" fmla="*/ 214 w 239"/>
                <a:gd name="T21" fmla="*/ 9 h 186"/>
                <a:gd name="T22" fmla="*/ 211 w 239"/>
                <a:gd name="T23" fmla="*/ 165 h 186"/>
                <a:gd name="T24" fmla="*/ 28 w 239"/>
                <a:gd name="T25" fmla="*/ 165 h 186"/>
                <a:gd name="T26" fmla="*/ 28 w 239"/>
                <a:gd name="T27" fmla="*/ 21 h 186"/>
                <a:gd name="T28" fmla="*/ 211 w 239"/>
                <a:gd name="T29" fmla="*/ 21 h 186"/>
                <a:gd name="T30" fmla="*/ 211 w 239"/>
                <a:gd name="T31" fmla="*/ 16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9" h="186">
                  <a:moveTo>
                    <a:pt x="214" y="9"/>
                  </a:moveTo>
                  <a:cubicBezTo>
                    <a:pt x="182" y="3"/>
                    <a:pt x="151" y="0"/>
                    <a:pt x="120" y="0"/>
                  </a:cubicBezTo>
                  <a:cubicBezTo>
                    <a:pt x="88" y="0"/>
                    <a:pt x="57" y="3"/>
                    <a:pt x="26" y="9"/>
                  </a:cubicBezTo>
                  <a:cubicBezTo>
                    <a:pt x="22" y="10"/>
                    <a:pt x="18" y="13"/>
                    <a:pt x="17" y="17"/>
                  </a:cubicBezTo>
                  <a:cubicBezTo>
                    <a:pt x="0" y="67"/>
                    <a:pt x="0" y="118"/>
                    <a:pt x="17" y="169"/>
                  </a:cubicBezTo>
                  <a:cubicBezTo>
                    <a:pt x="18" y="173"/>
                    <a:pt x="22" y="176"/>
                    <a:pt x="26" y="177"/>
                  </a:cubicBezTo>
                  <a:cubicBezTo>
                    <a:pt x="57" y="183"/>
                    <a:pt x="88" y="186"/>
                    <a:pt x="120" y="186"/>
                  </a:cubicBezTo>
                  <a:cubicBezTo>
                    <a:pt x="151" y="186"/>
                    <a:pt x="182" y="183"/>
                    <a:pt x="214" y="177"/>
                  </a:cubicBezTo>
                  <a:cubicBezTo>
                    <a:pt x="218" y="176"/>
                    <a:pt x="221" y="173"/>
                    <a:pt x="222" y="169"/>
                  </a:cubicBezTo>
                  <a:cubicBezTo>
                    <a:pt x="239" y="118"/>
                    <a:pt x="239" y="67"/>
                    <a:pt x="222" y="17"/>
                  </a:cubicBezTo>
                  <a:cubicBezTo>
                    <a:pt x="221" y="13"/>
                    <a:pt x="218" y="10"/>
                    <a:pt x="214" y="9"/>
                  </a:cubicBezTo>
                  <a:close/>
                  <a:moveTo>
                    <a:pt x="211" y="165"/>
                  </a:moveTo>
                  <a:cubicBezTo>
                    <a:pt x="150" y="178"/>
                    <a:pt x="89" y="178"/>
                    <a:pt x="28" y="165"/>
                  </a:cubicBezTo>
                  <a:cubicBezTo>
                    <a:pt x="12" y="117"/>
                    <a:pt x="12" y="69"/>
                    <a:pt x="28" y="21"/>
                  </a:cubicBezTo>
                  <a:cubicBezTo>
                    <a:pt x="89" y="8"/>
                    <a:pt x="150" y="8"/>
                    <a:pt x="211" y="21"/>
                  </a:cubicBezTo>
                  <a:cubicBezTo>
                    <a:pt x="227" y="69"/>
                    <a:pt x="227" y="117"/>
                    <a:pt x="211" y="16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Freeform 14"/>
            <p:cNvSpPr>
              <a:spLocks noEditPoints="1"/>
            </p:cNvSpPr>
            <p:nvPr/>
          </p:nvSpPr>
          <p:spPr bwMode="auto">
            <a:xfrm>
              <a:off x="5516563" y="84138"/>
              <a:ext cx="1414463" cy="1081087"/>
            </a:xfrm>
            <a:custGeom>
              <a:avLst/>
              <a:gdLst>
                <a:gd name="T0" fmla="*/ 359 w 377"/>
                <a:gd name="T1" fmla="*/ 27 h 288"/>
                <a:gd name="T2" fmla="*/ 340 w 377"/>
                <a:gd name="T3" fmla="*/ 9 h 288"/>
                <a:gd name="T4" fmla="*/ 189 w 377"/>
                <a:gd name="T5" fmla="*/ 0 h 288"/>
                <a:gd name="T6" fmla="*/ 37 w 377"/>
                <a:gd name="T7" fmla="*/ 9 h 288"/>
                <a:gd name="T8" fmla="*/ 18 w 377"/>
                <a:gd name="T9" fmla="*/ 27 h 288"/>
                <a:gd name="T10" fmla="*/ 18 w 377"/>
                <a:gd name="T11" fmla="*/ 250 h 288"/>
                <a:gd name="T12" fmla="*/ 37 w 377"/>
                <a:gd name="T13" fmla="*/ 267 h 288"/>
                <a:gd name="T14" fmla="*/ 110 w 377"/>
                <a:gd name="T15" fmla="*/ 274 h 288"/>
                <a:gd name="T16" fmla="*/ 108 w 377"/>
                <a:gd name="T17" fmla="*/ 276 h 288"/>
                <a:gd name="T18" fmla="*/ 189 w 377"/>
                <a:gd name="T19" fmla="*/ 288 h 288"/>
                <a:gd name="T20" fmla="*/ 269 w 377"/>
                <a:gd name="T21" fmla="*/ 276 h 288"/>
                <a:gd name="T22" fmla="*/ 267 w 377"/>
                <a:gd name="T23" fmla="*/ 274 h 288"/>
                <a:gd name="T24" fmla="*/ 340 w 377"/>
                <a:gd name="T25" fmla="*/ 267 h 288"/>
                <a:gd name="T26" fmla="*/ 359 w 377"/>
                <a:gd name="T27" fmla="*/ 250 h 288"/>
                <a:gd name="T28" fmla="*/ 359 w 377"/>
                <a:gd name="T29" fmla="*/ 27 h 288"/>
                <a:gd name="T30" fmla="*/ 337 w 377"/>
                <a:gd name="T31" fmla="*/ 244 h 288"/>
                <a:gd name="T32" fmla="*/ 40 w 377"/>
                <a:gd name="T33" fmla="*/ 244 h 288"/>
                <a:gd name="T34" fmla="*/ 40 w 377"/>
                <a:gd name="T35" fmla="*/ 32 h 288"/>
                <a:gd name="T36" fmla="*/ 337 w 377"/>
                <a:gd name="T37" fmla="*/ 32 h 288"/>
                <a:gd name="T38" fmla="*/ 337 w 377"/>
                <a:gd name="T39" fmla="*/ 2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7" h="288">
                  <a:moveTo>
                    <a:pt x="359" y="27"/>
                  </a:moveTo>
                  <a:cubicBezTo>
                    <a:pt x="357" y="17"/>
                    <a:pt x="349" y="10"/>
                    <a:pt x="340" y="9"/>
                  </a:cubicBezTo>
                  <a:cubicBezTo>
                    <a:pt x="290" y="3"/>
                    <a:pt x="239" y="0"/>
                    <a:pt x="189" y="0"/>
                  </a:cubicBezTo>
                  <a:cubicBezTo>
                    <a:pt x="138" y="0"/>
                    <a:pt x="87" y="3"/>
                    <a:pt x="37" y="9"/>
                  </a:cubicBezTo>
                  <a:cubicBezTo>
                    <a:pt x="28" y="10"/>
                    <a:pt x="20" y="17"/>
                    <a:pt x="18" y="27"/>
                  </a:cubicBezTo>
                  <a:cubicBezTo>
                    <a:pt x="0" y="101"/>
                    <a:pt x="0" y="176"/>
                    <a:pt x="18" y="250"/>
                  </a:cubicBezTo>
                  <a:cubicBezTo>
                    <a:pt x="20" y="259"/>
                    <a:pt x="28" y="266"/>
                    <a:pt x="37" y="267"/>
                  </a:cubicBezTo>
                  <a:cubicBezTo>
                    <a:pt x="61" y="270"/>
                    <a:pt x="86" y="272"/>
                    <a:pt x="110" y="274"/>
                  </a:cubicBezTo>
                  <a:cubicBezTo>
                    <a:pt x="109" y="275"/>
                    <a:pt x="108" y="275"/>
                    <a:pt x="108" y="276"/>
                  </a:cubicBezTo>
                  <a:cubicBezTo>
                    <a:pt x="108" y="283"/>
                    <a:pt x="144" y="288"/>
                    <a:pt x="189" y="288"/>
                  </a:cubicBezTo>
                  <a:cubicBezTo>
                    <a:pt x="233" y="288"/>
                    <a:pt x="269" y="283"/>
                    <a:pt x="269" y="276"/>
                  </a:cubicBezTo>
                  <a:cubicBezTo>
                    <a:pt x="269" y="275"/>
                    <a:pt x="268" y="275"/>
                    <a:pt x="267" y="274"/>
                  </a:cubicBezTo>
                  <a:cubicBezTo>
                    <a:pt x="291" y="272"/>
                    <a:pt x="316" y="270"/>
                    <a:pt x="340" y="267"/>
                  </a:cubicBezTo>
                  <a:cubicBezTo>
                    <a:pt x="349" y="266"/>
                    <a:pt x="357" y="259"/>
                    <a:pt x="359" y="250"/>
                  </a:cubicBezTo>
                  <a:cubicBezTo>
                    <a:pt x="377" y="176"/>
                    <a:pt x="377" y="101"/>
                    <a:pt x="359" y="27"/>
                  </a:cubicBezTo>
                  <a:close/>
                  <a:moveTo>
                    <a:pt x="337" y="244"/>
                  </a:moveTo>
                  <a:cubicBezTo>
                    <a:pt x="238" y="256"/>
                    <a:pt x="139" y="256"/>
                    <a:pt x="40" y="244"/>
                  </a:cubicBezTo>
                  <a:cubicBezTo>
                    <a:pt x="23" y="174"/>
                    <a:pt x="23" y="103"/>
                    <a:pt x="40" y="32"/>
                  </a:cubicBezTo>
                  <a:cubicBezTo>
                    <a:pt x="139" y="20"/>
                    <a:pt x="238" y="20"/>
                    <a:pt x="337" y="32"/>
                  </a:cubicBezTo>
                  <a:cubicBezTo>
                    <a:pt x="354" y="103"/>
                    <a:pt x="354" y="174"/>
                    <a:pt x="337" y="24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Freeform 15"/>
            <p:cNvSpPr>
              <a:spLocks noEditPoints="1"/>
            </p:cNvSpPr>
            <p:nvPr/>
          </p:nvSpPr>
          <p:spPr bwMode="auto">
            <a:xfrm>
              <a:off x="6611938" y="301625"/>
              <a:ext cx="131763" cy="128587"/>
            </a:xfrm>
            <a:custGeom>
              <a:avLst/>
              <a:gdLst>
                <a:gd name="T0" fmla="*/ 17 w 35"/>
                <a:gd name="T1" fmla="*/ 34 h 34"/>
                <a:gd name="T2" fmla="*/ 35 w 35"/>
                <a:gd name="T3" fmla="*/ 17 h 34"/>
                <a:gd name="T4" fmla="*/ 17 w 35"/>
                <a:gd name="T5" fmla="*/ 0 h 34"/>
                <a:gd name="T6" fmla="*/ 0 w 35"/>
                <a:gd name="T7" fmla="*/ 17 h 34"/>
                <a:gd name="T8" fmla="*/ 17 w 35"/>
                <a:gd name="T9" fmla="*/ 34 h 34"/>
                <a:gd name="T10" fmla="*/ 17 w 35"/>
                <a:gd name="T11" fmla="*/ 11 h 34"/>
                <a:gd name="T12" fmla="*/ 23 w 35"/>
                <a:gd name="T13" fmla="*/ 17 h 34"/>
                <a:gd name="T14" fmla="*/ 17 w 35"/>
                <a:gd name="T15" fmla="*/ 23 h 34"/>
                <a:gd name="T16" fmla="*/ 12 w 35"/>
                <a:gd name="T17" fmla="*/ 17 h 34"/>
                <a:gd name="T18" fmla="*/ 17 w 35"/>
                <a:gd name="T19" fmla="*/ 1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4">
                  <a:moveTo>
                    <a:pt x="17" y="34"/>
                  </a:moveTo>
                  <a:cubicBezTo>
                    <a:pt x="27" y="34"/>
                    <a:pt x="35" y="26"/>
                    <a:pt x="35" y="17"/>
                  </a:cubicBezTo>
                  <a:cubicBezTo>
                    <a:pt x="35" y="7"/>
                    <a:pt x="27" y="0"/>
                    <a:pt x="17" y="0"/>
                  </a:cubicBezTo>
                  <a:cubicBezTo>
                    <a:pt x="8" y="0"/>
                    <a:pt x="0" y="7"/>
                    <a:pt x="0" y="17"/>
                  </a:cubicBezTo>
                  <a:cubicBezTo>
                    <a:pt x="0" y="26"/>
                    <a:pt x="8" y="34"/>
                    <a:pt x="17" y="34"/>
                  </a:cubicBezTo>
                  <a:close/>
                  <a:moveTo>
                    <a:pt x="17" y="11"/>
                  </a:moveTo>
                  <a:cubicBezTo>
                    <a:pt x="21" y="11"/>
                    <a:pt x="23" y="14"/>
                    <a:pt x="23" y="17"/>
                  </a:cubicBezTo>
                  <a:cubicBezTo>
                    <a:pt x="23" y="20"/>
                    <a:pt x="21" y="23"/>
                    <a:pt x="17" y="23"/>
                  </a:cubicBezTo>
                  <a:cubicBezTo>
                    <a:pt x="14" y="23"/>
                    <a:pt x="12" y="20"/>
                    <a:pt x="12" y="17"/>
                  </a:cubicBezTo>
                  <a:cubicBezTo>
                    <a:pt x="12" y="14"/>
                    <a:pt x="14" y="11"/>
                    <a:pt x="17"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Freeform 16"/>
            <p:cNvSpPr>
              <a:spLocks/>
            </p:cNvSpPr>
            <p:nvPr/>
          </p:nvSpPr>
          <p:spPr bwMode="auto">
            <a:xfrm>
              <a:off x="6570663" y="860425"/>
              <a:ext cx="173038" cy="46037"/>
            </a:xfrm>
            <a:custGeom>
              <a:avLst/>
              <a:gdLst>
                <a:gd name="T0" fmla="*/ 40 w 46"/>
                <a:gd name="T1" fmla="*/ 0 h 12"/>
                <a:gd name="T2" fmla="*/ 5 w 46"/>
                <a:gd name="T3" fmla="*/ 0 h 12"/>
                <a:gd name="T4" fmla="*/ 0 w 46"/>
                <a:gd name="T5" fmla="*/ 6 h 12"/>
                <a:gd name="T6" fmla="*/ 5 w 46"/>
                <a:gd name="T7" fmla="*/ 12 h 12"/>
                <a:gd name="T8" fmla="*/ 40 w 46"/>
                <a:gd name="T9" fmla="*/ 12 h 12"/>
                <a:gd name="T10" fmla="*/ 46 w 46"/>
                <a:gd name="T11" fmla="*/ 6 h 12"/>
                <a:gd name="T12" fmla="*/ 40 w 4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6" h="12">
                  <a:moveTo>
                    <a:pt x="40" y="0"/>
                  </a:moveTo>
                  <a:cubicBezTo>
                    <a:pt x="5" y="0"/>
                    <a:pt x="5" y="0"/>
                    <a:pt x="5" y="0"/>
                  </a:cubicBezTo>
                  <a:cubicBezTo>
                    <a:pt x="2" y="0"/>
                    <a:pt x="0" y="3"/>
                    <a:pt x="0" y="6"/>
                  </a:cubicBezTo>
                  <a:cubicBezTo>
                    <a:pt x="0" y="9"/>
                    <a:pt x="2" y="12"/>
                    <a:pt x="5" y="12"/>
                  </a:cubicBezTo>
                  <a:cubicBezTo>
                    <a:pt x="40" y="12"/>
                    <a:pt x="40" y="12"/>
                    <a:pt x="40" y="12"/>
                  </a:cubicBezTo>
                  <a:cubicBezTo>
                    <a:pt x="43" y="12"/>
                    <a:pt x="46" y="9"/>
                    <a:pt x="46" y="6"/>
                  </a:cubicBezTo>
                  <a:cubicBezTo>
                    <a:pt x="46" y="3"/>
                    <a:pt x="43" y="0"/>
                    <a:pt x="40"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Freeform 17"/>
            <p:cNvSpPr>
              <a:spLocks/>
            </p:cNvSpPr>
            <p:nvPr/>
          </p:nvSpPr>
          <p:spPr bwMode="auto">
            <a:xfrm>
              <a:off x="6611938" y="733425"/>
              <a:ext cx="173038" cy="41275"/>
            </a:xfrm>
            <a:custGeom>
              <a:avLst/>
              <a:gdLst>
                <a:gd name="T0" fmla="*/ 40 w 46"/>
                <a:gd name="T1" fmla="*/ 0 h 11"/>
                <a:gd name="T2" fmla="*/ 6 w 46"/>
                <a:gd name="T3" fmla="*/ 0 h 11"/>
                <a:gd name="T4" fmla="*/ 0 w 46"/>
                <a:gd name="T5" fmla="*/ 5 h 11"/>
                <a:gd name="T6" fmla="*/ 6 w 46"/>
                <a:gd name="T7" fmla="*/ 11 h 11"/>
                <a:gd name="T8" fmla="*/ 40 w 46"/>
                <a:gd name="T9" fmla="*/ 11 h 11"/>
                <a:gd name="T10" fmla="*/ 46 w 46"/>
                <a:gd name="T11" fmla="*/ 5 h 11"/>
                <a:gd name="T12" fmla="*/ 40 w 46"/>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6" h="11">
                  <a:moveTo>
                    <a:pt x="40" y="0"/>
                  </a:moveTo>
                  <a:cubicBezTo>
                    <a:pt x="6" y="0"/>
                    <a:pt x="6" y="0"/>
                    <a:pt x="6" y="0"/>
                  </a:cubicBezTo>
                  <a:cubicBezTo>
                    <a:pt x="3" y="0"/>
                    <a:pt x="0" y="2"/>
                    <a:pt x="0" y="5"/>
                  </a:cubicBezTo>
                  <a:cubicBezTo>
                    <a:pt x="0" y="9"/>
                    <a:pt x="3" y="11"/>
                    <a:pt x="6" y="11"/>
                  </a:cubicBezTo>
                  <a:cubicBezTo>
                    <a:pt x="40" y="11"/>
                    <a:pt x="40" y="11"/>
                    <a:pt x="40" y="11"/>
                  </a:cubicBezTo>
                  <a:cubicBezTo>
                    <a:pt x="44" y="11"/>
                    <a:pt x="46" y="9"/>
                    <a:pt x="46" y="5"/>
                  </a:cubicBezTo>
                  <a:cubicBezTo>
                    <a:pt x="46" y="2"/>
                    <a:pt x="44" y="0"/>
                    <a:pt x="40"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18"/>
            <p:cNvSpPr>
              <a:spLocks/>
            </p:cNvSpPr>
            <p:nvPr/>
          </p:nvSpPr>
          <p:spPr bwMode="auto">
            <a:xfrm>
              <a:off x="6611938" y="601663"/>
              <a:ext cx="173038" cy="46037"/>
            </a:xfrm>
            <a:custGeom>
              <a:avLst/>
              <a:gdLst>
                <a:gd name="T0" fmla="*/ 40 w 46"/>
                <a:gd name="T1" fmla="*/ 0 h 12"/>
                <a:gd name="T2" fmla="*/ 6 w 46"/>
                <a:gd name="T3" fmla="*/ 0 h 12"/>
                <a:gd name="T4" fmla="*/ 0 w 46"/>
                <a:gd name="T5" fmla="*/ 6 h 12"/>
                <a:gd name="T6" fmla="*/ 6 w 46"/>
                <a:gd name="T7" fmla="*/ 12 h 12"/>
                <a:gd name="T8" fmla="*/ 40 w 46"/>
                <a:gd name="T9" fmla="*/ 12 h 12"/>
                <a:gd name="T10" fmla="*/ 46 w 46"/>
                <a:gd name="T11" fmla="*/ 6 h 12"/>
                <a:gd name="T12" fmla="*/ 40 w 4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6" h="12">
                  <a:moveTo>
                    <a:pt x="40" y="0"/>
                  </a:moveTo>
                  <a:cubicBezTo>
                    <a:pt x="6" y="0"/>
                    <a:pt x="6" y="0"/>
                    <a:pt x="6" y="0"/>
                  </a:cubicBezTo>
                  <a:cubicBezTo>
                    <a:pt x="3" y="0"/>
                    <a:pt x="0" y="3"/>
                    <a:pt x="0" y="6"/>
                  </a:cubicBezTo>
                  <a:cubicBezTo>
                    <a:pt x="0" y="9"/>
                    <a:pt x="3" y="12"/>
                    <a:pt x="6" y="12"/>
                  </a:cubicBezTo>
                  <a:cubicBezTo>
                    <a:pt x="40" y="12"/>
                    <a:pt x="40" y="12"/>
                    <a:pt x="40" y="12"/>
                  </a:cubicBezTo>
                  <a:cubicBezTo>
                    <a:pt x="44" y="12"/>
                    <a:pt x="46" y="9"/>
                    <a:pt x="46" y="6"/>
                  </a:cubicBezTo>
                  <a:cubicBezTo>
                    <a:pt x="46" y="3"/>
                    <a:pt x="44" y="0"/>
                    <a:pt x="40"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Freeform 19"/>
            <p:cNvSpPr>
              <a:spLocks/>
            </p:cNvSpPr>
            <p:nvPr/>
          </p:nvSpPr>
          <p:spPr bwMode="auto">
            <a:xfrm>
              <a:off x="5880100" y="422275"/>
              <a:ext cx="258763" cy="179387"/>
            </a:xfrm>
            <a:custGeom>
              <a:avLst/>
              <a:gdLst>
                <a:gd name="T0" fmla="*/ 63 w 69"/>
                <a:gd name="T1" fmla="*/ 0 h 48"/>
                <a:gd name="T2" fmla="*/ 10 w 69"/>
                <a:gd name="T3" fmla="*/ 4 h 48"/>
                <a:gd name="T4" fmla="*/ 3 w 69"/>
                <a:gd name="T5" fmla="*/ 10 h 48"/>
                <a:gd name="T6" fmla="*/ 0 w 69"/>
                <a:gd name="T7" fmla="*/ 42 h 48"/>
                <a:gd name="T8" fmla="*/ 5 w 69"/>
                <a:gd name="T9" fmla="*/ 48 h 48"/>
                <a:gd name="T10" fmla="*/ 11 w 69"/>
                <a:gd name="T11" fmla="*/ 42 h 48"/>
                <a:gd name="T12" fmla="*/ 13 w 69"/>
                <a:gd name="T13" fmla="*/ 21 h 48"/>
                <a:gd name="T14" fmla="*/ 20 w 69"/>
                <a:gd name="T15" fmla="*/ 14 h 48"/>
                <a:gd name="T16" fmla="*/ 63 w 69"/>
                <a:gd name="T17" fmla="*/ 11 h 48"/>
                <a:gd name="T18" fmla="*/ 69 w 69"/>
                <a:gd name="T19" fmla="*/ 5 h 48"/>
                <a:gd name="T20" fmla="*/ 63 w 69"/>
                <a:gd name="T2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48">
                  <a:moveTo>
                    <a:pt x="63" y="0"/>
                  </a:moveTo>
                  <a:cubicBezTo>
                    <a:pt x="10" y="4"/>
                    <a:pt x="10" y="4"/>
                    <a:pt x="10" y="4"/>
                  </a:cubicBezTo>
                  <a:cubicBezTo>
                    <a:pt x="7" y="4"/>
                    <a:pt x="4" y="7"/>
                    <a:pt x="3" y="10"/>
                  </a:cubicBezTo>
                  <a:cubicBezTo>
                    <a:pt x="0" y="42"/>
                    <a:pt x="0" y="42"/>
                    <a:pt x="0" y="42"/>
                  </a:cubicBezTo>
                  <a:cubicBezTo>
                    <a:pt x="0" y="46"/>
                    <a:pt x="2" y="48"/>
                    <a:pt x="5" y="48"/>
                  </a:cubicBezTo>
                  <a:cubicBezTo>
                    <a:pt x="8" y="48"/>
                    <a:pt x="11" y="46"/>
                    <a:pt x="11" y="42"/>
                  </a:cubicBezTo>
                  <a:cubicBezTo>
                    <a:pt x="13" y="21"/>
                    <a:pt x="13" y="21"/>
                    <a:pt x="13" y="21"/>
                  </a:cubicBezTo>
                  <a:cubicBezTo>
                    <a:pt x="14" y="17"/>
                    <a:pt x="16" y="15"/>
                    <a:pt x="20" y="14"/>
                  </a:cubicBezTo>
                  <a:cubicBezTo>
                    <a:pt x="63" y="11"/>
                    <a:pt x="63" y="11"/>
                    <a:pt x="63" y="11"/>
                  </a:cubicBezTo>
                  <a:cubicBezTo>
                    <a:pt x="66" y="11"/>
                    <a:pt x="69" y="9"/>
                    <a:pt x="69" y="5"/>
                  </a:cubicBezTo>
                  <a:cubicBezTo>
                    <a:pt x="69" y="2"/>
                    <a:pt x="66" y="0"/>
                    <a:pt x="63"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1" name="Group 50"/>
          <p:cNvGrpSpPr/>
          <p:nvPr/>
        </p:nvGrpSpPr>
        <p:grpSpPr>
          <a:xfrm>
            <a:off x="7129720" y="4293656"/>
            <a:ext cx="448210" cy="385986"/>
            <a:chOff x="2727325" y="-39687"/>
            <a:chExt cx="1463675" cy="1260475"/>
          </a:xfrm>
          <a:solidFill>
            <a:schemeClr val="bg1"/>
          </a:solidFill>
        </p:grpSpPr>
        <p:sp>
          <p:nvSpPr>
            <p:cNvPr id="52" name="Freeform 20"/>
            <p:cNvSpPr>
              <a:spLocks noEditPoints="1"/>
            </p:cNvSpPr>
            <p:nvPr/>
          </p:nvSpPr>
          <p:spPr bwMode="auto">
            <a:xfrm>
              <a:off x="2727325" y="-39687"/>
              <a:ext cx="1463675" cy="1260475"/>
            </a:xfrm>
            <a:custGeom>
              <a:avLst/>
              <a:gdLst>
                <a:gd name="T0" fmla="*/ 347 w 390"/>
                <a:gd name="T1" fmla="*/ 42 h 336"/>
                <a:gd name="T2" fmla="*/ 195 w 390"/>
                <a:gd name="T3" fmla="*/ 38 h 336"/>
                <a:gd name="T4" fmla="*/ 43 w 390"/>
                <a:gd name="T5" fmla="*/ 42 h 336"/>
                <a:gd name="T6" fmla="*/ 43 w 390"/>
                <a:gd name="T7" fmla="*/ 196 h 336"/>
                <a:gd name="T8" fmla="*/ 170 w 390"/>
                <a:gd name="T9" fmla="*/ 322 h 336"/>
                <a:gd name="T10" fmla="*/ 220 w 390"/>
                <a:gd name="T11" fmla="*/ 322 h 336"/>
                <a:gd name="T12" fmla="*/ 347 w 390"/>
                <a:gd name="T13" fmla="*/ 196 h 336"/>
                <a:gd name="T14" fmla="*/ 347 w 390"/>
                <a:gd name="T15" fmla="*/ 42 h 336"/>
                <a:gd name="T16" fmla="*/ 330 w 390"/>
                <a:gd name="T17" fmla="*/ 180 h 336"/>
                <a:gd name="T18" fmla="*/ 203 w 390"/>
                <a:gd name="T19" fmla="*/ 306 h 336"/>
                <a:gd name="T20" fmla="*/ 187 w 390"/>
                <a:gd name="T21" fmla="*/ 306 h 336"/>
                <a:gd name="T22" fmla="*/ 59 w 390"/>
                <a:gd name="T23" fmla="*/ 180 h 336"/>
                <a:gd name="T24" fmla="*/ 59 w 390"/>
                <a:gd name="T25" fmla="*/ 58 h 336"/>
                <a:gd name="T26" fmla="*/ 179 w 390"/>
                <a:gd name="T27" fmla="*/ 55 h 336"/>
                <a:gd name="T28" fmla="*/ 195 w 390"/>
                <a:gd name="T29" fmla="*/ 70 h 336"/>
                <a:gd name="T30" fmla="*/ 210 w 390"/>
                <a:gd name="T31" fmla="*/ 55 h 336"/>
                <a:gd name="T32" fmla="*/ 330 w 390"/>
                <a:gd name="T33" fmla="*/ 58 h 336"/>
                <a:gd name="T34" fmla="*/ 330 w 390"/>
                <a:gd name="T35" fmla="*/ 18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0" h="336">
                  <a:moveTo>
                    <a:pt x="347" y="42"/>
                  </a:moveTo>
                  <a:cubicBezTo>
                    <a:pt x="305" y="0"/>
                    <a:pt x="238" y="0"/>
                    <a:pt x="195" y="38"/>
                  </a:cubicBezTo>
                  <a:cubicBezTo>
                    <a:pt x="152" y="0"/>
                    <a:pt x="85" y="0"/>
                    <a:pt x="43" y="42"/>
                  </a:cubicBezTo>
                  <a:cubicBezTo>
                    <a:pt x="0" y="84"/>
                    <a:pt x="0" y="154"/>
                    <a:pt x="43" y="196"/>
                  </a:cubicBezTo>
                  <a:cubicBezTo>
                    <a:pt x="55" y="208"/>
                    <a:pt x="170" y="322"/>
                    <a:pt x="170" y="322"/>
                  </a:cubicBezTo>
                  <a:cubicBezTo>
                    <a:pt x="184" y="336"/>
                    <a:pt x="206" y="336"/>
                    <a:pt x="220" y="322"/>
                  </a:cubicBezTo>
                  <a:cubicBezTo>
                    <a:pt x="220" y="322"/>
                    <a:pt x="345" y="198"/>
                    <a:pt x="347" y="196"/>
                  </a:cubicBezTo>
                  <a:cubicBezTo>
                    <a:pt x="390" y="154"/>
                    <a:pt x="390" y="84"/>
                    <a:pt x="347" y="42"/>
                  </a:cubicBezTo>
                  <a:close/>
                  <a:moveTo>
                    <a:pt x="330" y="180"/>
                  </a:moveTo>
                  <a:cubicBezTo>
                    <a:pt x="203" y="306"/>
                    <a:pt x="203" y="306"/>
                    <a:pt x="203" y="306"/>
                  </a:cubicBezTo>
                  <a:cubicBezTo>
                    <a:pt x="199" y="310"/>
                    <a:pt x="191" y="310"/>
                    <a:pt x="187" y="306"/>
                  </a:cubicBezTo>
                  <a:cubicBezTo>
                    <a:pt x="59" y="180"/>
                    <a:pt x="59" y="180"/>
                    <a:pt x="59" y="180"/>
                  </a:cubicBezTo>
                  <a:cubicBezTo>
                    <a:pt x="25" y="146"/>
                    <a:pt x="25" y="92"/>
                    <a:pt x="59" y="58"/>
                  </a:cubicBezTo>
                  <a:cubicBezTo>
                    <a:pt x="92" y="26"/>
                    <a:pt x="145" y="25"/>
                    <a:pt x="179" y="55"/>
                  </a:cubicBezTo>
                  <a:cubicBezTo>
                    <a:pt x="195" y="70"/>
                    <a:pt x="195" y="70"/>
                    <a:pt x="195" y="70"/>
                  </a:cubicBezTo>
                  <a:cubicBezTo>
                    <a:pt x="210" y="55"/>
                    <a:pt x="210" y="55"/>
                    <a:pt x="210" y="55"/>
                  </a:cubicBezTo>
                  <a:cubicBezTo>
                    <a:pt x="245" y="25"/>
                    <a:pt x="298" y="26"/>
                    <a:pt x="330" y="58"/>
                  </a:cubicBezTo>
                  <a:cubicBezTo>
                    <a:pt x="364" y="92"/>
                    <a:pt x="364" y="146"/>
                    <a:pt x="330" y="18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Freeform 21"/>
            <p:cNvSpPr>
              <a:spLocks/>
            </p:cNvSpPr>
            <p:nvPr/>
          </p:nvSpPr>
          <p:spPr bwMode="auto">
            <a:xfrm>
              <a:off x="2982913" y="215900"/>
              <a:ext cx="206375" cy="201612"/>
            </a:xfrm>
            <a:custGeom>
              <a:avLst/>
              <a:gdLst>
                <a:gd name="T0" fmla="*/ 49 w 55"/>
                <a:gd name="T1" fmla="*/ 0 h 54"/>
                <a:gd name="T2" fmla="*/ 49 w 55"/>
                <a:gd name="T3" fmla="*/ 0 h 54"/>
                <a:gd name="T4" fmla="*/ 0 w 55"/>
                <a:gd name="T5" fmla="*/ 48 h 54"/>
                <a:gd name="T6" fmla="*/ 0 w 55"/>
                <a:gd name="T7" fmla="*/ 48 h 54"/>
                <a:gd name="T8" fmla="*/ 6 w 55"/>
                <a:gd name="T9" fmla="*/ 54 h 54"/>
                <a:gd name="T10" fmla="*/ 12 w 55"/>
                <a:gd name="T11" fmla="*/ 48 h 54"/>
                <a:gd name="T12" fmla="*/ 12 w 55"/>
                <a:gd name="T13" fmla="*/ 48 h 54"/>
                <a:gd name="T14" fmla="*/ 49 w 55"/>
                <a:gd name="T15" fmla="*/ 11 h 54"/>
                <a:gd name="T16" fmla="*/ 49 w 55"/>
                <a:gd name="T17" fmla="*/ 11 h 54"/>
                <a:gd name="T18" fmla="*/ 55 w 55"/>
                <a:gd name="T19" fmla="*/ 5 h 54"/>
                <a:gd name="T20" fmla="*/ 49 w 55"/>
                <a:gd name="T2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54">
                  <a:moveTo>
                    <a:pt x="49" y="0"/>
                  </a:moveTo>
                  <a:cubicBezTo>
                    <a:pt x="49" y="0"/>
                    <a:pt x="49" y="0"/>
                    <a:pt x="49" y="0"/>
                  </a:cubicBezTo>
                  <a:cubicBezTo>
                    <a:pt x="22" y="0"/>
                    <a:pt x="0" y="21"/>
                    <a:pt x="0" y="48"/>
                  </a:cubicBezTo>
                  <a:cubicBezTo>
                    <a:pt x="0" y="48"/>
                    <a:pt x="0" y="48"/>
                    <a:pt x="0" y="48"/>
                  </a:cubicBezTo>
                  <a:cubicBezTo>
                    <a:pt x="0" y="52"/>
                    <a:pt x="3" y="54"/>
                    <a:pt x="6" y="54"/>
                  </a:cubicBezTo>
                  <a:cubicBezTo>
                    <a:pt x="9" y="54"/>
                    <a:pt x="12" y="52"/>
                    <a:pt x="12" y="48"/>
                  </a:cubicBezTo>
                  <a:cubicBezTo>
                    <a:pt x="12" y="48"/>
                    <a:pt x="12" y="48"/>
                    <a:pt x="12" y="48"/>
                  </a:cubicBezTo>
                  <a:cubicBezTo>
                    <a:pt x="12" y="28"/>
                    <a:pt x="29" y="11"/>
                    <a:pt x="49" y="11"/>
                  </a:cubicBezTo>
                  <a:cubicBezTo>
                    <a:pt x="49" y="11"/>
                    <a:pt x="49" y="11"/>
                    <a:pt x="49" y="11"/>
                  </a:cubicBezTo>
                  <a:cubicBezTo>
                    <a:pt x="52" y="11"/>
                    <a:pt x="55" y="8"/>
                    <a:pt x="55" y="5"/>
                  </a:cubicBezTo>
                  <a:cubicBezTo>
                    <a:pt x="55" y="2"/>
                    <a:pt x="52" y="0"/>
                    <a:pt x="4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54" name="Freeform 13"/>
          <p:cNvSpPr>
            <a:spLocks noChangeAspect="1" noEditPoints="1"/>
          </p:cNvSpPr>
          <p:nvPr/>
        </p:nvSpPr>
        <p:spPr bwMode="auto">
          <a:xfrm>
            <a:off x="6079787" y="3099178"/>
            <a:ext cx="424142" cy="413042"/>
          </a:xfrm>
          <a:custGeom>
            <a:avLst/>
            <a:gdLst>
              <a:gd name="T0" fmla="*/ 161 w 226"/>
              <a:gd name="T1" fmla="*/ 0 h 220"/>
              <a:gd name="T2" fmla="*/ 96 w 226"/>
              <a:gd name="T3" fmla="*/ 47 h 220"/>
              <a:gd name="T4" fmla="*/ 95 w 226"/>
              <a:gd name="T5" fmla="*/ 47 h 220"/>
              <a:gd name="T6" fmla="*/ 24 w 226"/>
              <a:gd name="T7" fmla="*/ 119 h 220"/>
              <a:gd name="T8" fmla="*/ 1 w 226"/>
              <a:gd name="T9" fmla="*/ 189 h 220"/>
              <a:gd name="T10" fmla="*/ 24 w 226"/>
              <a:gd name="T11" fmla="*/ 220 h 220"/>
              <a:gd name="T12" fmla="*/ 90 w 226"/>
              <a:gd name="T13" fmla="*/ 203 h 220"/>
              <a:gd name="T14" fmla="*/ 207 w 226"/>
              <a:gd name="T15" fmla="*/ 91 h 220"/>
              <a:gd name="T16" fmla="*/ 110 w 226"/>
              <a:gd name="T17" fmla="*/ 164 h 220"/>
              <a:gd name="T18" fmla="*/ 170 w 226"/>
              <a:gd name="T19" fmla="*/ 81 h 220"/>
              <a:gd name="T20" fmla="*/ 163 w 226"/>
              <a:gd name="T21" fmla="*/ 115 h 220"/>
              <a:gd name="T22" fmla="*/ 110 w 226"/>
              <a:gd name="T23" fmla="*/ 169 h 220"/>
              <a:gd name="T24" fmla="*/ 102 w 226"/>
              <a:gd name="T25" fmla="*/ 139 h 220"/>
              <a:gd name="T26" fmla="*/ 79 w 226"/>
              <a:gd name="T27" fmla="*/ 117 h 220"/>
              <a:gd name="T28" fmla="*/ 159 w 226"/>
              <a:gd name="T29" fmla="*/ 61 h 220"/>
              <a:gd name="T30" fmla="*/ 102 w 226"/>
              <a:gd name="T31" fmla="*/ 139 h 220"/>
              <a:gd name="T32" fmla="*/ 52 w 226"/>
              <a:gd name="T33" fmla="*/ 110 h 220"/>
              <a:gd name="T34" fmla="*/ 137 w 226"/>
              <a:gd name="T35" fmla="*/ 49 h 220"/>
              <a:gd name="T36" fmla="*/ 29 w 226"/>
              <a:gd name="T37" fmla="*/ 205 h 220"/>
              <a:gd name="T38" fmla="*/ 14 w 226"/>
              <a:gd name="T39" fmla="*/ 196 h 220"/>
              <a:gd name="T40" fmla="*/ 22 w 226"/>
              <a:gd name="T41" fmla="*/ 166 h 220"/>
              <a:gd name="T42" fmla="*/ 54 w 226"/>
              <a:gd name="T43" fmla="*/ 199 h 220"/>
              <a:gd name="T44" fmla="*/ 61 w 226"/>
              <a:gd name="T45" fmla="*/ 197 h 220"/>
              <a:gd name="T46" fmla="*/ 24 w 226"/>
              <a:gd name="T47" fmla="*/ 159 h 220"/>
              <a:gd name="T48" fmla="*/ 33 w 226"/>
              <a:gd name="T49" fmla="*/ 129 h 220"/>
              <a:gd name="T50" fmla="*/ 89 w 226"/>
              <a:gd name="T51" fmla="*/ 189 h 220"/>
              <a:gd name="T52" fmla="*/ 61 w 226"/>
              <a:gd name="T53" fmla="*/ 197 h 220"/>
              <a:gd name="T54" fmla="*/ 186 w 226"/>
              <a:gd name="T55" fmla="*/ 93 h 220"/>
              <a:gd name="T56" fmla="*/ 168 w 226"/>
              <a:gd name="T57" fmla="*/ 52 h 220"/>
              <a:gd name="T58" fmla="*/ 139 w 226"/>
              <a:gd name="T59" fmla="*/ 23 h 220"/>
              <a:gd name="T60" fmla="*/ 192 w 226"/>
              <a:gd name="T61" fmla="*/ 27 h 220"/>
              <a:gd name="T62" fmla="*/ 197 w 226"/>
              <a:gd name="T63" fmla="*/ 8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6" h="220">
                <a:moveTo>
                  <a:pt x="202" y="18"/>
                </a:moveTo>
                <a:cubicBezTo>
                  <a:pt x="191" y="6"/>
                  <a:pt x="176" y="0"/>
                  <a:pt x="161" y="0"/>
                </a:cubicBezTo>
                <a:cubicBezTo>
                  <a:pt x="149" y="0"/>
                  <a:pt x="137" y="5"/>
                  <a:pt x="129" y="13"/>
                </a:cubicBezTo>
                <a:cubicBezTo>
                  <a:pt x="96" y="47"/>
                  <a:pt x="96" y="47"/>
                  <a:pt x="96" y="47"/>
                </a:cubicBezTo>
                <a:cubicBezTo>
                  <a:pt x="96" y="47"/>
                  <a:pt x="95" y="47"/>
                  <a:pt x="95" y="47"/>
                </a:cubicBezTo>
                <a:cubicBezTo>
                  <a:pt x="95" y="47"/>
                  <a:pt x="95" y="47"/>
                  <a:pt x="95" y="47"/>
                </a:cubicBezTo>
                <a:cubicBezTo>
                  <a:pt x="95" y="47"/>
                  <a:pt x="95" y="47"/>
                  <a:pt x="95" y="47"/>
                </a:cubicBezTo>
                <a:cubicBezTo>
                  <a:pt x="24" y="119"/>
                  <a:pt x="24" y="119"/>
                  <a:pt x="24" y="119"/>
                </a:cubicBezTo>
                <a:cubicBezTo>
                  <a:pt x="21" y="122"/>
                  <a:pt x="19" y="126"/>
                  <a:pt x="17" y="130"/>
                </a:cubicBezTo>
                <a:cubicBezTo>
                  <a:pt x="1" y="189"/>
                  <a:pt x="1" y="189"/>
                  <a:pt x="1" y="189"/>
                </a:cubicBezTo>
                <a:cubicBezTo>
                  <a:pt x="1" y="189"/>
                  <a:pt x="0" y="194"/>
                  <a:pt x="0" y="196"/>
                </a:cubicBezTo>
                <a:cubicBezTo>
                  <a:pt x="0" y="209"/>
                  <a:pt x="11" y="220"/>
                  <a:pt x="24" y="220"/>
                </a:cubicBezTo>
                <a:cubicBezTo>
                  <a:pt x="27" y="220"/>
                  <a:pt x="32" y="219"/>
                  <a:pt x="32" y="219"/>
                </a:cubicBezTo>
                <a:cubicBezTo>
                  <a:pt x="90" y="203"/>
                  <a:pt x="90" y="203"/>
                  <a:pt x="90" y="203"/>
                </a:cubicBezTo>
                <a:cubicBezTo>
                  <a:pt x="95" y="202"/>
                  <a:pt x="99" y="200"/>
                  <a:pt x="102" y="196"/>
                </a:cubicBezTo>
                <a:cubicBezTo>
                  <a:pt x="207" y="91"/>
                  <a:pt x="207" y="91"/>
                  <a:pt x="207" y="91"/>
                </a:cubicBezTo>
                <a:cubicBezTo>
                  <a:pt x="226" y="72"/>
                  <a:pt x="224" y="40"/>
                  <a:pt x="202" y="18"/>
                </a:cubicBezTo>
                <a:close/>
                <a:moveTo>
                  <a:pt x="110" y="164"/>
                </a:moveTo>
                <a:cubicBezTo>
                  <a:pt x="110" y="157"/>
                  <a:pt x="108" y="151"/>
                  <a:pt x="105" y="146"/>
                </a:cubicBezTo>
                <a:cubicBezTo>
                  <a:pt x="170" y="81"/>
                  <a:pt x="170" y="81"/>
                  <a:pt x="170" y="81"/>
                </a:cubicBezTo>
                <a:cubicBezTo>
                  <a:pt x="174" y="93"/>
                  <a:pt x="172" y="106"/>
                  <a:pt x="163" y="115"/>
                </a:cubicBezTo>
                <a:cubicBezTo>
                  <a:pt x="163" y="115"/>
                  <a:pt x="163" y="115"/>
                  <a:pt x="163" y="115"/>
                </a:cubicBezTo>
                <a:cubicBezTo>
                  <a:pt x="163" y="115"/>
                  <a:pt x="163" y="115"/>
                  <a:pt x="163" y="115"/>
                </a:cubicBezTo>
                <a:cubicBezTo>
                  <a:pt x="110" y="169"/>
                  <a:pt x="110" y="169"/>
                  <a:pt x="110" y="169"/>
                </a:cubicBezTo>
                <a:cubicBezTo>
                  <a:pt x="110" y="167"/>
                  <a:pt x="110" y="165"/>
                  <a:pt x="110" y="164"/>
                </a:cubicBezTo>
                <a:close/>
                <a:moveTo>
                  <a:pt x="102" y="139"/>
                </a:moveTo>
                <a:cubicBezTo>
                  <a:pt x="99" y="135"/>
                  <a:pt x="96" y="131"/>
                  <a:pt x="93" y="127"/>
                </a:cubicBezTo>
                <a:cubicBezTo>
                  <a:pt x="88" y="123"/>
                  <a:pt x="84" y="120"/>
                  <a:pt x="79" y="117"/>
                </a:cubicBezTo>
                <a:cubicBezTo>
                  <a:pt x="144" y="52"/>
                  <a:pt x="144" y="52"/>
                  <a:pt x="144" y="52"/>
                </a:cubicBezTo>
                <a:cubicBezTo>
                  <a:pt x="149" y="54"/>
                  <a:pt x="154" y="57"/>
                  <a:pt x="159" y="61"/>
                </a:cubicBezTo>
                <a:cubicBezTo>
                  <a:pt x="162" y="65"/>
                  <a:pt x="165" y="69"/>
                  <a:pt x="167" y="74"/>
                </a:cubicBezTo>
                <a:lnTo>
                  <a:pt x="102" y="139"/>
                </a:lnTo>
                <a:close/>
                <a:moveTo>
                  <a:pt x="72" y="114"/>
                </a:moveTo>
                <a:cubicBezTo>
                  <a:pt x="66" y="111"/>
                  <a:pt x="59" y="110"/>
                  <a:pt x="52" y="110"/>
                </a:cubicBezTo>
                <a:cubicBezTo>
                  <a:pt x="105" y="56"/>
                  <a:pt x="105" y="56"/>
                  <a:pt x="105" y="56"/>
                </a:cubicBezTo>
                <a:cubicBezTo>
                  <a:pt x="113" y="48"/>
                  <a:pt x="125" y="46"/>
                  <a:pt x="137" y="49"/>
                </a:cubicBezTo>
                <a:lnTo>
                  <a:pt x="72" y="114"/>
                </a:lnTo>
                <a:close/>
                <a:moveTo>
                  <a:pt x="29" y="205"/>
                </a:moveTo>
                <a:cubicBezTo>
                  <a:pt x="28" y="206"/>
                  <a:pt x="26" y="206"/>
                  <a:pt x="24" y="206"/>
                </a:cubicBezTo>
                <a:cubicBezTo>
                  <a:pt x="18" y="206"/>
                  <a:pt x="14" y="202"/>
                  <a:pt x="14" y="196"/>
                </a:cubicBezTo>
                <a:cubicBezTo>
                  <a:pt x="14" y="195"/>
                  <a:pt x="14" y="193"/>
                  <a:pt x="14" y="192"/>
                </a:cubicBezTo>
                <a:cubicBezTo>
                  <a:pt x="22" y="166"/>
                  <a:pt x="22" y="166"/>
                  <a:pt x="22" y="166"/>
                </a:cubicBezTo>
                <a:cubicBezTo>
                  <a:pt x="30" y="166"/>
                  <a:pt x="38" y="169"/>
                  <a:pt x="45" y="175"/>
                </a:cubicBezTo>
                <a:cubicBezTo>
                  <a:pt x="51" y="182"/>
                  <a:pt x="55" y="191"/>
                  <a:pt x="54" y="199"/>
                </a:cubicBezTo>
                <a:lnTo>
                  <a:pt x="29" y="205"/>
                </a:lnTo>
                <a:close/>
                <a:moveTo>
                  <a:pt x="61" y="197"/>
                </a:moveTo>
                <a:cubicBezTo>
                  <a:pt x="61" y="188"/>
                  <a:pt x="57" y="178"/>
                  <a:pt x="50" y="170"/>
                </a:cubicBezTo>
                <a:cubicBezTo>
                  <a:pt x="42" y="163"/>
                  <a:pt x="33" y="159"/>
                  <a:pt x="24" y="159"/>
                </a:cubicBezTo>
                <a:cubicBezTo>
                  <a:pt x="30" y="134"/>
                  <a:pt x="30" y="134"/>
                  <a:pt x="30" y="134"/>
                </a:cubicBezTo>
                <a:cubicBezTo>
                  <a:pt x="31" y="132"/>
                  <a:pt x="32" y="131"/>
                  <a:pt x="33" y="129"/>
                </a:cubicBezTo>
                <a:cubicBezTo>
                  <a:pt x="47" y="119"/>
                  <a:pt x="68" y="122"/>
                  <a:pt x="83" y="137"/>
                </a:cubicBezTo>
                <a:cubicBezTo>
                  <a:pt x="98" y="153"/>
                  <a:pt x="101" y="175"/>
                  <a:pt x="89" y="189"/>
                </a:cubicBezTo>
                <a:cubicBezTo>
                  <a:pt x="88" y="190"/>
                  <a:pt x="87" y="190"/>
                  <a:pt x="86" y="190"/>
                </a:cubicBezTo>
                <a:lnTo>
                  <a:pt x="61" y="197"/>
                </a:lnTo>
                <a:close/>
                <a:moveTo>
                  <a:pt x="197" y="81"/>
                </a:moveTo>
                <a:cubicBezTo>
                  <a:pt x="186" y="93"/>
                  <a:pt x="186" y="93"/>
                  <a:pt x="186" y="93"/>
                </a:cubicBezTo>
                <a:cubicBezTo>
                  <a:pt x="186" y="91"/>
                  <a:pt x="186" y="90"/>
                  <a:pt x="186" y="88"/>
                </a:cubicBezTo>
                <a:cubicBezTo>
                  <a:pt x="185" y="75"/>
                  <a:pt x="178" y="62"/>
                  <a:pt x="168" y="52"/>
                </a:cubicBezTo>
                <a:cubicBezTo>
                  <a:pt x="157" y="41"/>
                  <a:pt x="142" y="34"/>
                  <a:pt x="127" y="34"/>
                </a:cubicBezTo>
                <a:cubicBezTo>
                  <a:pt x="139" y="23"/>
                  <a:pt x="139" y="23"/>
                  <a:pt x="139" y="23"/>
                </a:cubicBezTo>
                <a:cubicBezTo>
                  <a:pt x="145" y="17"/>
                  <a:pt x="153" y="14"/>
                  <a:pt x="161" y="14"/>
                </a:cubicBezTo>
                <a:cubicBezTo>
                  <a:pt x="172" y="14"/>
                  <a:pt x="184" y="19"/>
                  <a:pt x="192" y="27"/>
                </a:cubicBezTo>
                <a:cubicBezTo>
                  <a:pt x="201" y="36"/>
                  <a:pt x="205" y="46"/>
                  <a:pt x="206" y="56"/>
                </a:cubicBezTo>
                <a:cubicBezTo>
                  <a:pt x="207" y="66"/>
                  <a:pt x="204" y="75"/>
                  <a:pt x="197" y="81"/>
                </a:cubicBezTo>
                <a:close/>
              </a:path>
            </a:pathLst>
          </a:custGeom>
          <a:solidFill>
            <a:schemeClr val="bg1"/>
          </a:solidFill>
          <a:ln>
            <a:noFill/>
          </a:ln>
        </p:spPr>
        <p:txBody>
          <a:bodyPr vert="horz" wrap="square" lIns="91606" tIns="45802" rIns="91606" bIns="45802" numCol="1" anchor="t" anchorCtr="0" compatLnSpc="1">
            <a:prstTxWarp prst="textNoShape">
              <a:avLst/>
            </a:prstTxWarp>
          </a:bodyPr>
          <a:lstStyle/>
          <a:p>
            <a:pPr algn="just">
              <a:lnSpc>
                <a:spcPct val="120000"/>
              </a:lnSpc>
            </a:pPr>
            <a:endParaRPr lang="id-ID" sz="781">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TextBox 54"/>
          <p:cNvSpPr txBox="1"/>
          <p:nvPr/>
        </p:nvSpPr>
        <p:spPr>
          <a:xfrm>
            <a:off x="7029621" y="5070355"/>
            <a:ext cx="1768573" cy="205056"/>
          </a:xfrm>
          <a:prstGeom prst="rect">
            <a:avLst/>
          </a:prstGeom>
          <a:noFill/>
        </p:spPr>
        <p:txBody>
          <a:bodyPr wrap="square" lIns="0" tIns="0" rIns="0" bIns="0" rtlCol="0">
            <a:spAutoFit/>
          </a:bodyPr>
          <a:lstStyle/>
          <a:p>
            <a:pPr algn="just">
              <a:lnSpc>
                <a:spcPct val="120000"/>
              </a:lnSpc>
            </a:pPr>
            <a:r>
              <a:rPr lang="zh-CN" altLang="en-US" sz="1215">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215" dirty="0">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TextBox 55"/>
          <p:cNvSpPr txBox="1"/>
          <p:nvPr/>
        </p:nvSpPr>
        <p:spPr>
          <a:xfrm>
            <a:off x="7916974" y="4029336"/>
            <a:ext cx="1768573" cy="205056"/>
          </a:xfrm>
          <a:prstGeom prst="rect">
            <a:avLst/>
          </a:prstGeom>
          <a:noFill/>
        </p:spPr>
        <p:txBody>
          <a:bodyPr wrap="square" lIns="0" tIns="0" rIns="0" bIns="0" rtlCol="0">
            <a:spAutoFit/>
          </a:bodyPr>
          <a:lstStyle/>
          <a:p>
            <a:pPr algn="just">
              <a:lnSpc>
                <a:spcPct val="120000"/>
              </a:lnSpc>
            </a:pPr>
            <a:r>
              <a:rPr lang="zh-CN" altLang="en-US" sz="1215">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215"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TextBox 56"/>
          <p:cNvSpPr txBox="1"/>
          <p:nvPr/>
        </p:nvSpPr>
        <p:spPr>
          <a:xfrm>
            <a:off x="6846002" y="2816461"/>
            <a:ext cx="1768573" cy="205056"/>
          </a:xfrm>
          <a:prstGeom prst="rect">
            <a:avLst/>
          </a:prstGeom>
          <a:noFill/>
        </p:spPr>
        <p:txBody>
          <a:bodyPr wrap="square" lIns="0" tIns="0" rIns="0" bIns="0" rtlCol="0">
            <a:spAutoFit/>
          </a:bodyPr>
          <a:lstStyle/>
          <a:p>
            <a:pPr algn="just">
              <a:lnSpc>
                <a:spcPct val="120000"/>
              </a:lnSpc>
            </a:pPr>
            <a:r>
              <a:rPr lang="zh-CN" altLang="en-US" sz="1215">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215"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TextBox 57"/>
          <p:cNvSpPr txBox="1"/>
          <p:nvPr/>
        </p:nvSpPr>
        <p:spPr>
          <a:xfrm>
            <a:off x="6084450" y="1699230"/>
            <a:ext cx="1768573" cy="205056"/>
          </a:xfrm>
          <a:prstGeom prst="rect">
            <a:avLst/>
          </a:prstGeom>
          <a:noFill/>
        </p:spPr>
        <p:txBody>
          <a:bodyPr wrap="square" lIns="0" tIns="0" rIns="0" bIns="0" rtlCol="0">
            <a:spAutoFit/>
          </a:bodyPr>
          <a:lstStyle/>
          <a:p>
            <a:pPr algn="just">
              <a:lnSpc>
                <a:spcPct val="120000"/>
              </a:lnSpc>
            </a:pPr>
            <a:r>
              <a:rPr lang="zh-CN" altLang="en-US" sz="1215">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215"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TextBox 58"/>
          <p:cNvSpPr txBox="1"/>
          <p:nvPr/>
        </p:nvSpPr>
        <p:spPr>
          <a:xfrm>
            <a:off x="6090222" y="1937276"/>
            <a:ext cx="2707974" cy="245708"/>
          </a:xfrm>
          <a:prstGeom prst="rect">
            <a:avLst/>
          </a:prstGeom>
          <a:noFill/>
        </p:spPr>
        <p:txBody>
          <a:bodyPr wrap="square" lIns="0" tIns="0" rIns="0" bIns="0" numCol="1" spcCol="360000">
            <a:spAutoFit/>
          </a:bodyPr>
          <a:lstStyle/>
          <a:p>
            <a:pPr algn="just">
              <a:lnSpc>
                <a:spcPct val="120000"/>
              </a:lnSpc>
              <a:defRPr/>
            </a:pPr>
            <a:r>
              <a:rPr lang="en-US" altLang="zh-CN"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695"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TextBox 59"/>
          <p:cNvSpPr txBox="1"/>
          <p:nvPr/>
        </p:nvSpPr>
        <p:spPr>
          <a:xfrm>
            <a:off x="6869251" y="3035584"/>
            <a:ext cx="2707974" cy="245708"/>
          </a:xfrm>
          <a:prstGeom prst="rect">
            <a:avLst/>
          </a:prstGeom>
          <a:noFill/>
        </p:spPr>
        <p:txBody>
          <a:bodyPr wrap="square" lIns="0" tIns="0" rIns="0" bIns="0" numCol="1" spcCol="360000">
            <a:spAutoFit/>
          </a:bodyPr>
          <a:lstStyle/>
          <a:p>
            <a:pPr algn="just">
              <a:lnSpc>
                <a:spcPct val="120000"/>
              </a:lnSpc>
              <a:defRPr/>
            </a:pPr>
            <a:r>
              <a:rPr lang="en-US" altLang="zh-CN"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695"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TextBox 60"/>
          <p:cNvSpPr txBox="1"/>
          <p:nvPr/>
        </p:nvSpPr>
        <p:spPr>
          <a:xfrm>
            <a:off x="7916992" y="4254369"/>
            <a:ext cx="2644174" cy="245708"/>
          </a:xfrm>
          <a:prstGeom prst="rect">
            <a:avLst/>
          </a:prstGeom>
          <a:noFill/>
        </p:spPr>
        <p:txBody>
          <a:bodyPr wrap="square" lIns="0" tIns="0" rIns="0" bIns="0" numCol="1" spcCol="360000">
            <a:spAutoFit/>
          </a:bodyPr>
          <a:lstStyle/>
          <a:p>
            <a:pPr algn="just">
              <a:lnSpc>
                <a:spcPct val="120000"/>
              </a:lnSpc>
              <a:defRPr/>
            </a:pPr>
            <a:r>
              <a:rPr lang="en-US" altLang="zh-CN"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695"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TextBox 61"/>
          <p:cNvSpPr txBox="1"/>
          <p:nvPr/>
        </p:nvSpPr>
        <p:spPr>
          <a:xfrm>
            <a:off x="7026722" y="5304510"/>
            <a:ext cx="2707974" cy="245708"/>
          </a:xfrm>
          <a:prstGeom prst="rect">
            <a:avLst/>
          </a:prstGeom>
          <a:noFill/>
        </p:spPr>
        <p:txBody>
          <a:bodyPr wrap="square" lIns="0" tIns="0" rIns="0" bIns="0" numCol="1" spcCol="360000">
            <a:spAutoFit/>
          </a:bodyPr>
          <a:lstStyle/>
          <a:p>
            <a:pPr algn="just">
              <a:lnSpc>
                <a:spcPct val="120000"/>
              </a:lnSpc>
              <a:defRPr/>
            </a:pPr>
            <a:r>
              <a:rPr lang="en-US" altLang="zh-CN"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95">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695"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0"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279194487"/>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ppt_x"/>
                                          </p:val>
                                        </p:tav>
                                        <p:tav tm="100000">
                                          <p:val>
                                            <p:strVal val="#ppt_x"/>
                                          </p:val>
                                        </p:tav>
                                      </p:tavLst>
                                    </p:anim>
                                    <p:anim calcmode="lin" valueType="num">
                                      <p:cBhvr additive="base">
                                        <p:cTn id="23" dur="500" fill="hold"/>
                                        <p:tgtEl>
                                          <p:spTgt spid="14"/>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16" presetClass="entr" presetSubtype="37"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arn(outVertical)">
                                      <p:cBhvr>
                                        <p:cTn id="27" dur="1000"/>
                                        <p:tgtEl>
                                          <p:spTgt spid="27"/>
                                        </p:tgtEl>
                                      </p:cBhvr>
                                    </p:animEffect>
                                  </p:childTnLst>
                                </p:cTn>
                              </p:par>
                            </p:childTnLst>
                          </p:cTn>
                        </p:par>
                        <p:par>
                          <p:cTn id="28" fill="hold">
                            <p:stCondLst>
                              <p:cond delay="3000"/>
                            </p:stCondLst>
                            <p:childTnLst>
                              <p:par>
                                <p:cTn id="29" presetID="16" presetClass="entr" presetSubtype="37"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1000"/>
                                        <p:tgtEl>
                                          <p:spTgt spid="30"/>
                                        </p:tgtEl>
                                      </p:cBhvr>
                                    </p:animEffect>
                                  </p:childTnLst>
                                </p:cTn>
                              </p:par>
                            </p:childTnLst>
                          </p:cTn>
                        </p:par>
                        <p:par>
                          <p:cTn id="32" fill="hold">
                            <p:stCondLst>
                              <p:cond delay="4000"/>
                            </p:stCondLst>
                            <p:childTnLst>
                              <p:par>
                                <p:cTn id="33" presetID="16" presetClass="entr" presetSubtype="37" fill="hold"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barn(outVertical)">
                                      <p:cBhvr>
                                        <p:cTn id="35" dur="1000"/>
                                        <p:tgtEl>
                                          <p:spTgt spid="33"/>
                                        </p:tgtEl>
                                      </p:cBhvr>
                                    </p:animEffect>
                                  </p:childTnLst>
                                </p:cTn>
                              </p:par>
                            </p:childTnLst>
                          </p:cTn>
                        </p:par>
                        <p:par>
                          <p:cTn id="36" fill="hold">
                            <p:stCondLst>
                              <p:cond delay="5000"/>
                            </p:stCondLst>
                            <p:childTnLst>
                              <p:par>
                                <p:cTn id="37" presetID="16" presetClass="entr" presetSubtype="37" fill="hold"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barn(outVertical)">
                                      <p:cBhvr>
                                        <p:cTn id="39" dur="1000"/>
                                        <p:tgtEl>
                                          <p:spTgt spid="36"/>
                                        </p:tgtEl>
                                      </p:cBhvr>
                                    </p:animEffect>
                                  </p:childTnLst>
                                </p:cTn>
                              </p:par>
                            </p:childTnLst>
                          </p:cTn>
                        </p:par>
                        <p:par>
                          <p:cTn id="40" fill="hold">
                            <p:stCondLst>
                              <p:cond delay="6000"/>
                            </p:stCondLst>
                            <p:childTnLst>
                              <p:par>
                                <p:cTn id="41" presetID="53" presetClass="entr" presetSubtype="16" fill="hold"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p:cTn id="43" dur="500" fill="hold"/>
                                        <p:tgtEl>
                                          <p:spTgt spid="39"/>
                                        </p:tgtEl>
                                        <p:attrNameLst>
                                          <p:attrName>ppt_w</p:attrName>
                                        </p:attrNameLst>
                                      </p:cBhvr>
                                      <p:tavLst>
                                        <p:tav tm="0">
                                          <p:val>
                                            <p:fltVal val="0"/>
                                          </p:val>
                                        </p:tav>
                                        <p:tav tm="100000">
                                          <p:val>
                                            <p:strVal val="#ppt_w"/>
                                          </p:val>
                                        </p:tav>
                                      </p:tavLst>
                                    </p:anim>
                                    <p:anim calcmode="lin" valueType="num">
                                      <p:cBhvr>
                                        <p:cTn id="44" dur="500" fill="hold"/>
                                        <p:tgtEl>
                                          <p:spTgt spid="39"/>
                                        </p:tgtEl>
                                        <p:attrNameLst>
                                          <p:attrName>ppt_h</p:attrName>
                                        </p:attrNameLst>
                                      </p:cBhvr>
                                      <p:tavLst>
                                        <p:tav tm="0">
                                          <p:val>
                                            <p:fltVal val="0"/>
                                          </p:val>
                                        </p:tav>
                                        <p:tav tm="100000">
                                          <p:val>
                                            <p:strVal val="#ppt_h"/>
                                          </p:val>
                                        </p:tav>
                                      </p:tavLst>
                                    </p:anim>
                                    <p:animEffect transition="in" filter="fade">
                                      <p:cBhvr>
                                        <p:cTn id="45" dur="500"/>
                                        <p:tgtEl>
                                          <p:spTgt spid="39"/>
                                        </p:tgtEl>
                                      </p:cBhvr>
                                    </p:animEffect>
                                  </p:childTnLst>
                                </p:cTn>
                              </p:par>
                            </p:childTnLst>
                          </p:cTn>
                        </p:par>
                        <p:par>
                          <p:cTn id="46" fill="hold">
                            <p:stCondLst>
                              <p:cond delay="6500"/>
                            </p:stCondLst>
                            <p:childTnLst>
                              <p:par>
                                <p:cTn id="47" presetID="53" presetClass="entr" presetSubtype="16" fill="hold" nodeType="after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childTnLst>
                          </p:cTn>
                        </p:par>
                        <p:par>
                          <p:cTn id="52" fill="hold">
                            <p:stCondLst>
                              <p:cond delay="7000"/>
                            </p:stCondLst>
                            <p:childTnLst>
                              <p:par>
                                <p:cTn id="53" presetID="53" presetClass="entr" presetSubtype="16" fill="hold" nodeType="afterEffect">
                                  <p:stCondLst>
                                    <p:cond delay="0"/>
                                  </p:stCondLst>
                                  <p:childTnLst>
                                    <p:set>
                                      <p:cBhvr>
                                        <p:cTn id="54" dur="1" fill="hold">
                                          <p:stCondLst>
                                            <p:cond delay="0"/>
                                          </p:stCondLst>
                                        </p:cTn>
                                        <p:tgtEl>
                                          <p:spTgt spid="51"/>
                                        </p:tgtEl>
                                        <p:attrNameLst>
                                          <p:attrName>style.visibility</p:attrName>
                                        </p:attrNameLst>
                                      </p:cBhvr>
                                      <p:to>
                                        <p:strVal val="visible"/>
                                      </p:to>
                                    </p:set>
                                    <p:anim calcmode="lin" valueType="num">
                                      <p:cBhvr>
                                        <p:cTn id="55" dur="500" fill="hold"/>
                                        <p:tgtEl>
                                          <p:spTgt spid="51"/>
                                        </p:tgtEl>
                                        <p:attrNameLst>
                                          <p:attrName>ppt_w</p:attrName>
                                        </p:attrNameLst>
                                      </p:cBhvr>
                                      <p:tavLst>
                                        <p:tav tm="0">
                                          <p:val>
                                            <p:fltVal val="0"/>
                                          </p:val>
                                        </p:tav>
                                        <p:tav tm="100000">
                                          <p:val>
                                            <p:strVal val="#ppt_w"/>
                                          </p:val>
                                        </p:tav>
                                      </p:tavLst>
                                    </p:anim>
                                    <p:anim calcmode="lin" valueType="num">
                                      <p:cBhvr>
                                        <p:cTn id="56" dur="500" fill="hold"/>
                                        <p:tgtEl>
                                          <p:spTgt spid="51"/>
                                        </p:tgtEl>
                                        <p:attrNameLst>
                                          <p:attrName>ppt_h</p:attrName>
                                        </p:attrNameLst>
                                      </p:cBhvr>
                                      <p:tavLst>
                                        <p:tav tm="0">
                                          <p:val>
                                            <p:fltVal val="0"/>
                                          </p:val>
                                        </p:tav>
                                        <p:tav tm="100000">
                                          <p:val>
                                            <p:strVal val="#ppt_h"/>
                                          </p:val>
                                        </p:tav>
                                      </p:tavLst>
                                    </p:anim>
                                    <p:animEffect transition="in" filter="fade">
                                      <p:cBhvr>
                                        <p:cTn id="57" dur="500"/>
                                        <p:tgtEl>
                                          <p:spTgt spid="51"/>
                                        </p:tgtEl>
                                      </p:cBhvr>
                                    </p:animEffect>
                                  </p:childTnLst>
                                </p:cTn>
                              </p:par>
                            </p:childTnLst>
                          </p:cTn>
                        </p:par>
                        <p:par>
                          <p:cTn id="58" fill="hold">
                            <p:stCondLst>
                              <p:cond delay="7500"/>
                            </p:stCondLst>
                            <p:childTnLst>
                              <p:par>
                                <p:cTn id="59" presetID="53" presetClass="entr" presetSubtype="16" fill="hold" grpId="0" nodeType="afterEffect">
                                  <p:stCondLst>
                                    <p:cond delay="0"/>
                                  </p:stCondLst>
                                  <p:childTnLst>
                                    <p:set>
                                      <p:cBhvr>
                                        <p:cTn id="60" dur="1" fill="hold">
                                          <p:stCondLst>
                                            <p:cond delay="0"/>
                                          </p:stCondLst>
                                        </p:cTn>
                                        <p:tgtEl>
                                          <p:spTgt spid="54"/>
                                        </p:tgtEl>
                                        <p:attrNameLst>
                                          <p:attrName>style.visibility</p:attrName>
                                        </p:attrNameLst>
                                      </p:cBhvr>
                                      <p:to>
                                        <p:strVal val="visible"/>
                                      </p:to>
                                    </p:set>
                                    <p:anim calcmode="lin" valueType="num">
                                      <p:cBhvr>
                                        <p:cTn id="61" dur="500" fill="hold"/>
                                        <p:tgtEl>
                                          <p:spTgt spid="54"/>
                                        </p:tgtEl>
                                        <p:attrNameLst>
                                          <p:attrName>ppt_w</p:attrName>
                                        </p:attrNameLst>
                                      </p:cBhvr>
                                      <p:tavLst>
                                        <p:tav tm="0">
                                          <p:val>
                                            <p:fltVal val="0"/>
                                          </p:val>
                                        </p:tav>
                                        <p:tav tm="100000">
                                          <p:val>
                                            <p:strVal val="#ppt_w"/>
                                          </p:val>
                                        </p:tav>
                                      </p:tavLst>
                                    </p:anim>
                                    <p:anim calcmode="lin" valueType="num">
                                      <p:cBhvr>
                                        <p:cTn id="62" dur="500" fill="hold"/>
                                        <p:tgtEl>
                                          <p:spTgt spid="54"/>
                                        </p:tgtEl>
                                        <p:attrNameLst>
                                          <p:attrName>ppt_h</p:attrName>
                                        </p:attrNameLst>
                                      </p:cBhvr>
                                      <p:tavLst>
                                        <p:tav tm="0">
                                          <p:val>
                                            <p:fltVal val="0"/>
                                          </p:val>
                                        </p:tav>
                                        <p:tav tm="100000">
                                          <p:val>
                                            <p:strVal val="#ppt_h"/>
                                          </p:val>
                                        </p:tav>
                                      </p:tavLst>
                                    </p:anim>
                                    <p:animEffect transition="in" filter="fade">
                                      <p:cBhvr>
                                        <p:cTn id="63" dur="500"/>
                                        <p:tgtEl>
                                          <p:spTgt spid="54"/>
                                        </p:tgtEl>
                                      </p:cBhvr>
                                    </p:animEffect>
                                  </p:childTnLst>
                                </p:cTn>
                              </p:par>
                            </p:childTnLst>
                          </p:cTn>
                        </p:par>
                        <p:par>
                          <p:cTn id="64" fill="hold">
                            <p:stCondLst>
                              <p:cond delay="8000"/>
                            </p:stCondLst>
                            <p:childTnLst>
                              <p:par>
                                <p:cTn id="65" presetID="22" presetClass="entr" presetSubtype="8" fill="hold" grpId="0"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wipe(left)">
                                      <p:cBhvr>
                                        <p:cTn id="67" dur="500"/>
                                        <p:tgtEl>
                                          <p:spTgt spid="55"/>
                                        </p:tgtEl>
                                      </p:cBhvr>
                                    </p:animEffect>
                                  </p:childTnLst>
                                </p:cTn>
                              </p:par>
                            </p:childTnLst>
                          </p:cTn>
                        </p:par>
                        <p:par>
                          <p:cTn id="68" fill="hold">
                            <p:stCondLst>
                              <p:cond delay="8500"/>
                            </p:stCondLst>
                            <p:childTnLst>
                              <p:par>
                                <p:cTn id="69" presetID="22" presetClass="entr" presetSubtype="8" fill="hold" grpId="0" nodeType="after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wipe(left)">
                                      <p:cBhvr>
                                        <p:cTn id="71" dur="500"/>
                                        <p:tgtEl>
                                          <p:spTgt spid="56"/>
                                        </p:tgtEl>
                                      </p:cBhvr>
                                    </p:animEffect>
                                  </p:childTnLst>
                                </p:cTn>
                              </p:par>
                            </p:childTnLst>
                          </p:cTn>
                        </p:par>
                        <p:par>
                          <p:cTn id="72" fill="hold">
                            <p:stCondLst>
                              <p:cond delay="9000"/>
                            </p:stCondLst>
                            <p:childTnLst>
                              <p:par>
                                <p:cTn id="73" presetID="22" presetClass="entr" presetSubtype="8" fill="hold" grpId="0" nodeType="afterEffect">
                                  <p:stCondLst>
                                    <p:cond delay="0"/>
                                  </p:stCondLst>
                                  <p:childTnLst>
                                    <p:set>
                                      <p:cBhvr>
                                        <p:cTn id="74" dur="1" fill="hold">
                                          <p:stCondLst>
                                            <p:cond delay="0"/>
                                          </p:stCondLst>
                                        </p:cTn>
                                        <p:tgtEl>
                                          <p:spTgt spid="57"/>
                                        </p:tgtEl>
                                        <p:attrNameLst>
                                          <p:attrName>style.visibility</p:attrName>
                                        </p:attrNameLst>
                                      </p:cBhvr>
                                      <p:to>
                                        <p:strVal val="visible"/>
                                      </p:to>
                                    </p:set>
                                    <p:animEffect transition="in" filter="wipe(left)">
                                      <p:cBhvr>
                                        <p:cTn id="75" dur="500"/>
                                        <p:tgtEl>
                                          <p:spTgt spid="57"/>
                                        </p:tgtEl>
                                      </p:cBhvr>
                                    </p:animEffect>
                                  </p:childTnLst>
                                </p:cTn>
                              </p:par>
                            </p:childTnLst>
                          </p:cTn>
                        </p:par>
                        <p:par>
                          <p:cTn id="76" fill="hold">
                            <p:stCondLst>
                              <p:cond delay="9500"/>
                            </p:stCondLst>
                            <p:childTnLst>
                              <p:par>
                                <p:cTn id="77" presetID="22" presetClass="entr" presetSubtype="8" fill="hold" grpId="0" nodeType="afterEffect">
                                  <p:stCondLst>
                                    <p:cond delay="0"/>
                                  </p:stCondLst>
                                  <p:childTnLst>
                                    <p:set>
                                      <p:cBhvr>
                                        <p:cTn id="78" dur="1" fill="hold">
                                          <p:stCondLst>
                                            <p:cond delay="0"/>
                                          </p:stCondLst>
                                        </p:cTn>
                                        <p:tgtEl>
                                          <p:spTgt spid="58"/>
                                        </p:tgtEl>
                                        <p:attrNameLst>
                                          <p:attrName>style.visibility</p:attrName>
                                        </p:attrNameLst>
                                      </p:cBhvr>
                                      <p:to>
                                        <p:strVal val="visible"/>
                                      </p:to>
                                    </p:set>
                                    <p:animEffect transition="in" filter="wipe(left)">
                                      <p:cBhvr>
                                        <p:cTn id="79" dur="500"/>
                                        <p:tgtEl>
                                          <p:spTgt spid="58"/>
                                        </p:tgtEl>
                                      </p:cBhvr>
                                    </p:animEffect>
                                  </p:childTnLst>
                                </p:cTn>
                              </p:par>
                            </p:childTnLst>
                          </p:cTn>
                        </p:par>
                        <p:par>
                          <p:cTn id="80" fill="hold">
                            <p:stCondLst>
                              <p:cond delay="10000"/>
                            </p:stCondLst>
                            <p:childTnLst>
                              <p:par>
                                <p:cTn id="81" presetID="2" presetClass="entr" presetSubtype="2" fill="hold" grpId="0" nodeType="afterEffect">
                                  <p:stCondLst>
                                    <p:cond delay="0"/>
                                  </p:stCondLst>
                                  <p:childTnLst>
                                    <p:set>
                                      <p:cBhvr>
                                        <p:cTn id="82" dur="1" fill="hold">
                                          <p:stCondLst>
                                            <p:cond delay="0"/>
                                          </p:stCondLst>
                                        </p:cTn>
                                        <p:tgtEl>
                                          <p:spTgt spid="59"/>
                                        </p:tgtEl>
                                        <p:attrNameLst>
                                          <p:attrName>style.visibility</p:attrName>
                                        </p:attrNameLst>
                                      </p:cBhvr>
                                      <p:to>
                                        <p:strVal val="visible"/>
                                      </p:to>
                                    </p:set>
                                    <p:anim calcmode="lin" valueType="num">
                                      <p:cBhvr additive="base">
                                        <p:cTn id="83" dur="500" fill="hold"/>
                                        <p:tgtEl>
                                          <p:spTgt spid="59"/>
                                        </p:tgtEl>
                                        <p:attrNameLst>
                                          <p:attrName>ppt_x</p:attrName>
                                        </p:attrNameLst>
                                      </p:cBhvr>
                                      <p:tavLst>
                                        <p:tav tm="0">
                                          <p:val>
                                            <p:strVal val="1+#ppt_w/2"/>
                                          </p:val>
                                        </p:tav>
                                        <p:tav tm="100000">
                                          <p:val>
                                            <p:strVal val="#ppt_x"/>
                                          </p:val>
                                        </p:tav>
                                      </p:tavLst>
                                    </p:anim>
                                    <p:anim calcmode="lin" valueType="num">
                                      <p:cBhvr additive="base">
                                        <p:cTn id="84" dur="500" fill="hold"/>
                                        <p:tgtEl>
                                          <p:spTgt spid="59"/>
                                        </p:tgtEl>
                                        <p:attrNameLst>
                                          <p:attrName>ppt_y</p:attrName>
                                        </p:attrNameLst>
                                      </p:cBhvr>
                                      <p:tavLst>
                                        <p:tav tm="0">
                                          <p:val>
                                            <p:strVal val="#ppt_y"/>
                                          </p:val>
                                        </p:tav>
                                        <p:tav tm="100000">
                                          <p:val>
                                            <p:strVal val="#ppt_y"/>
                                          </p:val>
                                        </p:tav>
                                      </p:tavLst>
                                    </p:anim>
                                  </p:childTnLst>
                                </p:cTn>
                              </p:par>
                            </p:childTnLst>
                          </p:cTn>
                        </p:par>
                        <p:par>
                          <p:cTn id="85" fill="hold">
                            <p:stCondLst>
                              <p:cond delay="10500"/>
                            </p:stCondLst>
                            <p:childTnLst>
                              <p:par>
                                <p:cTn id="86" presetID="2" presetClass="entr" presetSubtype="2" fill="hold" grpId="0" nodeType="afterEffect">
                                  <p:stCondLst>
                                    <p:cond delay="0"/>
                                  </p:stCondLst>
                                  <p:childTnLst>
                                    <p:set>
                                      <p:cBhvr>
                                        <p:cTn id="87" dur="1" fill="hold">
                                          <p:stCondLst>
                                            <p:cond delay="0"/>
                                          </p:stCondLst>
                                        </p:cTn>
                                        <p:tgtEl>
                                          <p:spTgt spid="60"/>
                                        </p:tgtEl>
                                        <p:attrNameLst>
                                          <p:attrName>style.visibility</p:attrName>
                                        </p:attrNameLst>
                                      </p:cBhvr>
                                      <p:to>
                                        <p:strVal val="visible"/>
                                      </p:to>
                                    </p:set>
                                    <p:anim calcmode="lin" valueType="num">
                                      <p:cBhvr additive="base">
                                        <p:cTn id="88" dur="500" fill="hold"/>
                                        <p:tgtEl>
                                          <p:spTgt spid="60"/>
                                        </p:tgtEl>
                                        <p:attrNameLst>
                                          <p:attrName>ppt_x</p:attrName>
                                        </p:attrNameLst>
                                      </p:cBhvr>
                                      <p:tavLst>
                                        <p:tav tm="0">
                                          <p:val>
                                            <p:strVal val="1+#ppt_w/2"/>
                                          </p:val>
                                        </p:tav>
                                        <p:tav tm="100000">
                                          <p:val>
                                            <p:strVal val="#ppt_x"/>
                                          </p:val>
                                        </p:tav>
                                      </p:tavLst>
                                    </p:anim>
                                    <p:anim calcmode="lin" valueType="num">
                                      <p:cBhvr additive="base">
                                        <p:cTn id="89" dur="500" fill="hold"/>
                                        <p:tgtEl>
                                          <p:spTgt spid="60"/>
                                        </p:tgtEl>
                                        <p:attrNameLst>
                                          <p:attrName>ppt_y</p:attrName>
                                        </p:attrNameLst>
                                      </p:cBhvr>
                                      <p:tavLst>
                                        <p:tav tm="0">
                                          <p:val>
                                            <p:strVal val="#ppt_y"/>
                                          </p:val>
                                        </p:tav>
                                        <p:tav tm="100000">
                                          <p:val>
                                            <p:strVal val="#ppt_y"/>
                                          </p:val>
                                        </p:tav>
                                      </p:tavLst>
                                    </p:anim>
                                  </p:childTnLst>
                                </p:cTn>
                              </p:par>
                            </p:childTnLst>
                          </p:cTn>
                        </p:par>
                        <p:par>
                          <p:cTn id="90" fill="hold">
                            <p:stCondLst>
                              <p:cond delay="11000"/>
                            </p:stCondLst>
                            <p:childTnLst>
                              <p:par>
                                <p:cTn id="91" presetID="2" presetClass="entr" presetSubtype="2" fill="hold" grpId="0" nodeType="afterEffect">
                                  <p:stCondLst>
                                    <p:cond delay="0"/>
                                  </p:stCondLst>
                                  <p:childTnLst>
                                    <p:set>
                                      <p:cBhvr>
                                        <p:cTn id="92" dur="1" fill="hold">
                                          <p:stCondLst>
                                            <p:cond delay="0"/>
                                          </p:stCondLst>
                                        </p:cTn>
                                        <p:tgtEl>
                                          <p:spTgt spid="61"/>
                                        </p:tgtEl>
                                        <p:attrNameLst>
                                          <p:attrName>style.visibility</p:attrName>
                                        </p:attrNameLst>
                                      </p:cBhvr>
                                      <p:to>
                                        <p:strVal val="visible"/>
                                      </p:to>
                                    </p:set>
                                    <p:anim calcmode="lin" valueType="num">
                                      <p:cBhvr additive="base">
                                        <p:cTn id="93" dur="500" fill="hold"/>
                                        <p:tgtEl>
                                          <p:spTgt spid="61"/>
                                        </p:tgtEl>
                                        <p:attrNameLst>
                                          <p:attrName>ppt_x</p:attrName>
                                        </p:attrNameLst>
                                      </p:cBhvr>
                                      <p:tavLst>
                                        <p:tav tm="0">
                                          <p:val>
                                            <p:strVal val="1+#ppt_w/2"/>
                                          </p:val>
                                        </p:tav>
                                        <p:tav tm="100000">
                                          <p:val>
                                            <p:strVal val="#ppt_x"/>
                                          </p:val>
                                        </p:tav>
                                      </p:tavLst>
                                    </p:anim>
                                    <p:anim calcmode="lin" valueType="num">
                                      <p:cBhvr additive="base">
                                        <p:cTn id="94" dur="500" fill="hold"/>
                                        <p:tgtEl>
                                          <p:spTgt spid="61"/>
                                        </p:tgtEl>
                                        <p:attrNameLst>
                                          <p:attrName>ppt_y</p:attrName>
                                        </p:attrNameLst>
                                      </p:cBhvr>
                                      <p:tavLst>
                                        <p:tav tm="0">
                                          <p:val>
                                            <p:strVal val="#ppt_y"/>
                                          </p:val>
                                        </p:tav>
                                        <p:tav tm="100000">
                                          <p:val>
                                            <p:strVal val="#ppt_y"/>
                                          </p:val>
                                        </p:tav>
                                      </p:tavLst>
                                    </p:anim>
                                  </p:childTnLst>
                                </p:cTn>
                              </p:par>
                            </p:childTnLst>
                          </p:cTn>
                        </p:par>
                        <p:par>
                          <p:cTn id="95" fill="hold">
                            <p:stCondLst>
                              <p:cond delay="11500"/>
                            </p:stCondLst>
                            <p:childTnLst>
                              <p:par>
                                <p:cTn id="96" presetID="2" presetClass="entr" presetSubtype="2" fill="hold" grpId="0" nodeType="afterEffect">
                                  <p:stCondLst>
                                    <p:cond delay="0"/>
                                  </p:stCondLst>
                                  <p:childTnLst>
                                    <p:set>
                                      <p:cBhvr>
                                        <p:cTn id="97" dur="1" fill="hold">
                                          <p:stCondLst>
                                            <p:cond delay="0"/>
                                          </p:stCondLst>
                                        </p:cTn>
                                        <p:tgtEl>
                                          <p:spTgt spid="62"/>
                                        </p:tgtEl>
                                        <p:attrNameLst>
                                          <p:attrName>style.visibility</p:attrName>
                                        </p:attrNameLst>
                                      </p:cBhvr>
                                      <p:to>
                                        <p:strVal val="visible"/>
                                      </p:to>
                                    </p:set>
                                    <p:anim calcmode="lin" valueType="num">
                                      <p:cBhvr additive="base">
                                        <p:cTn id="98" dur="500" fill="hold"/>
                                        <p:tgtEl>
                                          <p:spTgt spid="62"/>
                                        </p:tgtEl>
                                        <p:attrNameLst>
                                          <p:attrName>ppt_x</p:attrName>
                                        </p:attrNameLst>
                                      </p:cBhvr>
                                      <p:tavLst>
                                        <p:tav tm="0">
                                          <p:val>
                                            <p:strVal val="1+#ppt_w/2"/>
                                          </p:val>
                                        </p:tav>
                                        <p:tav tm="100000">
                                          <p:val>
                                            <p:strVal val="#ppt_x"/>
                                          </p:val>
                                        </p:tav>
                                      </p:tavLst>
                                    </p:anim>
                                    <p:anim calcmode="lin" valueType="num">
                                      <p:cBhvr additive="base">
                                        <p:cTn id="99" dur="500" fill="hold"/>
                                        <p:tgtEl>
                                          <p:spTgt spid="62"/>
                                        </p:tgtEl>
                                        <p:attrNameLst>
                                          <p:attrName>ppt_y</p:attrName>
                                        </p:attrNameLst>
                                      </p:cBhvr>
                                      <p:tavLst>
                                        <p:tav tm="0">
                                          <p:val>
                                            <p:strVal val="#ppt_y"/>
                                          </p:val>
                                        </p:tav>
                                        <p:tav tm="100000">
                                          <p:val>
                                            <p:strVal val="#ppt_y"/>
                                          </p:val>
                                        </p:tav>
                                      </p:tavLst>
                                    </p:anim>
                                  </p:childTnLst>
                                </p:cTn>
                              </p:par>
                              <p:par>
                                <p:cTn id="100" presetID="31" presetClass="entr" presetSubtype="0" fill="hold" nodeType="withEffect">
                                  <p:stCondLst>
                                    <p:cond delay="1000"/>
                                  </p:stCondLst>
                                  <p:childTnLst>
                                    <p:set>
                                      <p:cBhvr>
                                        <p:cTn id="101" dur="1" fill="hold">
                                          <p:stCondLst>
                                            <p:cond delay="0"/>
                                          </p:stCondLst>
                                        </p:cTn>
                                        <p:tgtEl>
                                          <p:spTgt spid="63"/>
                                        </p:tgtEl>
                                        <p:attrNameLst>
                                          <p:attrName>style.visibility</p:attrName>
                                        </p:attrNameLst>
                                      </p:cBhvr>
                                      <p:to>
                                        <p:strVal val="visible"/>
                                      </p:to>
                                    </p:set>
                                    <p:anim calcmode="lin" valueType="num">
                                      <p:cBhvr>
                                        <p:cTn id="102" dur="1000" fill="hold"/>
                                        <p:tgtEl>
                                          <p:spTgt spid="63"/>
                                        </p:tgtEl>
                                        <p:attrNameLst>
                                          <p:attrName>ppt_w</p:attrName>
                                        </p:attrNameLst>
                                      </p:cBhvr>
                                      <p:tavLst>
                                        <p:tav tm="0">
                                          <p:val>
                                            <p:fltVal val="0"/>
                                          </p:val>
                                        </p:tav>
                                        <p:tav tm="100000">
                                          <p:val>
                                            <p:strVal val="#ppt_w"/>
                                          </p:val>
                                        </p:tav>
                                      </p:tavLst>
                                    </p:anim>
                                    <p:anim calcmode="lin" valueType="num">
                                      <p:cBhvr>
                                        <p:cTn id="103" dur="1000" fill="hold"/>
                                        <p:tgtEl>
                                          <p:spTgt spid="63"/>
                                        </p:tgtEl>
                                        <p:attrNameLst>
                                          <p:attrName>ppt_h</p:attrName>
                                        </p:attrNameLst>
                                      </p:cBhvr>
                                      <p:tavLst>
                                        <p:tav tm="0">
                                          <p:val>
                                            <p:fltVal val="0"/>
                                          </p:val>
                                        </p:tav>
                                        <p:tav tm="100000">
                                          <p:val>
                                            <p:strVal val="#ppt_h"/>
                                          </p:val>
                                        </p:tav>
                                      </p:tavLst>
                                    </p:anim>
                                    <p:anim calcmode="lin" valueType="num">
                                      <p:cBhvr>
                                        <p:cTn id="104" dur="1000" fill="hold"/>
                                        <p:tgtEl>
                                          <p:spTgt spid="63"/>
                                        </p:tgtEl>
                                        <p:attrNameLst>
                                          <p:attrName>style.rotation</p:attrName>
                                        </p:attrNameLst>
                                      </p:cBhvr>
                                      <p:tavLst>
                                        <p:tav tm="0">
                                          <p:val>
                                            <p:fltVal val="90"/>
                                          </p:val>
                                        </p:tav>
                                        <p:tav tm="100000">
                                          <p:val>
                                            <p:fltVal val="0"/>
                                          </p:val>
                                        </p:tav>
                                      </p:tavLst>
                                    </p:anim>
                                    <p:animEffect transition="in" filter="fade">
                                      <p:cBhvr>
                                        <p:cTn id="105" dur="1000"/>
                                        <p:tgtEl>
                                          <p:spTgt spid="63"/>
                                        </p:tgtEl>
                                      </p:cBhvr>
                                    </p:animEffect>
                                  </p:childTnLst>
                                </p:cTn>
                              </p:par>
                              <p:par>
                                <p:cTn id="106" presetID="31" presetClass="entr" presetSubtype="0" fill="hold" nodeType="withEffect">
                                  <p:stCondLst>
                                    <p:cond delay="1000"/>
                                  </p:stCondLst>
                                  <p:childTnLst>
                                    <p:set>
                                      <p:cBhvr>
                                        <p:cTn id="107" dur="1" fill="hold">
                                          <p:stCondLst>
                                            <p:cond delay="0"/>
                                          </p:stCondLst>
                                        </p:cTn>
                                        <p:tgtEl>
                                          <p:spTgt spid="64"/>
                                        </p:tgtEl>
                                        <p:attrNameLst>
                                          <p:attrName>style.visibility</p:attrName>
                                        </p:attrNameLst>
                                      </p:cBhvr>
                                      <p:to>
                                        <p:strVal val="visible"/>
                                      </p:to>
                                    </p:set>
                                    <p:anim calcmode="lin" valueType="num">
                                      <p:cBhvr>
                                        <p:cTn id="108" dur="1000" fill="hold"/>
                                        <p:tgtEl>
                                          <p:spTgt spid="64"/>
                                        </p:tgtEl>
                                        <p:attrNameLst>
                                          <p:attrName>ppt_w</p:attrName>
                                        </p:attrNameLst>
                                      </p:cBhvr>
                                      <p:tavLst>
                                        <p:tav tm="0">
                                          <p:val>
                                            <p:fltVal val="0"/>
                                          </p:val>
                                        </p:tav>
                                        <p:tav tm="100000">
                                          <p:val>
                                            <p:strVal val="#ppt_w"/>
                                          </p:val>
                                        </p:tav>
                                      </p:tavLst>
                                    </p:anim>
                                    <p:anim calcmode="lin" valueType="num">
                                      <p:cBhvr>
                                        <p:cTn id="109" dur="1000" fill="hold"/>
                                        <p:tgtEl>
                                          <p:spTgt spid="64"/>
                                        </p:tgtEl>
                                        <p:attrNameLst>
                                          <p:attrName>ppt_h</p:attrName>
                                        </p:attrNameLst>
                                      </p:cBhvr>
                                      <p:tavLst>
                                        <p:tav tm="0">
                                          <p:val>
                                            <p:fltVal val="0"/>
                                          </p:val>
                                        </p:tav>
                                        <p:tav tm="100000">
                                          <p:val>
                                            <p:strVal val="#ppt_h"/>
                                          </p:val>
                                        </p:tav>
                                      </p:tavLst>
                                    </p:anim>
                                    <p:anim calcmode="lin" valueType="num">
                                      <p:cBhvr>
                                        <p:cTn id="110" dur="1000" fill="hold"/>
                                        <p:tgtEl>
                                          <p:spTgt spid="64"/>
                                        </p:tgtEl>
                                        <p:attrNameLst>
                                          <p:attrName>style.rotation</p:attrName>
                                        </p:attrNameLst>
                                      </p:cBhvr>
                                      <p:tavLst>
                                        <p:tav tm="0">
                                          <p:val>
                                            <p:fltVal val="90"/>
                                          </p:val>
                                        </p:tav>
                                        <p:tav tm="100000">
                                          <p:val>
                                            <p:fltVal val="0"/>
                                          </p:val>
                                        </p:tav>
                                      </p:tavLst>
                                    </p:anim>
                                    <p:animEffect transition="in" filter="fade">
                                      <p:cBhvr>
                                        <p:cTn id="111" dur="1000"/>
                                        <p:tgtEl>
                                          <p:spTgt spid="64"/>
                                        </p:tgtEl>
                                      </p:cBhvr>
                                    </p:animEffect>
                                  </p:childTnLst>
                                </p:cTn>
                              </p:par>
                              <p:par>
                                <p:cTn id="112" presetID="31" presetClass="entr" presetSubtype="0" fill="hold" nodeType="withEffect">
                                  <p:stCondLst>
                                    <p:cond delay="1000"/>
                                  </p:stCondLst>
                                  <p:childTnLst>
                                    <p:set>
                                      <p:cBhvr>
                                        <p:cTn id="113" dur="1" fill="hold">
                                          <p:stCondLst>
                                            <p:cond delay="0"/>
                                          </p:stCondLst>
                                        </p:cTn>
                                        <p:tgtEl>
                                          <p:spTgt spid="65"/>
                                        </p:tgtEl>
                                        <p:attrNameLst>
                                          <p:attrName>style.visibility</p:attrName>
                                        </p:attrNameLst>
                                      </p:cBhvr>
                                      <p:to>
                                        <p:strVal val="visible"/>
                                      </p:to>
                                    </p:set>
                                    <p:anim calcmode="lin" valueType="num">
                                      <p:cBhvr>
                                        <p:cTn id="114" dur="1000" fill="hold"/>
                                        <p:tgtEl>
                                          <p:spTgt spid="65"/>
                                        </p:tgtEl>
                                        <p:attrNameLst>
                                          <p:attrName>ppt_w</p:attrName>
                                        </p:attrNameLst>
                                      </p:cBhvr>
                                      <p:tavLst>
                                        <p:tav tm="0">
                                          <p:val>
                                            <p:fltVal val="0"/>
                                          </p:val>
                                        </p:tav>
                                        <p:tav tm="100000">
                                          <p:val>
                                            <p:strVal val="#ppt_w"/>
                                          </p:val>
                                        </p:tav>
                                      </p:tavLst>
                                    </p:anim>
                                    <p:anim calcmode="lin" valueType="num">
                                      <p:cBhvr>
                                        <p:cTn id="115" dur="1000" fill="hold"/>
                                        <p:tgtEl>
                                          <p:spTgt spid="65"/>
                                        </p:tgtEl>
                                        <p:attrNameLst>
                                          <p:attrName>ppt_h</p:attrName>
                                        </p:attrNameLst>
                                      </p:cBhvr>
                                      <p:tavLst>
                                        <p:tav tm="0">
                                          <p:val>
                                            <p:fltVal val="0"/>
                                          </p:val>
                                        </p:tav>
                                        <p:tav tm="100000">
                                          <p:val>
                                            <p:strVal val="#ppt_h"/>
                                          </p:val>
                                        </p:tav>
                                      </p:tavLst>
                                    </p:anim>
                                    <p:anim calcmode="lin" valueType="num">
                                      <p:cBhvr>
                                        <p:cTn id="116" dur="1000" fill="hold"/>
                                        <p:tgtEl>
                                          <p:spTgt spid="65"/>
                                        </p:tgtEl>
                                        <p:attrNameLst>
                                          <p:attrName>style.rotation</p:attrName>
                                        </p:attrNameLst>
                                      </p:cBhvr>
                                      <p:tavLst>
                                        <p:tav tm="0">
                                          <p:val>
                                            <p:fltVal val="90"/>
                                          </p:val>
                                        </p:tav>
                                        <p:tav tm="100000">
                                          <p:val>
                                            <p:fltVal val="0"/>
                                          </p:val>
                                        </p:tav>
                                      </p:tavLst>
                                    </p:anim>
                                    <p:animEffect transition="in" filter="fade">
                                      <p:cBhvr>
                                        <p:cTn id="117" dur="1000"/>
                                        <p:tgtEl>
                                          <p:spTgt spid="65"/>
                                        </p:tgtEl>
                                      </p:cBhvr>
                                    </p:animEffect>
                                  </p:childTnLst>
                                </p:cTn>
                              </p:par>
                              <p:par>
                                <p:cTn id="118" presetID="31" presetClass="entr" presetSubtype="0" fill="hold" nodeType="withEffect">
                                  <p:stCondLst>
                                    <p:cond delay="1000"/>
                                  </p:stCondLst>
                                  <p:childTnLst>
                                    <p:set>
                                      <p:cBhvr>
                                        <p:cTn id="119" dur="1" fill="hold">
                                          <p:stCondLst>
                                            <p:cond delay="0"/>
                                          </p:stCondLst>
                                        </p:cTn>
                                        <p:tgtEl>
                                          <p:spTgt spid="66"/>
                                        </p:tgtEl>
                                        <p:attrNameLst>
                                          <p:attrName>style.visibility</p:attrName>
                                        </p:attrNameLst>
                                      </p:cBhvr>
                                      <p:to>
                                        <p:strVal val="visible"/>
                                      </p:to>
                                    </p:set>
                                    <p:anim calcmode="lin" valueType="num">
                                      <p:cBhvr>
                                        <p:cTn id="120" dur="1000" fill="hold"/>
                                        <p:tgtEl>
                                          <p:spTgt spid="66"/>
                                        </p:tgtEl>
                                        <p:attrNameLst>
                                          <p:attrName>ppt_w</p:attrName>
                                        </p:attrNameLst>
                                      </p:cBhvr>
                                      <p:tavLst>
                                        <p:tav tm="0">
                                          <p:val>
                                            <p:fltVal val="0"/>
                                          </p:val>
                                        </p:tav>
                                        <p:tav tm="100000">
                                          <p:val>
                                            <p:strVal val="#ppt_w"/>
                                          </p:val>
                                        </p:tav>
                                      </p:tavLst>
                                    </p:anim>
                                    <p:anim calcmode="lin" valueType="num">
                                      <p:cBhvr>
                                        <p:cTn id="121" dur="1000" fill="hold"/>
                                        <p:tgtEl>
                                          <p:spTgt spid="66"/>
                                        </p:tgtEl>
                                        <p:attrNameLst>
                                          <p:attrName>ppt_h</p:attrName>
                                        </p:attrNameLst>
                                      </p:cBhvr>
                                      <p:tavLst>
                                        <p:tav tm="0">
                                          <p:val>
                                            <p:fltVal val="0"/>
                                          </p:val>
                                        </p:tav>
                                        <p:tav tm="100000">
                                          <p:val>
                                            <p:strVal val="#ppt_h"/>
                                          </p:val>
                                        </p:tav>
                                      </p:tavLst>
                                    </p:anim>
                                    <p:anim calcmode="lin" valueType="num">
                                      <p:cBhvr>
                                        <p:cTn id="122" dur="1000" fill="hold"/>
                                        <p:tgtEl>
                                          <p:spTgt spid="66"/>
                                        </p:tgtEl>
                                        <p:attrNameLst>
                                          <p:attrName>style.rotation</p:attrName>
                                        </p:attrNameLst>
                                      </p:cBhvr>
                                      <p:tavLst>
                                        <p:tav tm="0">
                                          <p:val>
                                            <p:fltVal val="90"/>
                                          </p:val>
                                        </p:tav>
                                        <p:tav tm="100000">
                                          <p:val>
                                            <p:fltVal val="0"/>
                                          </p:val>
                                        </p:tav>
                                      </p:tavLst>
                                    </p:anim>
                                    <p:animEffect transition="in" filter="fade">
                                      <p:cBhvr>
                                        <p:cTn id="123"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p:bldP spid="56" grpId="0"/>
      <p:bldP spid="57" grpId="0"/>
      <p:bldP spid="58" grpId="0"/>
      <p:bldP spid="59" grpId="0"/>
      <p:bldP spid="60" grpId="0"/>
      <p:bldP spid="61" grpId="0"/>
      <p:bldP spid="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2684959" y="1600101"/>
            <a:ext cx="3341438" cy="39489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9">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78" name="直接连接符 77"/>
          <p:cNvCxnSpPr/>
          <p:nvPr/>
        </p:nvCxnSpPr>
        <p:spPr>
          <a:xfrm>
            <a:off x="3247158" y="5006216"/>
            <a:ext cx="221704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itle 13"/>
          <p:cNvSpPr txBox="1">
            <a:spLocks/>
          </p:cNvSpPr>
          <p:nvPr/>
        </p:nvSpPr>
        <p:spPr>
          <a:xfrm>
            <a:off x="3130692" y="4221373"/>
            <a:ext cx="2449974" cy="519373"/>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3375"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PART</a:t>
            </a:r>
            <a:endParaRPr lang="en-US" sz="3375"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TextBox 48"/>
          <p:cNvSpPr txBox="1"/>
          <p:nvPr/>
        </p:nvSpPr>
        <p:spPr>
          <a:xfrm>
            <a:off x="6933431" y="3040261"/>
            <a:ext cx="4320480" cy="738664"/>
          </a:xfrm>
          <a:prstGeom prst="rect">
            <a:avLst/>
          </a:prstGeom>
          <a:noFill/>
        </p:spPr>
        <p:txBody>
          <a:bodyPr wrap="square" lIns="0" tIns="0" rIns="0" bIns="0" rtlCol="0">
            <a:spAutoFit/>
          </a:bodyPr>
          <a:lstStyle/>
          <a:p>
            <a:r>
              <a:rPr lang="zh-CN" altLang="en-US" sz="48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工作完成情况</a:t>
            </a:r>
            <a:endParaRPr lang="en-GB" altLang="zh-CN"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矩形 259"/>
          <p:cNvSpPr>
            <a:spLocks noChangeArrowheads="1"/>
          </p:cNvSpPr>
          <p:nvPr/>
        </p:nvSpPr>
        <p:spPr bwMode="auto">
          <a:xfrm>
            <a:off x="3072556" y="2011757"/>
            <a:ext cx="256624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a:solidFill>
                  <a:schemeClr val="bg1"/>
                </a:solidFill>
                <a:latin typeface="Impact" panose="020B0806030902050204" pitchFamily="34" charset="0"/>
                <a:cs typeface="Arial" panose="020B0604020202020204" pitchFamily="34" charset="0"/>
                <a:sym typeface="Arial" panose="020B0604020202020204" pitchFamily="34" charset="0"/>
              </a:rPr>
              <a:t>02</a:t>
            </a:r>
            <a:endParaRPr lang="zh-CN" altLang="en-US" sz="13800" cap="all" spc="300" dirty="0">
              <a:solidFill>
                <a:schemeClr val="bg1"/>
              </a:solidFill>
              <a:latin typeface="Impact" panose="020B0806030902050204" pitchFamily="34" charset="0"/>
              <a:cs typeface="Arial" panose="020B0604020202020204" pitchFamily="34" charset="0"/>
              <a:sym typeface="Arial" panose="020B0604020202020204" pitchFamily="34" charset="0"/>
            </a:endParaRPr>
          </a:p>
        </p:txBody>
      </p:sp>
      <p:sp>
        <p:nvSpPr>
          <p:cNvPr id="13" name="TextBox 11"/>
          <p:cNvSpPr txBox="1"/>
          <p:nvPr/>
        </p:nvSpPr>
        <p:spPr>
          <a:xfrm>
            <a:off x="6879479"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TextBox 11"/>
          <p:cNvSpPr txBox="1"/>
          <p:nvPr/>
        </p:nvSpPr>
        <p:spPr>
          <a:xfrm>
            <a:off x="8939842"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TextBox 11"/>
          <p:cNvSpPr txBox="1"/>
          <p:nvPr/>
        </p:nvSpPr>
        <p:spPr>
          <a:xfrm>
            <a:off x="6879479"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1"/>
          <p:cNvSpPr txBox="1"/>
          <p:nvPr/>
        </p:nvSpPr>
        <p:spPr>
          <a:xfrm>
            <a:off x="8939842"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606587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2"/>
                                        </p:tgtEl>
                                        <p:attrNameLst>
                                          <p:attrName>ppt_y</p:attrName>
                                        </p:attrNameLst>
                                      </p:cBhvr>
                                      <p:tavLst>
                                        <p:tav tm="0">
                                          <p:val>
                                            <p:strVal val="#ppt_y"/>
                                          </p:val>
                                        </p:tav>
                                        <p:tav tm="100000">
                                          <p:val>
                                            <p:strVal val="#ppt_y"/>
                                          </p:val>
                                        </p:tav>
                                      </p:tavLst>
                                    </p:anim>
                                    <p:anim calcmode="lin" valueType="num">
                                      <p:cBhvr>
                                        <p:cTn id="1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2"/>
                                        </p:tgtEl>
                                      </p:cBhvr>
                                    </p:animEffect>
                                  </p:childTnLst>
                                </p:cTn>
                              </p:par>
                            </p:childTnLst>
                          </p:cTn>
                        </p:par>
                        <p:par>
                          <p:cTn id="16" fill="hold">
                            <p:stCondLst>
                              <p:cond delay="10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2"/>
                                        </p:tgtEl>
                                      </p:cBhvr>
                                    </p:animEffect>
                                    <p:animScale>
                                      <p:cBhvr>
                                        <p:cTn id="19" dur="250" autoRev="1" fill="hold"/>
                                        <p:tgtEl>
                                          <p:spTgt spid="12"/>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500" fill="hold"/>
                                        <p:tgtEl>
                                          <p:spTgt spid="78"/>
                                        </p:tgtEl>
                                        <p:attrNameLst>
                                          <p:attrName>ppt_x</p:attrName>
                                        </p:attrNameLst>
                                      </p:cBhvr>
                                      <p:tavLst>
                                        <p:tav tm="0">
                                          <p:val>
                                            <p:strVal val="#ppt_x"/>
                                          </p:val>
                                        </p:tav>
                                        <p:tav tm="100000">
                                          <p:val>
                                            <p:strVal val="#ppt_x"/>
                                          </p:val>
                                        </p:tav>
                                      </p:tavLst>
                                    </p:anim>
                                    <p:anim calcmode="lin" valueType="num">
                                      <p:cBhvr additive="base">
                                        <p:cTn id="25" dur="500" fill="hold"/>
                                        <p:tgtEl>
                                          <p:spTgt spid="7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2" presetClass="entr" presetSubtype="8" fill="hold" grpId="0" nodeType="afterEffect">
                                  <p:stCondLst>
                                    <p:cond delay="0"/>
                                  </p:stCondLst>
                                  <p:iterate type="lt">
                                    <p:tmPct val="30000"/>
                                  </p:iterate>
                                  <p:childTnLst>
                                    <p:set>
                                      <p:cBhvr>
                                        <p:cTn id="32" dur="1" fill="hold">
                                          <p:stCondLst>
                                            <p:cond delay="0"/>
                                          </p:stCondLst>
                                        </p:cTn>
                                        <p:tgtEl>
                                          <p:spTgt spid="11"/>
                                        </p:tgtEl>
                                        <p:attrNameLst>
                                          <p:attrName>style.visibility</p:attrName>
                                        </p:attrNameLst>
                                      </p:cBhvr>
                                      <p:to>
                                        <p:strVal val="visible"/>
                                      </p:to>
                                    </p:set>
                                    <p:animEffect transition="in" filter="wipe(left)">
                                      <p:cBhvr>
                                        <p:cTn id="33" dur="200"/>
                                        <p:tgtEl>
                                          <p:spTgt spid="11"/>
                                        </p:tgtEl>
                                      </p:cBhvr>
                                    </p:animEffect>
                                  </p:childTnLst>
                                </p:cTn>
                              </p:par>
                              <p:par>
                                <p:cTn id="34" presetID="36" presetClass="emph" presetSubtype="0" fill="hold" grpId="1" nodeType="withEffect">
                                  <p:stCondLst>
                                    <p:cond delay="0"/>
                                  </p:stCondLst>
                                  <p:iterate type="lt">
                                    <p:tmPct val="30000"/>
                                  </p:iterate>
                                  <p:childTnLst>
                                    <p:animScale>
                                      <p:cBhvr>
                                        <p:cTn id="35" dur="50" autoRev="1" fill="hold">
                                          <p:stCondLst>
                                            <p:cond delay="0"/>
                                          </p:stCondLst>
                                        </p:cTn>
                                        <p:tgtEl>
                                          <p:spTgt spid="11"/>
                                        </p:tgtEl>
                                      </p:cBhvr>
                                      <p:to x="80000" y="100000"/>
                                    </p:animScale>
                                    <p:anim by="(#ppt_w*0.10)" calcmode="lin" valueType="num">
                                      <p:cBhvr>
                                        <p:cTn id="36" dur="50" autoRev="1" fill="hold">
                                          <p:stCondLst>
                                            <p:cond delay="0"/>
                                          </p:stCondLst>
                                        </p:cTn>
                                        <p:tgtEl>
                                          <p:spTgt spid="11"/>
                                        </p:tgtEl>
                                        <p:attrNameLst>
                                          <p:attrName>ppt_x</p:attrName>
                                        </p:attrNameLst>
                                      </p:cBhvr>
                                    </p:anim>
                                    <p:anim by="(-#ppt_w*0.10)" calcmode="lin" valueType="num">
                                      <p:cBhvr>
                                        <p:cTn id="37" dur="50" autoRev="1" fill="hold">
                                          <p:stCondLst>
                                            <p:cond delay="0"/>
                                          </p:stCondLst>
                                        </p:cTn>
                                        <p:tgtEl>
                                          <p:spTgt spid="11"/>
                                        </p:tgtEl>
                                        <p:attrNameLst>
                                          <p:attrName>ppt_y</p:attrName>
                                        </p:attrNameLst>
                                      </p:cBhvr>
                                    </p:anim>
                                    <p:animRot by="-480000">
                                      <p:cBhvr>
                                        <p:cTn id="38" dur="50" autoRev="1" fill="hold">
                                          <p:stCondLst>
                                            <p:cond delay="0"/>
                                          </p:stCondLst>
                                        </p:cTn>
                                        <p:tgtEl>
                                          <p:spTgt spid="11"/>
                                        </p:tgtEl>
                                        <p:attrNameLst>
                                          <p:attrName>r</p:attrName>
                                        </p:attrNameLst>
                                      </p:cBhvr>
                                    </p:animRot>
                                  </p:childTnLst>
                                </p:cTn>
                              </p:par>
                            </p:childTnLst>
                          </p:cTn>
                        </p:par>
                        <p:par>
                          <p:cTn id="39" fill="hold">
                            <p:stCondLst>
                              <p:cond delay="1000"/>
                            </p:stCondLst>
                            <p:childTnLst>
                              <p:par>
                                <p:cTn id="40" presetID="12" presetClass="entr" presetSubtype="8"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p:tgtEl>
                                          <p:spTgt spid="13"/>
                                        </p:tgtEl>
                                        <p:attrNameLst>
                                          <p:attrName>ppt_x</p:attrName>
                                        </p:attrNameLst>
                                      </p:cBhvr>
                                      <p:tavLst>
                                        <p:tav tm="0">
                                          <p:val>
                                            <p:strVal val="#ppt_x-#ppt_w*1.125000"/>
                                          </p:val>
                                        </p:tav>
                                        <p:tav tm="100000">
                                          <p:val>
                                            <p:strVal val="#ppt_x"/>
                                          </p:val>
                                        </p:tav>
                                      </p:tavLst>
                                    </p:anim>
                                    <p:animEffect transition="in" filter="wipe(right)">
                                      <p:cBhvr>
                                        <p:cTn id="43" dur="500"/>
                                        <p:tgtEl>
                                          <p:spTgt spid="13"/>
                                        </p:tgtEl>
                                      </p:cBhvr>
                                    </p:animEffect>
                                  </p:childTnLst>
                                </p:cTn>
                              </p:par>
                            </p:childTnLst>
                          </p:cTn>
                        </p:par>
                        <p:par>
                          <p:cTn id="44" fill="hold">
                            <p:stCondLst>
                              <p:cond delay="1500"/>
                            </p:stCondLst>
                            <p:childTnLst>
                              <p:par>
                                <p:cTn id="45" presetID="12" presetClass="entr" presetSubtype="8"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ppt_x</p:attrName>
                                        </p:attrNameLst>
                                      </p:cBhvr>
                                      <p:tavLst>
                                        <p:tav tm="0">
                                          <p:val>
                                            <p:strVal val="#ppt_x-#ppt_w*1.125000"/>
                                          </p:val>
                                        </p:tav>
                                        <p:tav tm="100000">
                                          <p:val>
                                            <p:strVal val="#ppt_x"/>
                                          </p:val>
                                        </p:tav>
                                      </p:tavLst>
                                    </p:anim>
                                    <p:animEffect transition="in" filter="wipe(right)">
                                      <p:cBhvr>
                                        <p:cTn id="48" dur="500"/>
                                        <p:tgtEl>
                                          <p:spTgt spid="14"/>
                                        </p:tgtEl>
                                      </p:cBhvr>
                                    </p:animEffect>
                                  </p:childTnLst>
                                </p:cTn>
                              </p:par>
                            </p:childTnLst>
                          </p:cTn>
                        </p:par>
                        <p:par>
                          <p:cTn id="49" fill="hold">
                            <p:stCondLst>
                              <p:cond delay="2000"/>
                            </p:stCondLst>
                            <p:childTnLst>
                              <p:par>
                                <p:cTn id="50" presetID="12" presetClass="entr" presetSubtype="8"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p:tgtEl>
                                          <p:spTgt spid="15"/>
                                        </p:tgtEl>
                                        <p:attrNameLst>
                                          <p:attrName>ppt_x</p:attrName>
                                        </p:attrNameLst>
                                      </p:cBhvr>
                                      <p:tavLst>
                                        <p:tav tm="0">
                                          <p:val>
                                            <p:strVal val="#ppt_x-#ppt_w*1.125000"/>
                                          </p:val>
                                        </p:tav>
                                        <p:tav tm="100000">
                                          <p:val>
                                            <p:strVal val="#ppt_x"/>
                                          </p:val>
                                        </p:tav>
                                      </p:tavLst>
                                    </p:anim>
                                    <p:animEffect transition="in" filter="wipe(right)">
                                      <p:cBhvr>
                                        <p:cTn id="53" dur="500"/>
                                        <p:tgtEl>
                                          <p:spTgt spid="15"/>
                                        </p:tgtEl>
                                      </p:cBhvr>
                                    </p:animEffect>
                                  </p:childTnLst>
                                </p:cTn>
                              </p:par>
                            </p:childTnLst>
                          </p:cTn>
                        </p:par>
                        <p:par>
                          <p:cTn id="54" fill="hold">
                            <p:stCondLst>
                              <p:cond delay="2500"/>
                            </p:stCondLst>
                            <p:childTnLst>
                              <p:par>
                                <p:cTn id="55" presetID="12" presetClass="entr" presetSubtype="8"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p:tgtEl>
                                          <p:spTgt spid="16"/>
                                        </p:tgtEl>
                                        <p:attrNameLst>
                                          <p:attrName>ppt_x</p:attrName>
                                        </p:attrNameLst>
                                      </p:cBhvr>
                                      <p:tavLst>
                                        <p:tav tm="0">
                                          <p:val>
                                            <p:strVal val="#ppt_x-#ppt_w*1.125000"/>
                                          </p:val>
                                        </p:tav>
                                        <p:tav tm="100000">
                                          <p:val>
                                            <p:strVal val="#ppt_x"/>
                                          </p:val>
                                        </p:tav>
                                      </p:tavLst>
                                    </p:anim>
                                    <p:animEffect transition="in" filter="wipe(right)">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p:bldP spid="11" grpId="0"/>
      <p:bldP spid="11" grpId="1"/>
      <p:bldP spid="12" grpId="0"/>
      <p:bldP spid="12" grpId="1"/>
      <p:bldP spid="13"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7"/>
          <p:cNvGrpSpPr/>
          <p:nvPr/>
        </p:nvGrpSpPr>
        <p:grpSpPr>
          <a:xfrm>
            <a:off x="1164369" y="2680221"/>
            <a:ext cx="2316294" cy="1514496"/>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lgn="ctr">
                <a:lnSpc>
                  <a:spcPct val="120000"/>
                </a:lnSpc>
                <a:defRPr sz="11200"/>
              </a:pPr>
              <a:endParaRPr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Shape 335"/>
            <p:cNvSpPr/>
            <p:nvPr/>
          </p:nvSpPr>
          <p:spPr>
            <a:xfrm>
              <a:off x="1498551" y="1229870"/>
              <a:ext cx="2042947" cy="44799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输入文本内容</a:t>
              </a:r>
              <a:endParaRPr lang="id-ID" altLang="zh-CN" sz="1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342"/>
          <p:cNvGrpSpPr/>
          <p:nvPr/>
        </p:nvGrpSpPr>
        <p:grpSpPr>
          <a:xfrm>
            <a:off x="3181743" y="2680221"/>
            <a:ext cx="2316294" cy="1514496"/>
            <a:chOff x="0" y="0"/>
            <a:chExt cx="4392859" cy="2872248"/>
          </a:xfrm>
          <a:solidFill>
            <a:srgbClr val="E60000"/>
          </a:solidFill>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lgn="ctr">
                <a:lnSpc>
                  <a:spcPct val="120000"/>
                </a:lnSpc>
                <a:defRPr sz="11200"/>
              </a:pPr>
              <a:endParaRPr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Shape 340"/>
            <p:cNvSpPr/>
            <p:nvPr/>
          </p:nvSpPr>
          <p:spPr>
            <a:xfrm>
              <a:off x="1194479" y="1289712"/>
              <a:ext cx="2852436"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输入文本内容</a:t>
              </a:r>
              <a:endParaRPr lang="id-ID" altLang="zh-CN" sz="1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2" name="Group 347"/>
          <p:cNvGrpSpPr/>
          <p:nvPr/>
        </p:nvGrpSpPr>
        <p:grpSpPr>
          <a:xfrm>
            <a:off x="5248957" y="2680221"/>
            <a:ext cx="2316294" cy="1514496"/>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3"/>
            </a:solidFill>
            <a:ln w="12700" cap="flat">
              <a:noFill/>
              <a:miter lim="400000"/>
            </a:ln>
            <a:effectLst/>
          </p:spPr>
          <p:txBody>
            <a:bodyPr wrap="square" lIns="0" tIns="0" rIns="0" bIns="0" numCol="1" anchor="ctr">
              <a:noAutofit/>
            </a:bodyPr>
            <a:lstStyle/>
            <a:p>
              <a:pPr lvl="0" algn="ctr">
                <a:lnSpc>
                  <a:spcPct val="120000"/>
                </a:lnSpc>
                <a:defRPr sz="11200"/>
              </a:pPr>
              <a:endParaRPr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Shape 345"/>
            <p:cNvSpPr/>
            <p:nvPr/>
          </p:nvSpPr>
          <p:spPr>
            <a:xfrm>
              <a:off x="1086541" y="1289712"/>
              <a:ext cx="2972476"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输入文本内容</a:t>
              </a:r>
              <a:endParaRPr lang="id-ID" altLang="zh-CN" sz="1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7" name="Group 352"/>
          <p:cNvGrpSpPr/>
          <p:nvPr/>
        </p:nvGrpSpPr>
        <p:grpSpPr>
          <a:xfrm>
            <a:off x="7299143" y="2680221"/>
            <a:ext cx="2316291" cy="1514496"/>
            <a:chOff x="0" y="0"/>
            <a:chExt cx="4392859" cy="2872248"/>
          </a:xfrm>
          <a:solidFill>
            <a:srgbClr val="E60000"/>
          </a:solidFill>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4"/>
            </a:solidFill>
            <a:ln w="12700" cap="flat">
              <a:noFill/>
              <a:miter lim="400000"/>
            </a:ln>
            <a:effectLst/>
          </p:spPr>
          <p:txBody>
            <a:bodyPr wrap="square" lIns="0" tIns="0" rIns="0" bIns="0" numCol="1" anchor="ctr">
              <a:noAutofit/>
            </a:bodyPr>
            <a:lstStyle/>
            <a:p>
              <a:pPr lvl="0" algn="ctr">
                <a:lnSpc>
                  <a:spcPct val="120000"/>
                </a:lnSpc>
                <a:defRPr sz="11200"/>
              </a:pPr>
              <a:endParaRPr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Shape 350"/>
            <p:cNvSpPr/>
            <p:nvPr/>
          </p:nvSpPr>
          <p:spPr>
            <a:xfrm>
              <a:off x="1186403" y="1289712"/>
              <a:ext cx="2924718"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输入文本内容</a:t>
              </a:r>
              <a:endParaRPr lang="id-ID" altLang="zh-CN" sz="1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2" name="Group 357"/>
          <p:cNvGrpSpPr/>
          <p:nvPr/>
        </p:nvGrpSpPr>
        <p:grpSpPr>
          <a:xfrm>
            <a:off x="9378091" y="2680221"/>
            <a:ext cx="2316291" cy="1514496"/>
            <a:chOff x="0" y="0"/>
            <a:chExt cx="4392859" cy="2872248"/>
          </a:xfrm>
        </p:grpSpPr>
        <p:sp>
          <p:nvSpPr>
            <p:cNvPr id="23" name="Shape 35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5"/>
            </a:solidFill>
            <a:ln w="12700" cap="flat">
              <a:noFill/>
              <a:miter lim="400000"/>
            </a:ln>
            <a:effectLst/>
          </p:spPr>
          <p:txBody>
            <a:bodyPr wrap="square" lIns="0" tIns="0" rIns="0" bIns="0" numCol="1" anchor="ctr">
              <a:noAutofit/>
            </a:bodyPr>
            <a:lstStyle/>
            <a:p>
              <a:pPr lvl="0" algn="ctr">
                <a:lnSpc>
                  <a:spcPct val="120000"/>
                </a:lnSpc>
                <a:defRPr sz="11200"/>
              </a:pPr>
              <a:endParaRPr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Shape 355"/>
            <p:cNvSpPr/>
            <p:nvPr/>
          </p:nvSpPr>
          <p:spPr>
            <a:xfrm>
              <a:off x="1186405" y="1289715"/>
              <a:ext cx="3014432" cy="36933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输入文本内容</a:t>
              </a:r>
              <a:endParaRPr lang="id-ID" altLang="zh-CN" sz="1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7" name="Group 360"/>
          <p:cNvGrpSpPr/>
          <p:nvPr/>
        </p:nvGrpSpPr>
        <p:grpSpPr>
          <a:xfrm>
            <a:off x="2098263" y="3978266"/>
            <a:ext cx="448507" cy="448507"/>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lgn="ctr">
                <a:lnSpc>
                  <a:spcPct val="120000"/>
                </a:lnSpc>
                <a:defRPr sz="11200"/>
              </a:pPr>
              <a:endParaRPr sz="109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Shape 359"/>
            <p:cNvSpPr/>
            <p:nvPr/>
          </p:nvSpPr>
          <p:spPr>
            <a:xfrm>
              <a:off x="300082" y="114147"/>
              <a:ext cx="250430" cy="6223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lgn="ctr">
                <a:lnSpc>
                  <a:spcPct val="120000"/>
                </a:lnSpc>
                <a:defRPr sz="1800" b="0">
                  <a:solidFill>
                    <a:srgbClr val="000000"/>
                  </a:solidFill>
                </a:defRPr>
              </a:pPr>
              <a:r>
                <a:rPr lang="en-US" altLang="zh-CN"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a:t>
              </a:r>
              <a:endParaRPr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0" name="Group 363"/>
          <p:cNvGrpSpPr/>
          <p:nvPr/>
        </p:nvGrpSpPr>
        <p:grpSpPr>
          <a:xfrm>
            <a:off x="4119893" y="3978266"/>
            <a:ext cx="448507" cy="448507"/>
            <a:chOff x="0" y="0"/>
            <a:chExt cx="850594" cy="850594"/>
          </a:xfrm>
          <a:solidFill>
            <a:srgbClr val="E60000"/>
          </a:solidFill>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lgn="ctr">
                <a:lnSpc>
                  <a:spcPct val="120000"/>
                </a:lnSpc>
                <a:defRPr sz="11200"/>
              </a:pPr>
              <a:endParaRPr sz="109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Shape 362"/>
            <p:cNvSpPr/>
            <p:nvPr/>
          </p:nvSpPr>
          <p:spPr>
            <a:xfrm>
              <a:off x="331243" y="202702"/>
              <a:ext cx="188486" cy="4451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lgn="ctr">
                <a:lnSpc>
                  <a:spcPct val="120000"/>
                </a:lnSpc>
                <a:defRPr sz="1800" b="0">
                  <a:solidFill>
                    <a:srgbClr val="000000"/>
                  </a:solidFill>
                </a:defRPr>
              </a:pPr>
              <a:r>
                <a:rPr lang="en-US" altLang="zh-CN"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a:t>
              </a:r>
              <a:endParaRPr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3" name="Group 366"/>
          <p:cNvGrpSpPr/>
          <p:nvPr/>
        </p:nvGrpSpPr>
        <p:grpSpPr>
          <a:xfrm>
            <a:off x="6182851" y="3978266"/>
            <a:ext cx="448507" cy="448507"/>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50800" cap="flat">
              <a:solidFill>
                <a:srgbClr val="FBF9FC"/>
              </a:solidFill>
              <a:prstDash val="solid"/>
              <a:miter lim="400000"/>
            </a:ln>
            <a:effectLst/>
          </p:spPr>
          <p:txBody>
            <a:bodyPr wrap="square" lIns="0" tIns="0" rIns="0" bIns="0" numCol="1" anchor="ctr">
              <a:noAutofit/>
            </a:bodyPr>
            <a:lstStyle/>
            <a:p>
              <a:pPr lvl="0" algn="ctr">
                <a:lnSpc>
                  <a:spcPct val="120000"/>
                </a:lnSpc>
                <a:defRPr sz="11200"/>
              </a:pPr>
              <a:endParaRPr sz="109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Shape 365"/>
            <p:cNvSpPr/>
            <p:nvPr/>
          </p:nvSpPr>
          <p:spPr>
            <a:xfrm>
              <a:off x="331243" y="202702"/>
              <a:ext cx="188486" cy="4451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lgn="ctr">
                <a:lnSpc>
                  <a:spcPct val="120000"/>
                </a:lnSpc>
                <a:defRPr sz="1800" b="0">
                  <a:solidFill>
                    <a:srgbClr val="000000"/>
                  </a:solidFill>
                </a:defRPr>
              </a:pPr>
              <a:r>
                <a:rPr lang="en-US" altLang="zh-CN"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endParaRPr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6" name="Group 369"/>
          <p:cNvGrpSpPr/>
          <p:nvPr/>
        </p:nvGrpSpPr>
        <p:grpSpPr>
          <a:xfrm>
            <a:off x="8233035" y="3978266"/>
            <a:ext cx="448507" cy="448507"/>
            <a:chOff x="0" y="0"/>
            <a:chExt cx="850594" cy="850594"/>
          </a:xfrm>
          <a:solidFill>
            <a:srgbClr val="E60000"/>
          </a:solidFill>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50800" cap="flat">
              <a:solidFill>
                <a:srgbClr val="FBF9FC"/>
              </a:solidFill>
              <a:prstDash val="solid"/>
              <a:miter lim="400000"/>
            </a:ln>
            <a:effectLst/>
          </p:spPr>
          <p:txBody>
            <a:bodyPr wrap="square" lIns="0" tIns="0" rIns="0" bIns="0" numCol="1" anchor="ctr">
              <a:noAutofit/>
            </a:bodyPr>
            <a:lstStyle/>
            <a:p>
              <a:pPr lvl="0" algn="ctr">
                <a:lnSpc>
                  <a:spcPct val="120000"/>
                </a:lnSpc>
                <a:defRPr sz="11200"/>
              </a:pPr>
              <a:endParaRPr sz="109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Shape 368"/>
            <p:cNvSpPr/>
            <p:nvPr/>
          </p:nvSpPr>
          <p:spPr>
            <a:xfrm>
              <a:off x="243825" y="114147"/>
              <a:ext cx="362944" cy="6223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lgn="ctr">
                <a:lnSpc>
                  <a:spcPct val="120000"/>
                </a:lnSpc>
                <a:defRPr sz="1800" b="0">
                  <a:solidFill>
                    <a:srgbClr val="000000"/>
                  </a:solidFill>
                </a:defRPr>
              </a:pPr>
              <a:r>
                <a:rPr lang="en-US" altLang="zh-CN"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4</a:t>
              </a:r>
              <a:endParaRPr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9" name="Group 372"/>
          <p:cNvGrpSpPr/>
          <p:nvPr/>
        </p:nvGrpSpPr>
        <p:grpSpPr>
          <a:xfrm>
            <a:off x="10311984" y="3978266"/>
            <a:ext cx="448507" cy="448507"/>
            <a:chOff x="0" y="0"/>
            <a:chExt cx="850594" cy="850594"/>
          </a:xfrm>
        </p:grpSpPr>
        <p:sp>
          <p:nvSpPr>
            <p:cNvPr id="40" name="Shape 370"/>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5"/>
            </a:solidFill>
            <a:ln w="50800" cap="flat">
              <a:solidFill>
                <a:srgbClr val="FBF9FC"/>
              </a:solidFill>
              <a:prstDash val="solid"/>
              <a:miter lim="400000"/>
            </a:ln>
            <a:effectLst/>
          </p:spPr>
          <p:txBody>
            <a:bodyPr wrap="square" lIns="0" tIns="0" rIns="0" bIns="0" numCol="1" anchor="ctr">
              <a:noAutofit/>
            </a:bodyPr>
            <a:lstStyle/>
            <a:p>
              <a:pPr lvl="0" algn="ctr">
                <a:lnSpc>
                  <a:spcPct val="120000"/>
                </a:lnSpc>
                <a:defRPr sz="11200"/>
              </a:pPr>
              <a:endParaRPr sz="109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Shape 371"/>
            <p:cNvSpPr/>
            <p:nvPr/>
          </p:nvSpPr>
          <p:spPr>
            <a:xfrm>
              <a:off x="331243" y="202702"/>
              <a:ext cx="188486" cy="4451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lgn="ctr">
                <a:lnSpc>
                  <a:spcPct val="120000"/>
                </a:lnSpc>
                <a:defRPr sz="1800" b="0">
                  <a:solidFill>
                    <a:srgbClr val="000000"/>
                  </a:solidFill>
                </a:defRPr>
              </a:pPr>
              <a:r>
                <a:rPr lang="en-US" altLang="zh-CN"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5</a:t>
              </a:r>
              <a:endParaRPr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3" name="Shape 373"/>
          <p:cNvSpPr/>
          <p:nvPr/>
        </p:nvSpPr>
        <p:spPr>
          <a:xfrm>
            <a:off x="1393648" y="4794002"/>
            <a:ext cx="1804918" cy="4296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Shape 376"/>
          <p:cNvSpPr/>
          <p:nvPr/>
        </p:nvSpPr>
        <p:spPr>
          <a:xfrm>
            <a:off x="3454628" y="4794002"/>
            <a:ext cx="1804918" cy="4296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Shape 379"/>
          <p:cNvSpPr/>
          <p:nvPr/>
        </p:nvSpPr>
        <p:spPr>
          <a:xfrm>
            <a:off x="5479631" y="4794002"/>
            <a:ext cx="1804918" cy="4296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Shape 382"/>
          <p:cNvSpPr/>
          <p:nvPr/>
        </p:nvSpPr>
        <p:spPr>
          <a:xfrm>
            <a:off x="7569908" y="4794002"/>
            <a:ext cx="1804918" cy="4296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Shape 385"/>
          <p:cNvSpPr/>
          <p:nvPr/>
        </p:nvSpPr>
        <p:spPr>
          <a:xfrm>
            <a:off x="9630886" y="4794002"/>
            <a:ext cx="1804918" cy="4296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745406567"/>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22"/>
                                        </p:tgtEl>
                                        <p:attrNameLst>
                                          <p:attrName>style.visibility</p:attrName>
                                        </p:attrNameLst>
                                      </p:cBhvr>
                                      <p:to>
                                        <p:strVal val="visible"/>
                                      </p:to>
                                    </p:set>
                                    <p:anim calcmode="lin" valueType="num">
                                      <p:cBhvr>
                                        <p:cTn id="7" dur="800" fill="hold"/>
                                        <p:tgtEl>
                                          <p:spTgt spid="22"/>
                                        </p:tgtEl>
                                        <p:attrNameLst>
                                          <p:attrName>ppt_x</p:attrName>
                                        </p:attrNameLst>
                                      </p:cBhvr>
                                      <p:tavLst>
                                        <p:tav tm="0">
                                          <p:val>
                                            <p:strVal val="0-#ppt_w/2"/>
                                          </p:val>
                                        </p:tav>
                                        <p:tav tm="100000">
                                          <p:val>
                                            <p:strVal val="#ppt_x"/>
                                          </p:val>
                                        </p:tav>
                                      </p:tavLst>
                                    </p:anim>
                                    <p:anim calcmode="lin" valueType="num">
                                      <p:cBhvr>
                                        <p:cTn id="8" dur="8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400"/>
                                  </p:stCondLst>
                                  <p:iterate>
                                    <p:tmAbs val="0"/>
                                  </p:iterate>
                                  <p:childTnLst>
                                    <p:set>
                                      <p:cBhvr>
                                        <p:cTn id="10" fill="hold"/>
                                        <p:tgtEl>
                                          <p:spTgt spid="17"/>
                                        </p:tgtEl>
                                        <p:attrNameLst>
                                          <p:attrName>style.visibility</p:attrName>
                                        </p:attrNameLst>
                                      </p:cBhvr>
                                      <p:to>
                                        <p:strVal val="visible"/>
                                      </p:to>
                                    </p:set>
                                    <p:anim calcmode="lin" valueType="num">
                                      <p:cBhvr>
                                        <p:cTn id="11" dur="800" fill="hold"/>
                                        <p:tgtEl>
                                          <p:spTgt spid="17"/>
                                        </p:tgtEl>
                                        <p:attrNameLst>
                                          <p:attrName>ppt_x</p:attrName>
                                        </p:attrNameLst>
                                      </p:cBhvr>
                                      <p:tavLst>
                                        <p:tav tm="0">
                                          <p:val>
                                            <p:strVal val="0-#ppt_w/2"/>
                                          </p:val>
                                        </p:tav>
                                        <p:tav tm="100000">
                                          <p:val>
                                            <p:strVal val="#ppt_x"/>
                                          </p:val>
                                        </p:tav>
                                      </p:tavLst>
                                    </p:anim>
                                    <p:anim calcmode="lin" valueType="num">
                                      <p:cBhvr>
                                        <p:cTn id="12" dur="8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800"/>
                                  </p:stCondLst>
                                  <p:iterate>
                                    <p:tmAbs val="0"/>
                                  </p:iterate>
                                  <p:childTnLst>
                                    <p:set>
                                      <p:cBhvr>
                                        <p:cTn id="14" fill="hold"/>
                                        <p:tgtEl>
                                          <p:spTgt spid="12"/>
                                        </p:tgtEl>
                                        <p:attrNameLst>
                                          <p:attrName>style.visibility</p:attrName>
                                        </p:attrNameLst>
                                      </p:cBhvr>
                                      <p:to>
                                        <p:strVal val="visible"/>
                                      </p:to>
                                    </p:set>
                                    <p:anim calcmode="lin" valueType="num">
                                      <p:cBhvr>
                                        <p:cTn id="15" dur="800" fill="hold"/>
                                        <p:tgtEl>
                                          <p:spTgt spid="12"/>
                                        </p:tgtEl>
                                        <p:attrNameLst>
                                          <p:attrName>ppt_x</p:attrName>
                                        </p:attrNameLst>
                                      </p:cBhvr>
                                      <p:tavLst>
                                        <p:tav tm="0">
                                          <p:val>
                                            <p:strVal val="0-#ppt_w/2"/>
                                          </p:val>
                                        </p:tav>
                                        <p:tav tm="100000">
                                          <p:val>
                                            <p:strVal val="#ppt_x"/>
                                          </p:val>
                                        </p:tav>
                                      </p:tavLst>
                                    </p:anim>
                                    <p:anim calcmode="lin" valueType="num">
                                      <p:cBhvr>
                                        <p:cTn id="16" dur="8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1200"/>
                                  </p:stCondLst>
                                  <p:iterate>
                                    <p:tmAbs val="0"/>
                                  </p:iterate>
                                  <p:childTnLst>
                                    <p:set>
                                      <p:cBhvr>
                                        <p:cTn id="18" fill="hold"/>
                                        <p:tgtEl>
                                          <p:spTgt spid="7"/>
                                        </p:tgtEl>
                                        <p:attrNameLst>
                                          <p:attrName>style.visibility</p:attrName>
                                        </p:attrNameLst>
                                      </p:cBhvr>
                                      <p:to>
                                        <p:strVal val="visible"/>
                                      </p:to>
                                    </p:set>
                                    <p:anim calcmode="lin" valueType="num">
                                      <p:cBhvr>
                                        <p:cTn id="19" dur="800" fill="hold"/>
                                        <p:tgtEl>
                                          <p:spTgt spid="7"/>
                                        </p:tgtEl>
                                        <p:attrNameLst>
                                          <p:attrName>ppt_x</p:attrName>
                                        </p:attrNameLst>
                                      </p:cBhvr>
                                      <p:tavLst>
                                        <p:tav tm="0">
                                          <p:val>
                                            <p:strVal val="0-#ppt_w/2"/>
                                          </p:val>
                                        </p:tav>
                                        <p:tav tm="100000">
                                          <p:val>
                                            <p:strVal val="#ppt_x"/>
                                          </p:val>
                                        </p:tav>
                                      </p:tavLst>
                                    </p:anim>
                                    <p:anim calcmode="lin" valueType="num">
                                      <p:cBhvr>
                                        <p:cTn id="20" dur="8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1600"/>
                                  </p:stCondLst>
                                  <p:iterate>
                                    <p:tmAbs val="0"/>
                                  </p:iterate>
                                  <p:childTnLst>
                                    <p:set>
                                      <p:cBhvr>
                                        <p:cTn id="22" fill="hold"/>
                                        <p:tgtEl>
                                          <p:spTgt spid="2"/>
                                        </p:tgtEl>
                                        <p:attrNameLst>
                                          <p:attrName>style.visibility</p:attrName>
                                        </p:attrNameLst>
                                      </p:cBhvr>
                                      <p:to>
                                        <p:strVal val="visible"/>
                                      </p:to>
                                    </p:set>
                                    <p:anim calcmode="lin" valueType="num">
                                      <p:cBhvr>
                                        <p:cTn id="23" dur="800" fill="hold"/>
                                        <p:tgtEl>
                                          <p:spTgt spid="2"/>
                                        </p:tgtEl>
                                        <p:attrNameLst>
                                          <p:attrName>ppt_x</p:attrName>
                                        </p:attrNameLst>
                                      </p:cBhvr>
                                      <p:tavLst>
                                        <p:tav tm="0">
                                          <p:val>
                                            <p:strVal val="0-#ppt_w/2"/>
                                          </p:val>
                                        </p:tav>
                                        <p:tav tm="100000">
                                          <p:val>
                                            <p:strVal val="#ppt_x"/>
                                          </p:val>
                                        </p:tav>
                                      </p:tavLst>
                                    </p:anim>
                                    <p:anim calcmode="lin" valueType="num">
                                      <p:cBhvr>
                                        <p:cTn id="24" dur="800" fill="hold"/>
                                        <p:tgtEl>
                                          <p:spTgt spid="2"/>
                                        </p:tgtEl>
                                        <p:attrNameLst>
                                          <p:attrName>ppt_y</p:attrName>
                                        </p:attrNameLst>
                                      </p:cBhvr>
                                      <p:tavLst>
                                        <p:tav tm="0">
                                          <p:val>
                                            <p:strVal val="#ppt_y"/>
                                          </p:val>
                                        </p:tav>
                                        <p:tav tm="100000">
                                          <p:val>
                                            <p:strVal val="#ppt_y"/>
                                          </p:val>
                                        </p:tav>
                                      </p:tavLst>
                                    </p:anim>
                                  </p:childTnLst>
                                </p:cTn>
                              </p:par>
                            </p:childTnLst>
                          </p:cTn>
                        </p:par>
                        <p:par>
                          <p:cTn id="25" fill="hold">
                            <p:stCondLst>
                              <p:cond delay="2400"/>
                            </p:stCondLst>
                            <p:childTnLst>
                              <p:par>
                                <p:cTn id="26" presetID="2" presetClass="entr" presetSubtype="4" fill="hold" grpId="0" nodeType="afterEffect">
                                  <p:stCondLst>
                                    <p:cond delay="0"/>
                                  </p:stCondLst>
                                  <p:iterate>
                                    <p:tmAbs val="0"/>
                                  </p:iterate>
                                  <p:childTnLst>
                                    <p:set>
                                      <p:cBhvr>
                                        <p:cTn id="27" fill="hold"/>
                                        <p:tgtEl>
                                          <p:spTgt spid="27"/>
                                        </p:tgtEl>
                                        <p:attrNameLst>
                                          <p:attrName>style.visibility</p:attrName>
                                        </p:attrNameLst>
                                      </p:cBhvr>
                                      <p:to>
                                        <p:strVal val="visible"/>
                                      </p:to>
                                    </p:set>
                                    <p:anim calcmode="lin" valueType="num">
                                      <p:cBhvr>
                                        <p:cTn id="28" dur="600" fill="hold"/>
                                        <p:tgtEl>
                                          <p:spTgt spid="27"/>
                                        </p:tgtEl>
                                        <p:attrNameLst>
                                          <p:attrName>ppt_x</p:attrName>
                                        </p:attrNameLst>
                                      </p:cBhvr>
                                      <p:tavLst>
                                        <p:tav tm="0">
                                          <p:val>
                                            <p:strVal val="#ppt_x"/>
                                          </p:val>
                                        </p:tav>
                                        <p:tav tm="100000">
                                          <p:val>
                                            <p:strVal val="#ppt_x"/>
                                          </p:val>
                                        </p:tav>
                                      </p:tavLst>
                                    </p:anim>
                                    <p:anim calcmode="lin" valueType="num">
                                      <p:cBhvr>
                                        <p:cTn id="29" dur="600" fill="hold"/>
                                        <p:tgtEl>
                                          <p:spTgt spid="2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200"/>
                                  </p:stCondLst>
                                  <p:iterate>
                                    <p:tmAbs val="0"/>
                                  </p:iterate>
                                  <p:childTnLst>
                                    <p:set>
                                      <p:cBhvr>
                                        <p:cTn id="31" fill="hold"/>
                                        <p:tgtEl>
                                          <p:spTgt spid="30"/>
                                        </p:tgtEl>
                                        <p:attrNameLst>
                                          <p:attrName>style.visibility</p:attrName>
                                        </p:attrNameLst>
                                      </p:cBhvr>
                                      <p:to>
                                        <p:strVal val="visible"/>
                                      </p:to>
                                    </p:set>
                                    <p:anim calcmode="lin" valueType="num">
                                      <p:cBhvr>
                                        <p:cTn id="32" dur="600" fill="hold"/>
                                        <p:tgtEl>
                                          <p:spTgt spid="30"/>
                                        </p:tgtEl>
                                        <p:attrNameLst>
                                          <p:attrName>ppt_x</p:attrName>
                                        </p:attrNameLst>
                                      </p:cBhvr>
                                      <p:tavLst>
                                        <p:tav tm="0">
                                          <p:val>
                                            <p:strVal val="#ppt_x"/>
                                          </p:val>
                                        </p:tav>
                                        <p:tav tm="100000">
                                          <p:val>
                                            <p:strVal val="#ppt_x"/>
                                          </p:val>
                                        </p:tav>
                                      </p:tavLst>
                                    </p:anim>
                                    <p:anim calcmode="lin" valueType="num">
                                      <p:cBhvr>
                                        <p:cTn id="33" dur="600" fill="hold"/>
                                        <p:tgtEl>
                                          <p:spTgt spid="3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400"/>
                                  </p:stCondLst>
                                  <p:iterate>
                                    <p:tmAbs val="0"/>
                                  </p:iterate>
                                  <p:childTnLst>
                                    <p:set>
                                      <p:cBhvr>
                                        <p:cTn id="35" fill="hold"/>
                                        <p:tgtEl>
                                          <p:spTgt spid="33"/>
                                        </p:tgtEl>
                                        <p:attrNameLst>
                                          <p:attrName>style.visibility</p:attrName>
                                        </p:attrNameLst>
                                      </p:cBhvr>
                                      <p:to>
                                        <p:strVal val="visible"/>
                                      </p:to>
                                    </p:set>
                                    <p:anim calcmode="lin" valueType="num">
                                      <p:cBhvr>
                                        <p:cTn id="36" dur="600" fill="hold"/>
                                        <p:tgtEl>
                                          <p:spTgt spid="33"/>
                                        </p:tgtEl>
                                        <p:attrNameLst>
                                          <p:attrName>ppt_x</p:attrName>
                                        </p:attrNameLst>
                                      </p:cBhvr>
                                      <p:tavLst>
                                        <p:tav tm="0">
                                          <p:val>
                                            <p:strVal val="#ppt_x"/>
                                          </p:val>
                                        </p:tav>
                                        <p:tav tm="100000">
                                          <p:val>
                                            <p:strVal val="#ppt_x"/>
                                          </p:val>
                                        </p:tav>
                                      </p:tavLst>
                                    </p:anim>
                                    <p:anim calcmode="lin" valueType="num">
                                      <p:cBhvr>
                                        <p:cTn id="37" dur="600" fill="hold"/>
                                        <p:tgtEl>
                                          <p:spTgt spid="3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600"/>
                                  </p:stCondLst>
                                  <p:iterate>
                                    <p:tmAbs val="0"/>
                                  </p:iterate>
                                  <p:childTnLst>
                                    <p:set>
                                      <p:cBhvr>
                                        <p:cTn id="39" fill="hold"/>
                                        <p:tgtEl>
                                          <p:spTgt spid="36"/>
                                        </p:tgtEl>
                                        <p:attrNameLst>
                                          <p:attrName>style.visibility</p:attrName>
                                        </p:attrNameLst>
                                      </p:cBhvr>
                                      <p:to>
                                        <p:strVal val="visible"/>
                                      </p:to>
                                    </p:set>
                                    <p:anim calcmode="lin" valueType="num">
                                      <p:cBhvr>
                                        <p:cTn id="40" dur="600" fill="hold"/>
                                        <p:tgtEl>
                                          <p:spTgt spid="36"/>
                                        </p:tgtEl>
                                        <p:attrNameLst>
                                          <p:attrName>ppt_x</p:attrName>
                                        </p:attrNameLst>
                                      </p:cBhvr>
                                      <p:tavLst>
                                        <p:tav tm="0">
                                          <p:val>
                                            <p:strVal val="#ppt_x"/>
                                          </p:val>
                                        </p:tav>
                                        <p:tav tm="100000">
                                          <p:val>
                                            <p:strVal val="#ppt_x"/>
                                          </p:val>
                                        </p:tav>
                                      </p:tavLst>
                                    </p:anim>
                                    <p:anim calcmode="lin" valueType="num">
                                      <p:cBhvr>
                                        <p:cTn id="41" dur="600" fill="hold"/>
                                        <p:tgtEl>
                                          <p:spTgt spid="3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800"/>
                                  </p:stCondLst>
                                  <p:iterate>
                                    <p:tmAbs val="0"/>
                                  </p:iterate>
                                  <p:childTnLst>
                                    <p:set>
                                      <p:cBhvr>
                                        <p:cTn id="43" fill="hold"/>
                                        <p:tgtEl>
                                          <p:spTgt spid="39"/>
                                        </p:tgtEl>
                                        <p:attrNameLst>
                                          <p:attrName>style.visibility</p:attrName>
                                        </p:attrNameLst>
                                      </p:cBhvr>
                                      <p:to>
                                        <p:strVal val="visible"/>
                                      </p:to>
                                    </p:set>
                                    <p:anim calcmode="lin" valueType="num">
                                      <p:cBhvr>
                                        <p:cTn id="44" dur="600" fill="hold"/>
                                        <p:tgtEl>
                                          <p:spTgt spid="39"/>
                                        </p:tgtEl>
                                        <p:attrNameLst>
                                          <p:attrName>ppt_x</p:attrName>
                                        </p:attrNameLst>
                                      </p:cBhvr>
                                      <p:tavLst>
                                        <p:tav tm="0">
                                          <p:val>
                                            <p:strVal val="#ppt_x"/>
                                          </p:val>
                                        </p:tav>
                                        <p:tav tm="100000">
                                          <p:val>
                                            <p:strVal val="#ppt_x"/>
                                          </p:val>
                                        </p:tav>
                                      </p:tavLst>
                                    </p:anim>
                                    <p:anim calcmode="lin" valueType="num">
                                      <p:cBhvr>
                                        <p:cTn id="45" dur="600" fill="hold"/>
                                        <p:tgtEl>
                                          <p:spTgt spid="39"/>
                                        </p:tgtEl>
                                        <p:attrNameLst>
                                          <p:attrName>ppt_y</p:attrName>
                                        </p:attrNameLst>
                                      </p:cBhvr>
                                      <p:tavLst>
                                        <p:tav tm="0">
                                          <p:val>
                                            <p:strVal val="1+#ppt_h/2"/>
                                          </p:val>
                                        </p:tav>
                                        <p:tav tm="100000">
                                          <p:val>
                                            <p:strVal val="#ppt_y"/>
                                          </p:val>
                                        </p:tav>
                                      </p:tavLst>
                                    </p:anim>
                                  </p:childTnLst>
                                </p:cTn>
                              </p:par>
                            </p:childTnLst>
                          </p:cTn>
                        </p:par>
                        <p:par>
                          <p:cTn id="46" fill="hold">
                            <p:stCondLst>
                              <p:cond delay="3800"/>
                            </p:stCondLst>
                            <p:childTnLst>
                              <p:par>
                                <p:cTn id="47" presetID="10" presetClass="entr" presetSubtype="0"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childTnLst>
                          </p:cTn>
                        </p:par>
                        <p:par>
                          <p:cTn id="50" fill="hold">
                            <p:stCondLst>
                              <p:cond delay="4300"/>
                            </p:stCondLst>
                            <p:childTnLst>
                              <p:par>
                                <p:cTn id="51" presetID="10" presetClass="entr" presetSubtype="0" fill="hold" grpId="0" nodeType="after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par>
                          <p:cTn id="54" fill="hold">
                            <p:stCondLst>
                              <p:cond delay="4800"/>
                            </p:stCondLst>
                            <p:childTnLst>
                              <p:par>
                                <p:cTn id="55" presetID="10" presetClass="entr" presetSubtype="0" fill="hold" grpId="0" nodeType="after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childTnLst>
                          </p:cTn>
                        </p:par>
                        <p:par>
                          <p:cTn id="58" fill="hold">
                            <p:stCondLst>
                              <p:cond delay="5300"/>
                            </p:stCondLst>
                            <p:childTnLst>
                              <p:par>
                                <p:cTn id="59" presetID="10" presetClass="entr" presetSubtype="0" fill="hold" grpId="0" nodeType="after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500"/>
                                        <p:tgtEl>
                                          <p:spTgt spid="52"/>
                                        </p:tgtEl>
                                      </p:cBhvr>
                                    </p:animEffect>
                                  </p:childTnLst>
                                </p:cTn>
                              </p:par>
                            </p:childTnLst>
                          </p:cTn>
                        </p:par>
                        <p:par>
                          <p:cTn id="62" fill="hold">
                            <p:stCondLst>
                              <p:cond delay="5800"/>
                            </p:stCondLst>
                            <p:childTnLst>
                              <p:par>
                                <p:cTn id="63" presetID="10" presetClass="entr" presetSubtype="0" fill="hold" grpId="0" nodeType="after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0"/>
      <p:bldP spid="7" grpId="0" animBg="1" advAuto="0"/>
      <p:bldP spid="12" grpId="0" advAuto="0"/>
      <p:bldP spid="17" grpId="0" animBg="1" advAuto="0"/>
      <p:bldP spid="22" grpId="0" advAuto="0"/>
      <p:bldP spid="27" grpId="0" advAuto="0"/>
      <p:bldP spid="30" grpId="0" animBg="1" advAuto="0"/>
      <p:bldP spid="33" grpId="0" advAuto="0"/>
      <p:bldP spid="36" grpId="0" animBg="1" advAuto="0"/>
      <p:bldP spid="39" grpId="0" advAuto="0"/>
      <p:bldP spid="43" grpId="0"/>
      <p:bldP spid="46" grpId="0"/>
      <p:bldP spid="49" grpId="0"/>
      <p:bldP spid="52" grpId="0"/>
      <p:bldP spid="5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1410611" y="2968253"/>
            <a:ext cx="1708318" cy="1708316"/>
            <a:chOff x="1336945" y="2133708"/>
            <a:chExt cx="1619916" cy="1619915"/>
          </a:xfrm>
        </p:grpSpPr>
        <p:grpSp>
          <p:nvGrpSpPr>
            <p:cNvPr id="6" name="Group 5"/>
            <p:cNvGrpSpPr/>
            <p:nvPr/>
          </p:nvGrpSpPr>
          <p:grpSpPr>
            <a:xfrm>
              <a:off x="1336945" y="2133708"/>
              <a:ext cx="1619916" cy="1619915"/>
              <a:chOff x="2488916" y="3076243"/>
              <a:chExt cx="1619916" cy="1619915"/>
            </a:xfrm>
          </p:grpSpPr>
          <p:sp>
            <p:nvSpPr>
              <p:cNvPr id="4" name="Rectangle 3"/>
              <p:cNvSpPr/>
              <p:nvPr/>
            </p:nvSpPr>
            <p:spPr>
              <a:xfrm>
                <a:off x="2488917" y="3076243"/>
                <a:ext cx="1619915" cy="1619915"/>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Rectangle 4"/>
              <p:cNvSpPr/>
              <p:nvPr/>
            </p:nvSpPr>
            <p:spPr>
              <a:xfrm>
                <a:off x="2488916" y="4220308"/>
                <a:ext cx="1619915" cy="47584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8" name="TextBox 7"/>
            <p:cNvSpPr txBox="1"/>
            <p:nvPr/>
          </p:nvSpPr>
          <p:spPr>
            <a:xfrm>
              <a:off x="1718094" y="2272332"/>
              <a:ext cx="857613" cy="532809"/>
            </a:xfrm>
            <a:prstGeom prst="rect">
              <a:avLst/>
            </a:prstGeom>
            <a:noFill/>
          </p:spPr>
          <p:txBody>
            <a:bodyPr wrap="none" rtlCol="0">
              <a:spAutoFit/>
            </a:bodyPr>
            <a:lstStyle/>
            <a:p>
              <a:pPr algn="ctr">
                <a:lnSpc>
                  <a:spcPct val="120000"/>
                </a:lnSpc>
              </a:pPr>
              <a:r>
                <a:rPr lang="en-US" sz="280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rPr>
                <a:t>54%</a:t>
              </a:r>
              <a:endParaRPr lang="en-GB" sz="2800"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8"/>
          <p:cNvGrpSpPr/>
          <p:nvPr/>
        </p:nvGrpSpPr>
        <p:grpSpPr>
          <a:xfrm>
            <a:off x="4187015" y="2965780"/>
            <a:ext cx="1708318" cy="1708316"/>
            <a:chOff x="3972681" y="2131362"/>
            <a:chExt cx="1619916" cy="1619915"/>
          </a:xfrm>
        </p:grpSpPr>
        <p:grpSp>
          <p:nvGrpSpPr>
            <p:cNvPr id="12" name="Group 11"/>
            <p:cNvGrpSpPr/>
            <p:nvPr/>
          </p:nvGrpSpPr>
          <p:grpSpPr>
            <a:xfrm>
              <a:off x="3972681" y="2131362"/>
              <a:ext cx="1619916" cy="1619915"/>
              <a:chOff x="2488916" y="3076243"/>
              <a:chExt cx="1619916" cy="1619915"/>
            </a:xfrm>
          </p:grpSpPr>
          <p:sp>
            <p:nvSpPr>
              <p:cNvPr id="14" name="Rectangle 13"/>
              <p:cNvSpPr/>
              <p:nvPr/>
            </p:nvSpPr>
            <p:spPr>
              <a:xfrm>
                <a:off x="2488917" y="3076243"/>
                <a:ext cx="1619915" cy="1619915"/>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Rectangle 14"/>
              <p:cNvSpPr/>
              <p:nvPr/>
            </p:nvSpPr>
            <p:spPr>
              <a:xfrm>
                <a:off x="2488916" y="4220308"/>
                <a:ext cx="1619915" cy="47584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3" name="TextBox 12"/>
            <p:cNvSpPr txBox="1"/>
            <p:nvPr/>
          </p:nvSpPr>
          <p:spPr>
            <a:xfrm>
              <a:off x="4353828" y="2269986"/>
              <a:ext cx="857613" cy="532809"/>
            </a:xfrm>
            <a:prstGeom prst="rect">
              <a:avLst/>
            </a:prstGeom>
            <a:noFill/>
          </p:spPr>
          <p:txBody>
            <a:bodyPr wrap="none" rtlCol="0">
              <a:spAutoFit/>
            </a:bodyPr>
            <a:lstStyle/>
            <a:p>
              <a:pPr algn="ctr">
                <a:lnSpc>
                  <a:spcPct val="120000"/>
                </a:lnSpc>
              </a:pPr>
              <a:r>
                <a:rPr lang="en-US" sz="280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rPr>
                <a:t>68%</a:t>
              </a:r>
              <a:endParaRPr lang="en-GB" sz="2800"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 name="Group 9"/>
          <p:cNvGrpSpPr/>
          <p:nvPr/>
        </p:nvGrpSpPr>
        <p:grpSpPr>
          <a:xfrm>
            <a:off x="6953304" y="2974393"/>
            <a:ext cx="1718430" cy="1708316"/>
            <a:chOff x="6594320" y="2139530"/>
            <a:chExt cx="1629505" cy="1619915"/>
          </a:xfrm>
        </p:grpSpPr>
        <p:grpSp>
          <p:nvGrpSpPr>
            <p:cNvPr id="17" name="Group 16"/>
            <p:cNvGrpSpPr/>
            <p:nvPr/>
          </p:nvGrpSpPr>
          <p:grpSpPr>
            <a:xfrm>
              <a:off x="6594320" y="2139530"/>
              <a:ext cx="1629505" cy="1619915"/>
              <a:chOff x="2479326" y="3076243"/>
              <a:chExt cx="1629505" cy="1619915"/>
            </a:xfrm>
          </p:grpSpPr>
          <p:sp>
            <p:nvSpPr>
              <p:cNvPr id="19" name="Rectangle 18"/>
              <p:cNvSpPr/>
              <p:nvPr/>
            </p:nvSpPr>
            <p:spPr>
              <a:xfrm>
                <a:off x="2479326" y="3076243"/>
                <a:ext cx="1619915" cy="1619915"/>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ectangle 19"/>
              <p:cNvSpPr/>
              <p:nvPr/>
            </p:nvSpPr>
            <p:spPr>
              <a:xfrm>
                <a:off x="2488916" y="4220308"/>
                <a:ext cx="1619915" cy="47584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8" name="TextBox 17"/>
            <p:cNvSpPr txBox="1"/>
            <p:nvPr/>
          </p:nvSpPr>
          <p:spPr>
            <a:xfrm>
              <a:off x="6985059" y="2278154"/>
              <a:ext cx="857613" cy="532809"/>
            </a:xfrm>
            <a:prstGeom prst="rect">
              <a:avLst/>
            </a:prstGeom>
            <a:noFill/>
          </p:spPr>
          <p:txBody>
            <a:bodyPr wrap="none" rtlCol="0">
              <a:spAutoFit/>
            </a:bodyPr>
            <a:lstStyle/>
            <a:p>
              <a:pPr algn="ctr">
                <a:lnSpc>
                  <a:spcPct val="120000"/>
                </a:lnSpc>
              </a:pPr>
              <a:r>
                <a:rPr lang="en-US" sz="280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rPr>
                <a:t>72%</a:t>
              </a:r>
              <a:endParaRPr lang="en-GB" sz="2800"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Group 10"/>
          <p:cNvGrpSpPr/>
          <p:nvPr/>
        </p:nvGrpSpPr>
        <p:grpSpPr>
          <a:xfrm>
            <a:off x="9739823" y="2965779"/>
            <a:ext cx="1708318" cy="1708316"/>
            <a:chOff x="9235139" y="2131361"/>
            <a:chExt cx="1619916" cy="1619915"/>
          </a:xfrm>
        </p:grpSpPr>
        <p:grpSp>
          <p:nvGrpSpPr>
            <p:cNvPr id="22" name="Group 21"/>
            <p:cNvGrpSpPr/>
            <p:nvPr/>
          </p:nvGrpSpPr>
          <p:grpSpPr>
            <a:xfrm>
              <a:off x="9235139" y="2131361"/>
              <a:ext cx="1619916" cy="1619915"/>
              <a:chOff x="2488916" y="3076243"/>
              <a:chExt cx="1619916" cy="1619915"/>
            </a:xfrm>
          </p:grpSpPr>
          <p:sp>
            <p:nvSpPr>
              <p:cNvPr id="24" name="Rectangle 23"/>
              <p:cNvSpPr/>
              <p:nvPr/>
            </p:nvSpPr>
            <p:spPr>
              <a:xfrm>
                <a:off x="2488917" y="3076243"/>
                <a:ext cx="1619915" cy="1619915"/>
              </a:xfrm>
              <a:prstGeom prst="rect">
                <a:avLst/>
              </a:prstGeom>
              <a:blipFill dpi="0" rotWithShape="1">
                <a:blip r:embed="rId6"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Rectangle 24"/>
              <p:cNvSpPr/>
              <p:nvPr/>
            </p:nvSpPr>
            <p:spPr>
              <a:xfrm>
                <a:off x="2488916" y="4220308"/>
                <a:ext cx="1619915" cy="47584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3" name="TextBox 22"/>
            <p:cNvSpPr txBox="1"/>
            <p:nvPr/>
          </p:nvSpPr>
          <p:spPr>
            <a:xfrm>
              <a:off x="9616288" y="2269985"/>
              <a:ext cx="857613" cy="532809"/>
            </a:xfrm>
            <a:prstGeom prst="rect">
              <a:avLst/>
            </a:prstGeom>
            <a:noFill/>
          </p:spPr>
          <p:txBody>
            <a:bodyPr wrap="none" rtlCol="0">
              <a:spAutoFit/>
            </a:bodyPr>
            <a:lstStyle/>
            <a:p>
              <a:pPr algn="ctr">
                <a:lnSpc>
                  <a:spcPct val="120000"/>
                </a:lnSpc>
              </a:pPr>
              <a:r>
                <a:rPr lang="en-US" sz="280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rPr>
                <a:t>90%</a:t>
              </a:r>
              <a:endParaRPr lang="en-GB" sz="2800"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1" name="Rectangle 23"/>
          <p:cNvSpPr/>
          <p:nvPr/>
        </p:nvSpPr>
        <p:spPr>
          <a:xfrm>
            <a:off x="1321802" y="5089877"/>
            <a:ext cx="1872208" cy="669671"/>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Rectangle 24"/>
          <p:cNvSpPr/>
          <p:nvPr/>
        </p:nvSpPr>
        <p:spPr>
          <a:xfrm>
            <a:off x="4054801" y="2315925"/>
            <a:ext cx="1872208" cy="669671"/>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Rectangle 25"/>
          <p:cNvSpPr/>
          <p:nvPr/>
        </p:nvSpPr>
        <p:spPr>
          <a:xfrm>
            <a:off x="6906656" y="5089877"/>
            <a:ext cx="1872208" cy="669671"/>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Rectangle 26"/>
          <p:cNvSpPr/>
          <p:nvPr/>
        </p:nvSpPr>
        <p:spPr>
          <a:xfrm>
            <a:off x="9671425" y="2315925"/>
            <a:ext cx="1872208" cy="669671"/>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TextBox 27"/>
          <p:cNvSpPr txBox="1"/>
          <p:nvPr/>
        </p:nvSpPr>
        <p:spPr>
          <a:xfrm>
            <a:off x="1332448" y="4839537"/>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TextBox 28"/>
          <p:cNvSpPr txBox="1"/>
          <p:nvPr/>
        </p:nvSpPr>
        <p:spPr>
          <a:xfrm>
            <a:off x="4065448" y="2065585"/>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TextBox 29"/>
          <p:cNvSpPr txBox="1"/>
          <p:nvPr/>
        </p:nvSpPr>
        <p:spPr>
          <a:xfrm>
            <a:off x="6917303" y="4839537"/>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TextBox 30"/>
          <p:cNvSpPr txBox="1"/>
          <p:nvPr/>
        </p:nvSpPr>
        <p:spPr>
          <a:xfrm>
            <a:off x="9682072" y="2065585"/>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629362643"/>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12" presetClass="entr" presetSubtype="4"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p:tgtEl>
                                          <p:spTgt spid="45"/>
                                        </p:tgtEl>
                                        <p:attrNameLst>
                                          <p:attrName>ppt_y</p:attrName>
                                        </p:attrNameLst>
                                      </p:cBhvr>
                                      <p:tavLst>
                                        <p:tav tm="0">
                                          <p:val>
                                            <p:strVal val="#ppt_y+#ppt_h*1.125000"/>
                                          </p:val>
                                        </p:tav>
                                        <p:tav tm="100000">
                                          <p:val>
                                            <p:strVal val="#ppt_y"/>
                                          </p:val>
                                        </p:tav>
                                      </p:tavLst>
                                    </p:anim>
                                    <p:animEffect transition="in" filter="wipe(up)">
                                      <p:cBhvr>
                                        <p:cTn id="28" dur="500"/>
                                        <p:tgtEl>
                                          <p:spTgt spid="45"/>
                                        </p:tgtEl>
                                      </p:cBhvr>
                                    </p:animEffect>
                                  </p:childTnLst>
                                </p:cTn>
                              </p:par>
                              <p:par>
                                <p:cTn id="29" presetID="12" presetClass="entr" presetSubtype="1"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500"/>
                                        <p:tgtEl>
                                          <p:spTgt spid="41"/>
                                        </p:tgtEl>
                                        <p:attrNameLst>
                                          <p:attrName>ppt_y</p:attrName>
                                        </p:attrNameLst>
                                      </p:cBhvr>
                                      <p:tavLst>
                                        <p:tav tm="0">
                                          <p:val>
                                            <p:strVal val="#ppt_y-#ppt_h*1.125000"/>
                                          </p:val>
                                        </p:tav>
                                        <p:tav tm="100000">
                                          <p:val>
                                            <p:strVal val="#ppt_y"/>
                                          </p:val>
                                        </p:tav>
                                      </p:tavLst>
                                    </p:anim>
                                    <p:animEffect transition="in" filter="wipe(down)">
                                      <p:cBhvr>
                                        <p:cTn id="32" dur="500"/>
                                        <p:tgtEl>
                                          <p:spTgt spid="41"/>
                                        </p:tgtEl>
                                      </p:cBhvr>
                                    </p:animEffect>
                                  </p:childTnLst>
                                </p:cTn>
                              </p:par>
                            </p:childTnLst>
                          </p:cTn>
                        </p:par>
                        <p:par>
                          <p:cTn id="33" fill="hold">
                            <p:stCondLst>
                              <p:cond delay="2500"/>
                            </p:stCondLst>
                            <p:childTnLst>
                              <p:par>
                                <p:cTn id="34" presetID="12" presetClass="entr" presetSubtype="4" fill="hold" grpId="0" nodeType="after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additive="base">
                                        <p:cTn id="36" dur="500"/>
                                        <p:tgtEl>
                                          <p:spTgt spid="46"/>
                                        </p:tgtEl>
                                        <p:attrNameLst>
                                          <p:attrName>ppt_y</p:attrName>
                                        </p:attrNameLst>
                                      </p:cBhvr>
                                      <p:tavLst>
                                        <p:tav tm="0">
                                          <p:val>
                                            <p:strVal val="#ppt_y+#ppt_h*1.125000"/>
                                          </p:val>
                                        </p:tav>
                                        <p:tav tm="100000">
                                          <p:val>
                                            <p:strVal val="#ppt_y"/>
                                          </p:val>
                                        </p:tav>
                                      </p:tavLst>
                                    </p:anim>
                                    <p:animEffect transition="in" filter="wipe(up)">
                                      <p:cBhvr>
                                        <p:cTn id="37" dur="500"/>
                                        <p:tgtEl>
                                          <p:spTgt spid="46"/>
                                        </p:tgtEl>
                                      </p:cBhvr>
                                    </p:animEffect>
                                  </p:childTnLst>
                                </p:cTn>
                              </p:par>
                              <p:par>
                                <p:cTn id="38" presetID="12" presetClass="entr" presetSubtype="1" fill="hold" grpId="0" nodeType="withEffect">
                                  <p:stCondLst>
                                    <p:cond delay="0"/>
                                  </p:stCondLst>
                                  <p:childTnLst>
                                    <p:set>
                                      <p:cBhvr>
                                        <p:cTn id="39" dur="1" fill="hold">
                                          <p:stCondLst>
                                            <p:cond delay="0"/>
                                          </p:stCondLst>
                                        </p:cTn>
                                        <p:tgtEl>
                                          <p:spTgt spid="42"/>
                                        </p:tgtEl>
                                        <p:attrNameLst>
                                          <p:attrName>style.visibility</p:attrName>
                                        </p:attrNameLst>
                                      </p:cBhvr>
                                      <p:to>
                                        <p:strVal val="visible"/>
                                      </p:to>
                                    </p:set>
                                    <p:anim calcmode="lin" valueType="num">
                                      <p:cBhvr additive="base">
                                        <p:cTn id="40" dur="500"/>
                                        <p:tgtEl>
                                          <p:spTgt spid="42"/>
                                        </p:tgtEl>
                                        <p:attrNameLst>
                                          <p:attrName>ppt_y</p:attrName>
                                        </p:attrNameLst>
                                      </p:cBhvr>
                                      <p:tavLst>
                                        <p:tav tm="0">
                                          <p:val>
                                            <p:strVal val="#ppt_y-#ppt_h*1.125000"/>
                                          </p:val>
                                        </p:tav>
                                        <p:tav tm="100000">
                                          <p:val>
                                            <p:strVal val="#ppt_y"/>
                                          </p:val>
                                        </p:tav>
                                      </p:tavLst>
                                    </p:anim>
                                    <p:animEffect transition="in" filter="wipe(down)">
                                      <p:cBhvr>
                                        <p:cTn id="41" dur="500"/>
                                        <p:tgtEl>
                                          <p:spTgt spid="42"/>
                                        </p:tgtEl>
                                      </p:cBhvr>
                                    </p:animEffect>
                                  </p:childTnLst>
                                </p:cTn>
                              </p:par>
                            </p:childTnLst>
                          </p:cTn>
                        </p:par>
                        <p:par>
                          <p:cTn id="42" fill="hold">
                            <p:stCondLst>
                              <p:cond delay="3000"/>
                            </p:stCondLst>
                            <p:childTnLst>
                              <p:par>
                                <p:cTn id="43" presetID="12" presetClass="entr" presetSubtype="4" fill="hold" grpId="0" nodeType="after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additive="base">
                                        <p:cTn id="45" dur="500"/>
                                        <p:tgtEl>
                                          <p:spTgt spid="47"/>
                                        </p:tgtEl>
                                        <p:attrNameLst>
                                          <p:attrName>ppt_y</p:attrName>
                                        </p:attrNameLst>
                                      </p:cBhvr>
                                      <p:tavLst>
                                        <p:tav tm="0">
                                          <p:val>
                                            <p:strVal val="#ppt_y+#ppt_h*1.125000"/>
                                          </p:val>
                                        </p:tav>
                                        <p:tav tm="100000">
                                          <p:val>
                                            <p:strVal val="#ppt_y"/>
                                          </p:val>
                                        </p:tav>
                                      </p:tavLst>
                                    </p:anim>
                                    <p:animEffect transition="in" filter="wipe(up)">
                                      <p:cBhvr>
                                        <p:cTn id="46" dur="500"/>
                                        <p:tgtEl>
                                          <p:spTgt spid="47"/>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additive="base">
                                        <p:cTn id="49" dur="500"/>
                                        <p:tgtEl>
                                          <p:spTgt spid="43"/>
                                        </p:tgtEl>
                                        <p:attrNameLst>
                                          <p:attrName>ppt_y</p:attrName>
                                        </p:attrNameLst>
                                      </p:cBhvr>
                                      <p:tavLst>
                                        <p:tav tm="0">
                                          <p:val>
                                            <p:strVal val="#ppt_y-#ppt_h*1.125000"/>
                                          </p:val>
                                        </p:tav>
                                        <p:tav tm="100000">
                                          <p:val>
                                            <p:strVal val="#ppt_y"/>
                                          </p:val>
                                        </p:tav>
                                      </p:tavLst>
                                    </p:anim>
                                    <p:animEffect transition="in" filter="wipe(down)">
                                      <p:cBhvr>
                                        <p:cTn id="50" dur="500"/>
                                        <p:tgtEl>
                                          <p:spTgt spid="43"/>
                                        </p:tgtEl>
                                      </p:cBhvr>
                                    </p:animEffect>
                                  </p:childTnLst>
                                </p:cTn>
                              </p:par>
                            </p:childTnLst>
                          </p:cTn>
                        </p:par>
                        <p:par>
                          <p:cTn id="51" fill="hold">
                            <p:stCondLst>
                              <p:cond delay="3500"/>
                            </p:stCondLst>
                            <p:childTnLst>
                              <p:par>
                                <p:cTn id="52" presetID="12" presetClass="entr" presetSubtype="4" fill="hold" grpId="0" nodeType="afterEffect">
                                  <p:stCondLst>
                                    <p:cond delay="0"/>
                                  </p:stCondLst>
                                  <p:childTnLst>
                                    <p:set>
                                      <p:cBhvr>
                                        <p:cTn id="53" dur="1" fill="hold">
                                          <p:stCondLst>
                                            <p:cond delay="0"/>
                                          </p:stCondLst>
                                        </p:cTn>
                                        <p:tgtEl>
                                          <p:spTgt spid="48"/>
                                        </p:tgtEl>
                                        <p:attrNameLst>
                                          <p:attrName>style.visibility</p:attrName>
                                        </p:attrNameLst>
                                      </p:cBhvr>
                                      <p:to>
                                        <p:strVal val="visible"/>
                                      </p:to>
                                    </p:set>
                                    <p:anim calcmode="lin" valueType="num">
                                      <p:cBhvr additive="base">
                                        <p:cTn id="54" dur="500"/>
                                        <p:tgtEl>
                                          <p:spTgt spid="48"/>
                                        </p:tgtEl>
                                        <p:attrNameLst>
                                          <p:attrName>ppt_y</p:attrName>
                                        </p:attrNameLst>
                                      </p:cBhvr>
                                      <p:tavLst>
                                        <p:tav tm="0">
                                          <p:val>
                                            <p:strVal val="#ppt_y+#ppt_h*1.125000"/>
                                          </p:val>
                                        </p:tav>
                                        <p:tav tm="100000">
                                          <p:val>
                                            <p:strVal val="#ppt_y"/>
                                          </p:val>
                                        </p:tav>
                                      </p:tavLst>
                                    </p:anim>
                                    <p:animEffect transition="in" filter="wipe(up)">
                                      <p:cBhvr>
                                        <p:cTn id="55" dur="500"/>
                                        <p:tgtEl>
                                          <p:spTgt spid="48"/>
                                        </p:tgtEl>
                                      </p:cBhvr>
                                    </p:animEffect>
                                  </p:childTnLst>
                                </p:cTn>
                              </p:par>
                              <p:par>
                                <p:cTn id="56" presetID="12" presetClass="entr" presetSubtype="1" fill="hold" grpId="0" nodeType="withEffect">
                                  <p:stCondLst>
                                    <p:cond delay="0"/>
                                  </p:stCondLst>
                                  <p:childTnLst>
                                    <p:set>
                                      <p:cBhvr>
                                        <p:cTn id="57" dur="1" fill="hold">
                                          <p:stCondLst>
                                            <p:cond delay="0"/>
                                          </p:stCondLst>
                                        </p:cTn>
                                        <p:tgtEl>
                                          <p:spTgt spid="44"/>
                                        </p:tgtEl>
                                        <p:attrNameLst>
                                          <p:attrName>style.visibility</p:attrName>
                                        </p:attrNameLst>
                                      </p:cBhvr>
                                      <p:to>
                                        <p:strVal val="visible"/>
                                      </p:to>
                                    </p:set>
                                    <p:anim calcmode="lin" valueType="num">
                                      <p:cBhvr additive="base">
                                        <p:cTn id="58" dur="500"/>
                                        <p:tgtEl>
                                          <p:spTgt spid="44"/>
                                        </p:tgtEl>
                                        <p:attrNameLst>
                                          <p:attrName>ppt_y</p:attrName>
                                        </p:attrNameLst>
                                      </p:cBhvr>
                                      <p:tavLst>
                                        <p:tav tm="0">
                                          <p:val>
                                            <p:strVal val="#ppt_y-#ppt_h*1.125000"/>
                                          </p:val>
                                        </p:tav>
                                        <p:tav tm="100000">
                                          <p:val>
                                            <p:strVal val="#ppt_y"/>
                                          </p:val>
                                        </p:tav>
                                      </p:tavLst>
                                    </p:anim>
                                    <p:animEffect transition="in" filter="wipe(down)">
                                      <p:cBhvr>
                                        <p:cTn id="5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46"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161563" y="1636615"/>
            <a:ext cx="10601230" cy="4639424"/>
            <a:chOff x="1100786" y="1551735"/>
            <a:chExt cx="10052640" cy="4399344"/>
          </a:xfrm>
        </p:grpSpPr>
        <p:sp>
          <p:nvSpPr>
            <p:cNvPr id="22" name="Freeform 21"/>
            <p:cNvSpPr/>
            <p:nvPr/>
          </p:nvSpPr>
          <p:spPr>
            <a:xfrm rot="19805282">
              <a:off x="1456384" y="1551735"/>
              <a:ext cx="9350488" cy="4399344"/>
            </a:xfrm>
            <a:custGeom>
              <a:avLst/>
              <a:gdLst>
                <a:gd name="connsiteX0" fmla="*/ 9210674 w 9350488"/>
                <a:gd name="connsiteY0" fmla="*/ 3819266 h 4399344"/>
                <a:gd name="connsiteX1" fmla="*/ 9350488 w 9350488"/>
                <a:gd name="connsiteY1" fmla="*/ 4082226 h 4399344"/>
                <a:gd name="connsiteX2" fmla="*/ 9033370 w 9350488"/>
                <a:gd name="connsiteY2" fmla="*/ 4399344 h 4399344"/>
                <a:gd name="connsiteX3" fmla="*/ 6852320 w 9350488"/>
                <a:gd name="connsiteY3" fmla="*/ 4399344 h 4399344"/>
                <a:gd name="connsiteX4" fmla="*/ 6844759 w 9350488"/>
                <a:gd name="connsiteY4" fmla="*/ 4398581 h 4399344"/>
                <a:gd name="connsiteX5" fmla="*/ 6831730 w 9350488"/>
                <a:gd name="connsiteY5" fmla="*/ 4398964 h 4399344"/>
                <a:gd name="connsiteX6" fmla="*/ 6805150 w 9350488"/>
                <a:gd name="connsiteY6" fmla="*/ 4394589 h 4399344"/>
                <a:gd name="connsiteX7" fmla="*/ 6788410 w 9350488"/>
                <a:gd name="connsiteY7" fmla="*/ 4392901 h 4399344"/>
                <a:gd name="connsiteX8" fmla="*/ 6781081 w 9350488"/>
                <a:gd name="connsiteY8" fmla="*/ 4390626 h 4399344"/>
                <a:gd name="connsiteX9" fmla="*/ 6771692 w 9350488"/>
                <a:gd name="connsiteY9" fmla="*/ 4389080 h 4399344"/>
                <a:gd name="connsiteX10" fmla="*/ 6748678 w 9350488"/>
                <a:gd name="connsiteY10" fmla="*/ 4380567 h 4399344"/>
                <a:gd name="connsiteX11" fmla="*/ 6728884 w 9350488"/>
                <a:gd name="connsiteY11" fmla="*/ 4374423 h 4399344"/>
                <a:gd name="connsiteX12" fmla="*/ 6722076 w 9350488"/>
                <a:gd name="connsiteY12" fmla="*/ 4370728 h 4399344"/>
                <a:gd name="connsiteX13" fmla="*/ 6714626 w 9350488"/>
                <a:gd name="connsiteY13" fmla="*/ 4367972 h 4399344"/>
                <a:gd name="connsiteX14" fmla="*/ 6695104 w 9350488"/>
                <a:gd name="connsiteY14" fmla="*/ 4356088 h 4399344"/>
                <a:gd name="connsiteX15" fmla="*/ 6675017 w 9350488"/>
                <a:gd name="connsiteY15" fmla="*/ 4345185 h 4399344"/>
                <a:gd name="connsiteX16" fmla="*/ 6668890 w 9350488"/>
                <a:gd name="connsiteY16" fmla="*/ 4340130 h 4399344"/>
                <a:gd name="connsiteX17" fmla="*/ 6662274 w 9350488"/>
                <a:gd name="connsiteY17" fmla="*/ 4336102 h 4399344"/>
                <a:gd name="connsiteX18" fmla="*/ 6647012 w 9350488"/>
                <a:gd name="connsiteY18" fmla="*/ 4322079 h 4399344"/>
                <a:gd name="connsiteX19" fmla="*/ 6628085 w 9350488"/>
                <a:gd name="connsiteY19" fmla="*/ 4306462 h 4399344"/>
                <a:gd name="connsiteX20" fmla="*/ 6622029 w 9350488"/>
                <a:gd name="connsiteY20" fmla="*/ 4299122 h 4399344"/>
                <a:gd name="connsiteX21" fmla="*/ 6616378 w 9350488"/>
                <a:gd name="connsiteY21" fmla="*/ 4293931 h 4399344"/>
                <a:gd name="connsiteX22" fmla="*/ 6606505 w 9350488"/>
                <a:gd name="connsiteY22" fmla="*/ 4280307 h 4399344"/>
                <a:gd name="connsiteX23" fmla="*/ 6589361 w 9350488"/>
                <a:gd name="connsiteY23" fmla="*/ 4259529 h 4399344"/>
                <a:gd name="connsiteX24" fmla="*/ 6583143 w 9350488"/>
                <a:gd name="connsiteY24" fmla="*/ 4248073 h 4399344"/>
                <a:gd name="connsiteX25" fmla="*/ 6578683 w 9350488"/>
                <a:gd name="connsiteY25" fmla="*/ 4241920 h 4399344"/>
                <a:gd name="connsiteX26" fmla="*/ 5577164 w 9350488"/>
                <a:gd name="connsiteY26" fmla="*/ 2519482 h 4399344"/>
                <a:gd name="connsiteX27" fmla="*/ 3584720 w 9350488"/>
                <a:gd name="connsiteY27" fmla="*/ 2519482 h 4399344"/>
                <a:gd name="connsiteX28" fmla="*/ 3577151 w 9350488"/>
                <a:gd name="connsiteY28" fmla="*/ 2518719 h 4399344"/>
                <a:gd name="connsiteX29" fmla="*/ 3564128 w 9350488"/>
                <a:gd name="connsiteY29" fmla="*/ 2519102 h 4399344"/>
                <a:gd name="connsiteX30" fmla="*/ 3537559 w 9350488"/>
                <a:gd name="connsiteY30" fmla="*/ 2514728 h 4399344"/>
                <a:gd name="connsiteX31" fmla="*/ 3520810 w 9350488"/>
                <a:gd name="connsiteY31" fmla="*/ 2513039 h 4399344"/>
                <a:gd name="connsiteX32" fmla="*/ 3513476 w 9350488"/>
                <a:gd name="connsiteY32" fmla="*/ 2510763 h 4399344"/>
                <a:gd name="connsiteX33" fmla="*/ 3504091 w 9350488"/>
                <a:gd name="connsiteY33" fmla="*/ 2509217 h 4399344"/>
                <a:gd name="connsiteX34" fmla="*/ 3481082 w 9350488"/>
                <a:gd name="connsiteY34" fmla="*/ 2500707 h 4399344"/>
                <a:gd name="connsiteX35" fmla="*/ 3461284 w 9350488"/>
                <a:gd name="connsiteY35" fmla="*/ 2494561 h 4399344"/>
                <a:gd name="connsiteX36" fmla="*/ 3454474 w 9350488"/>
                <a:gd name="connsiteY36" fmla="*/ 2490865 h 4399344"/>
                <a:gd name="connsiteX37" fmla="*/ 3447024 w 9350488"/>
                <a:gd name="connsiteY37" fmla="*/ 2488109 h 4399344"/>
                <a:gd name="connsiteX38" fmla="*/ 3427503 w 9350488"/>
                <a:gd name="connsiteY38" fmla="*/ 2476226 h 4399344"/>
                <a:gd name="connsiteX39" fmla="*/ 3407416 w 9350488"/>
                <a:gd name="connsiteY39" fmla="*/ 2465323 h 4399344"/>
                <a:gd name="connsiteX40" fmla="*/ 3401290 w 9350488"/>
                <a:gd name="connsiteY40" fmla="*/ 2460268 h 4399344"/>
                <a:gd name="connsiteX41" fmla="*/ 3394672 w 9350488"/>
                <a:gd name="connsiteY41" fmla="*/ 2456239 h 4399344"/>
                <a:gd name="connsiteX42" fmla="*/ 3379407 w 9350488"/>
                <a:gd name="connsiteY42" fmla="*/ 2442213 h 4399344"/>
                <a:gd name="connsiteX43" fmla="*/ 3360484 w 9350488"/>
                <a:gd name="connsiteY43" fmla="*/ 2426600 h 4399344"/>
                <a:gd name="connsiteX44" fmla="*/ 3354430 w 9350488"/>
                <a:gd name="connsiteY44" fmla="*/ 2419263 h 4399344"/>
                <a:gd name="connsiteX45" fmla="*/ 3348776 w 9350488"/>
                <a:gd name="connsiteY45" fmla="*/ 2414068 h 4399344"/>
                <a:gd name="connsiteX46" fmla="*/ 3338897 w 9350488"/>
                <a:gd name="connsiteY46" fmla="*/ 2400437 h 4399344"/>
                <a:gd name="connsiteX47" fmla="*/ 3321761 w 9350488"/>
                <a:gd name="connsiteY47" fmla="*/ 2379667 h 4399344"/>
                <a:gd name="connsiteX48" fmla="*/ 3315545 w 9350488"/>
                <a:gd name="connsiteY48" fmla="*/ 2368216 h 4399344"/>
                <a:gd name="connsiteX49" fmla="*/ 3311081 w 9350488"/>
                <a:gd name="connsiteY49" fmla="*/ 2362057 h 4399344"/>
                <a:gd name="connsiteX50" fmla="*/ 2309562 w 9350488"/>
                <a:gd name="connsiteY50" fmla="*/ 639619 h 4399344"/>
                <a:gd name="connsiteX51" fmla="*/ 317118 w 9350488"/>
                <a:gd name="connsiteY51" fmla="*/ 639619 h 4399344"/>
                <a:gd name="connsiteX52" fmla="*/ 1 w 9350488"/>
                <a:gd name="connsiteY52" fmla="*/ 322501 h 4399344"/>
                <a:gd name="connsiteX53" fmla="*/ 317119 w 9350488"/>
                <a:gd name="connsiteY53" fmla="*/ 5383 h 4399344"/>
                <a:gd name="connsiteX54" fmla="*/ 2436279 w 9350488"/>
                <a:gd name="connsiteY54" fmla="*/ 5383 h 4399344"/>
                <a:gd name="connsiteX55" fmla="*/ 2448735 w 9350488"/>
                <a:gd name="connsiteY55" fmla="*/ 2523 h 4399344"/>
                <a:gd name="connsiteX56" fmla="*/ 2627103 w 9350488"/>
                <a:gd name="connsiteY56" fmla="*/ 31715 h 4399344"/>
                <a:gd name="connsiteX57" fmla="*/ 2650943 w 9350488"/>
                <a:gd name="connsiteY57" fmla="*/ 46228 h 4399344"/>
                <a:gd name="connsiteX58" fmla="*/ 2675472 w 9350488"/>
                <a:gd name="connsiteY58" fmla="*/ 59542 h 4399344"/>
                <a:gd name="connsiteX59" fmla="*/ 2790366 w 9350488"/>
                <a:gd name="connsiteY59" fmla="*/ 199065 h 4399344"/>
                <a:gd name="connsiteX60" fmla="*/ 2794154 w 9350488"/>
                <a:gd name="connsiteY60" fmla="*/ 211270 h 4399344"/>
                <a:gd name="connsiteX61" fmla="*/ 3767495 w 9350488"/>
                <a:gd name="connsiteY61" fmla="*/ 1885246 h 4399344"/>
                <a:gd name="connsiteX62" fmla="*/ 5703881 w 9350488"/>
                <a:gd name="connsiteY62" fmla="*/ 1885246 h 4399344"/>
                <a:gd name="connsiteX63" fmla="*/ 5716337 w 9350488"/>
                <a:gd name="connsiteY63" fmla="*/ 1882386 h 4399344"/>
                <a:gd name="connsiteX64" fmla="*/ 5894704 w 9350488"/>
                <a:gd name="connsiteY64" fmla="*/ 1911577 h 4399344"/>
                <a:gd name="connsiteX65" fmla="*/ 5930433 w 9350488"/>
                <a:gd name="connsiteY65" fmla="*/ 1933328 h 4399344"/>
                <a:gd name="connsiteX66" fmla="*/ 5943074 w 9350488"/>
                <a:gd name="connsiteY66" fmla="*/ 1939405 h 4399344"/>
                <a:gd name="connsiteX67" fmla="*/ 6044613 w 9350488"/>
                <a:gd name="connsiteY67" fmla="*/ 2051207 h 4399344"/>
                <a:gd name="connsiteX68" fmla="*/ 6057322 w 9350488"/>
                <a:gd name="connsiteY68" fmla="*/ 2083506 h 4399344"/>
                <a:gd name="connsiteX69" fmla="*/ 7035096 w 9350488"/>
                <a:gd name="connsiteY69" fmla="*/ 3765107 h 4399344"/>
                <a:gd name="connsiteX70" fmla="*/ 9033370 w 9350488"/>
                <a:gd name="connsiteY70" fmla="*/ 3765107 h 4399344"/>
                <a:gd name="connsiteX71" fmla="*/ 9210674 w 9350488"/>
                <a:gd name="connsiteY71" fmla="*/ 3819266 h 4399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350488" h="4399344">
                  <a:moveTo>
                    <a:pt x="9210674" y="3819266"/>
                  </a:moveTo>
                  <a:cubicBezTo>
                    <a:pt x="9295028" y="3876255"/>
                    <a:pt x="9350488" y="3972763"/>
                    <a:pt x="9350488" y="4082226"/>
                  </a:cubicBezTo>
                  <a:cubicBezTo>
                    <a:pt x="9350488" y="4257365"/>
                    <a:pt x="9208509" y="4399344"/>
                    <a:pt x="9033370" y="4399344"/>
                  </a:cubicBezTo>
                  <a:lnTo>
                    <a:pt x="6852320" y="4399344"/>
                  </a:lnTo>
                  <a:lnTo>
                    <a:pt x="6844759" y="4398581"/>
                  </a:lnTo>
                  <a:lnTo>
                    <a:pt x="6831730" y="4398964"/>
                  </a:lnTo>
                  <a:lnTo>
                    <a:pt x="6805150" y="4394589"/>
                  </a:lnTo>
                  <a:lnTo>
                    <a:pt x="6788410" y="4392901"/>
                  </a:lnTo>
                  <a:lnTo>
                    <a:pt x="6781081" y="4390626"/>
                  </a:lnTo>
                  <a:lnTo>
                    <a:pt x="6771692" y="4389080"/>
                  </a:lnTo>
                  <a:lnTo>
                    <a:pt x="6748678" y="4380567"/>
                  </a:lnTo>
                  <a:lnTo>
                    <a:pt x="6728884" y="4374423"/>
                  </a:lnTo>
                  <a:lnTo>
                    <a:pt x="6722076" y="4370728"/>
                  </a:lnTo>
                  <a:lnTo>
                    <a:pt x="6714626" y="4367972"/>
                  </a:lnTo>
                  <a:lnTo>
                    <a:pt x="6695104" y="4356088"/>
                  </a:lnTo>
                  <a:lnTo>
                    <a:pt x="6675017" y="4345185"/>
                  </a:lnTo>
                  <a:lnTo>
                    <a:pt x="6668890" y="4340130"/>
                  </a:lnTo>
                  <a:lnTo>
                    <a:pt x="6662274" y="4336102"/>
                  </a:lnTo>
                  <a:lnTo>
                    <a:pt x="6647012" y="4322079"/>
                  </a:lnTo>
                  <a:lnTo>
                    <a:pt x="6628085" y="4306462"/>
                  </a:lnTo>
                  <a:lnTo>
                    <a:pt x="6622029" y="4299122"/>
                  </a:lnTo>
                  <a:lnTo>
                    <a:pt x="6616378" y="4293931"/>
                  </a:lnTo>
                  <a:lnTo>
                    <a:pt x="6606505" y="4280307"/>
                  </a:lnTo>
                  <a:lnTo>
                    <a:pt x="6589361" y="4259529"/>
                  </a:lnTo>
                  <a:lnTo>
                    <a:pt x="6583143" y="4248073"/>
                  </a:lnTo>
                  <a:lnTo>
                    <a:pt x="6578683" y="4241920"/>
                  </a:lnTo>
                  <a:lnTo>
                    <a:pt x="5577164" y="2519482"/>
                  </a:lnTo>
                  <a:lnTo>
                    <a:pt x="3584720" y="2519482"/>
                  </a:lnTo>
                  <a:lnTo>
                    <a:pt x="3577151" y="2518719"/>
                  </a:lnTo>
                  <a:lnTo>
                    <a:pt x="3564128" y="2519102"/>
                  </a:lnTo>
                  <a:lnTo>
                    <a:pt x="3537559" y="2514728"/>
                  </a:lnTo>
                  <a:lnTo>
                    <a:pt x="3520810" y="2513039"/>
                  </a:lnTo>
                  <a:lnTo>
                    <a:pt x="3513476" y="2510763"/>
                  </a:lnTo>
                  <a:lnTo>
                    <a:pt x="3504091" y="2509217"/>
                  </a:lnTo>
                  <a:lnTo>
                    <a:pt x="3481082" y="2500707"/>
                  </a:lnTo>
                  <a:lnTo>
                    <a:pt x="3461284" y="2494561"/>
                  </a:lnTo>
                  <a:lnTo>
                    <a:pt x="3454474" y="2490865"/>
                  </a:lnTo>
                  <a:lnTo>
                    <a:pt x="3447024" y="2488109"/>
                  </a:lnTo>
                  <a:lnTo>
                    <a:pt x="3427503" y="2476226"/>
                  </a:lnTo>
                  <a:lnTo>
                    <a:pt x="3407416" y="2465323"/>
                  </a:lnTo>
                  <a:lnTo>
                    <a:pt x="3401290" y="2460268"/>
                  </a:lnTo>
                  <a:lnTo>
                    <a:pt x="3394672" y="2456239"/>
                  </a:lnTo>
                  <a:lnTo>
                    <a:pt x="3379407" y="2442213"/>
                  </a:lnTo>
                  <a:lnTo>
                    <a:pt x="3360484" y="2426600"/>
                  </a:lnTo>
                  <a:lnTo>
                    <a:pt x="3354430" y="2419263"/>
                  </a:lnTo>
                  <a:lnTo>
                    <a:pt x="3348776" y="2414068"/>
                  </a:lnTo>
                  <a:lnTo>
                    <a:pt x="3338897" y="2400437"/>
                  </a:lnTo>
                  <a:lnTo>
                    <a:pt x="3321761" y="2379667"/>
                  </a:lnTo>
                  <a:lnTo>
                    <a:pt x="3315545" y="2368216"/>
                  </a:lnTo>
                  <a:lnTo>
                    <a:pt x="3311081" y="2362057"/>
                  </a:lnTo>
                  <a:lnTo>
                    <a:pt x="2309562" y="639619"/>
                  </a:lnTo>
                  <a:lnTo>
                    <a:pt x="317118" y="639619"/>
                  </a:lnTo>
                  <a:cubicBezTo>
                    <a:pt x="141979" y="639619"/>
                    <a:pt x="0" y="497640"/>
                    <a:pt x="1" y="322501"/>
                  </a:cubicBezTo>
                  <a:cubicBezTo>
                    <a:pt x="0" y="147362"/>
                    <a:pt x="141979" y="5383"/>
                    <a:pt x="317119" y="5383"/>
                  </a:cubicBezTo>
                  <a:lnTo>
                    <a:pt x="2436279" y="5383"/>
                  </a:lnTo>
                  <a:lnTo>
                    <a:pt x="2448735" y="2523"/>
                  </a:lnTo>
                  <a:cubicBezTo>
                    <a:pt x="2510031" y="-5274"/>
                    <a:pt x="2572102" y="5149"/>
                    <a:pt x="2627103" y="31715"/>
                  </a:cubicBezTo>
                  <a:lnTo>
                    <a:pt x="2650943" y="46228"/>
                  </a:lnTo>
                  <a:lnTo>
                    <a:pt x="2675472" y="59542"/>
                  </a:lnTo>
                  <a:cubicBezTo>
                    <a:pt x="2726084" y="93735"/>
                    <a:pt x="2766295" y="142156"/>
                    <a:pt x="2790366" y="199065"/>
                  </a:cubicBezTo>
                  <a:lnTo>
                    <a:pt x="2794154" y="211270"/>
                  </a:lnTo>
                  <a:lnTo>
                    <a:pt x="3767495" y="1885246"/>
                  </a:lnTo>
                  <a:lnTo>
                    <a:pt x="5703881" y="1885246"/>
                  </a:lnTo>
                  <a:lnTo>
                    <a:pt x="5716337" y="1882386"/>
                  </a:lnTo>
                  <a:cubicBezTo>
                    <a:pt x="5777633" y="1874589"/>
                    <a:pt x="5839704" y="1885011"/>
                    <a:pt x="5894704" y="1911577"/>
                  </a:cubicBezTo>
                  <a:lnTo>
                    <a:pt x="5930433" y="1933328"/>
                  </a:lnTo>
                  <a:lnTo>
                    <a:pt x="5943074" y="1939405"/>
                  </a:lnTo>
                  <a:cubicBezTo>
                    <a:pt x="5985251" y="1967899"/>
                    <a:pt x="6020204" y="2006273"/>
                    <a:pt x="6044613" y="2051207"/>
                  </a:cubicBezTo>
                  <a:lnTo>
                    <a:pt x="6057322" y="2083506"/>
                  </a:lnTo>
                  <a:lnTo>
                    <a:pt x="7035096" y="3765107"/>
                  </a:lnTo>
                  <a:lnTo>
                    <a:pt x="9033370" y="3765107"/>
                  </a:lnTo>
                  <a:cubicBezTo>
                    <a:pt x="9099047" y="3765107"/>
                    <a:pt x="9160061" y="3785073"/>
                    <a:pt x="9210674" y="3819266"/>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Rounded Rectangle 4"/>
            <p:cNvSpPr/>
            <p:nvPr/>
          </p:nvSpPr>
          <p:spPr>
            <a:xfrm rot="19805282">
              <a:off x="1100786" y="3962064"/>
              <a:ext cx="634909" cy="63423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Rounded Rectangle 17"/>
            <p:cNvSpPr/>
            <p:nvPr/>
          </p:nvSpPr>
          <p:spPr>
            <a:xfrm rot="19805282">
              <a:off x="2976655" y="2907046"/>
              <a:ext cx="634909" cy="63423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Rounded Rectangle 18"/>
            <p:cNvSpPr/>
            <p:nvPr/>
          </p:nvSpPr>
          <p:spPr>
            <a:xfrm rot="19805282">
              <a:off x="4856481" y="3966200"/>
              <a:ext cx="634909" cy="63423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ounded Rectangle 19"/>
            <p:cNvSpPr/>
            <p:nvPr/>
          </p:nvSpPr>
          <p:spPr>
            <a:xfrm rot="19805282">
              <a:off x="6750373" y="2907049"/>
              <a:ext cx="634909" cy="634236"/>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Rounded Rectangle 20"/>
            <p:cNvSpPr/>
            <p:nvPr/>
          </p:nvSpPr>
          <p:spPr>
            <a:xfrm rot="19805282">
              <a:off x="10518517" y="2907047"/>
              <a:ext cx="634909" cy="634236"/>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Rounded Rectangle 22"/>
            <p:cNvSpPr/>
            <p:nvPr/>
          </p:nvSpPr>
          <p:spPr>
            <a:xfrm rot="19805282">
              <a:off x="8614859" y="3962065"/>
              <a:ext cx="634909" cy="634236"/>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23"/>
            <p:cNvSpPr>
              <a:spLocks noEditPoints="1"/>
            </p:cNvSpPr>
            <p:nvPr/>
          </p:nvSpPr>
          <p:spPr bwMode="auto">
            <a:xfrm>
              <a:off x="3100417" y="3031426"/>
              <a:ext cx="387383" cy="385476"/>
            </a:xfrm>
            <a:custGeom>
              <a:avLst/>
              <a:gdLst>
                <a:gd name="T0" fmla="*/ 6 w 94"/>
                <a:gd name="T1" fmla="*/ 28 h 94"/>
                <a:gd name="T2" fmla="*/ 32 w 94"/>
                <a:gd name="T3" fmla="*/ 4 h 94"/>
                <a:gd name="T4" fmla="*/ 67 w 94"/>
                <a:gd name="T5" fmla="*/ 6 h 94"/>
                <a:gd name="T6" fmla="*/ 90 w 94"/>
                <a:gd name="T7" fmla="*/ 32 h 94"/>
                <a:gd name="T8" fmla="*/ 88 w 94"/>
                <a:gd name="T9" fmla="*/ 67 h 94"/>
                <a:gd name="T10" fmla="*/ 88 w 94"/>
                <a:gd name="T11" fmla="*/ 67 h 94"/>
                <a:gd name="T12" fmla="*/ 62 w 94"/>
                <a:gd name="T13" fmla="*/ 90 h 94"/>
                <a:gd name="T14" fmla="*/ 27 w 94"/>
                <a:gd name="T15" fmla="*/ 89 h 94"/>
                <a:gd name="T16" fmla="*/ 27 w 94"/>
                <a:gd name="T17" fmla="*/ 89 h 94"/>
                <a:gd name="T18" fmla="*/ 4 w 94"/>
                <a:gd name="T19" fmla="*/ 62 h 94"/>
                <a:gd name="T20" fmla="*/ 6 w 94"/>
                <a:gd name="T21" fmla="*/ 28 h 94"/>
                <a:gd name="T22" fmla="*/ 6 w 94"/>
                <a:gd name="T23" fmla="*/ 28 h 94"/>
                <a:gd name="T24" fmla="*/ 20 w 94"/>
                <a:gd name="T25" fmla="*/ 27 h 94"/>
                <a:gd name="T26" fmla="*/ 16 w 94"/>
                <a:gd name="T27" fmla="*/ 32 h 94"/>
                <a:gd name="T28" fmla="*/ 16 w 94"/>
                <a:gd name="T29" fmla="*/ 32 h 94"/>
                <a:gd name="T30" fmla="*/ 15 w 94"/>
                <a:gd name="T31" fmla="*/ 35 h 94"/>
                <a:gd name="T32" fmla="*/ 36 w 94"/>
                <a:gd name="T33" fmla="*/ 37 h 94"/>
                <a:gd name="T34" fmla="*/ 34 w 94"/>
                <a:gd name="T35" fmla="*/ 40 h 94"/>
                <a:gd name="T36" fmla="*/ 32 w 94"/>
                <a:gd name="T37" fmla="*/ 45 h 94"/>
                <a:gd name="T38" fmla="*/ 13 w 94"/>
                <a:gd name="T39" fmla="*/ 53 h 94"/>
                <a:gd name="T40" fmla="*/ 15 w 94"/>
                <a:gd name="T41" fmla="*/ 59 h 94"/>
                <a:gd name="T42" fmla="*/ 15 w 94"/>
                <a:gd name="T43" fmla="*/ 59 h 94"/>
                <a:gd name="T44" fmla="*/ 16 w 94"/>
                <a:gd name="T45" fmla="*/ 60 h 94"/>
                <a:gd name="T46" fmla="*/ 29 w 94"/>
                <a:gd name="T47" fmla="*/ 54 h 94"/>
                <a:gd name="T48" fmla="*/ 26 w 94"/>
                <a:gd name="T49" fmla="*/ 74 h 94"/>
                <a:gd name="T50" fmla="*/ 32 w 94"/>
                <a:gd name="T51" fmla="*/ 78 h 94"/>
                <a:gd name="T52" fmla="*/ 32 w 94"/>
                <a:gd name="T53" fmla="*/ 78 h 94"/>
                <a:gd name="T54" fmla="*/ 33 w 94"/>
                <a:gd name="T55" fmla="*/ 79 h 94"/>
                <a:gd name="T56" fmla="*/ 34 w 94"/>
                <a:gd name="T57" fmla="*/ 78 h 94"/>
                <a:gd name="T58" fmla="*/ 36 w 94"/>
                <a:gd name="T59" fmla="*/ 55 h 94"/>
                <a:gd name="T60" fmla="*/ 48 w 94"/>
                <a:gd name="T61" fmla="*/ 67 h 94"/>
                <a:gd name="T62" fmla="*/ 60 w 94"/>
                <a:gd name="T63" fmla="*/ 79 h 94"/>
                <a:gd name="T64" fmla="*/ 65 w 94"/>
                <a:gd name="T65" fmla="*/ 77 h 94"/>
                <a:gd name="T66" fmla="*/ 66 w 94"/>
                <a:gd name="T67" fmla="*/ 74 h 94"/>
                <a:gd name="T68" fmla="*/ 54 w 94"/>
                <a:gd name="T69" fmla="*/ 62 h 94"/>
                <a:gd name="T70" fmla="*/ 39 w 94"/>
                <a:gd name="T71" fmla="*/ 48 h 94"/>
                <a:gd name="T72" fmla="*/ 41 w 94"/>
                <a:gd name="T73" fmla="*/ 43 h 94"/>
                <a:gd name="T74" fmla="*/ 43 w 94"/>
                <a:gd name="T75" fmla="*/ 39 h 94"/>
                <a:gd name="T76" fmla="*/ 49 w 94"/>
                <a:gd name="T77" fmla="*/ 42 h 94"/>
                <a:gd name="T78" fmla="*/ 77 w 94"/>
                <a:gd name="T79" fmla="*/ 64 h 94"/>
                <a:gd name="T80" fmla="*/ 78 w 94"/>
                <a:gd name="T81" fmla="*/ 62 h 94"/>
                <a:gd name="T82" fmla="*/ 78 w 94"/>
                <a:gd name="T83" fmla="*/ 62 h 94"/>
                <a:gd name="T84" fmla="*/ 80 w 94"/>
                <a:gd name="T85" fmla="*/ 56 h 94"/>
                <a:gd name="T86" fmla="*/ 53 w 94"/>
                <a:gd name="T87" fmla="*/ 35 h 94"/>
                <a:gd name="T88" fmla="*/ 47 w 94"/>
                <a:gd name="T89" fmla="*/ 32 h 94"/>
                <a:gd name="T90" fmla="*/ 50 w 94"/>
                <a:gd name="T91" fmla="*/ 28 h 94"/>
                <a:gd name="T92" fmla="*/ 56 w 94"/>
                <a:gd name="T93" fmla="*/ 30 h 94"/>
                <a:gd name="T94" fmla="*/ 74 w 94"/>
                <a:gd name="T95" fmla="*/ 28 h 94"/>
                <a:gd name="T96" fmla="*/ 71 w 94"/>
                <a:gd name="T97" fmla="*/ 23 h 94"/>
                <a:gd name="T98" fmla="*/ 70 w 94"/>
                <a:gd name="T99" fmla="*/ 22 h 94"/>
                <a:gd name="T100" fmla="*/ 58 w 94"/>
                <a:gd name="T101" fmla="*/ 23 h 94"/>
                <a:gd name="T102" fmla="*/ 55 w 94"/>
                <a:gd name="T103" fmla="*/ 22 h 94"/>
                <a:gd name="T104" fmla="*/ 62 w 94"/>
                <a:gd name="T105" fmla="*/ 16 h 94"/>
                <a:gd name="T106" fmla="*/ 53 w 94"/>
                <a:gd name="T107" fmla="*/ 14 h 94"/>
                <a:gd name="T108" fmla="*/ 49 w 94"/>
                <a:gd name="T109" fmla="*/ 18 h 94"/>
                <a:gd name="T110" fmla="*/ 43 w 94"/>
                <a:gd name="T111" fmla="*/ 13 h 94"/>
                <a:gd name="T112" fmla="*/ 37 w 94"/>
                <a:gd name="T113" fmla="*/ 15 h 94"/>
                <a:gd name="T114" fmla="*/ 35 w 94"/>
                <a:gd name="T115" fmla="*/ 16 h 94"/>
                <a:gd name="T116" fmla="*/ 44 w 94"/>
                <a:gd name="T117" fmla="*/ 24 h 94"/>
                <a:gd name="T118" fmla="*/ 40 w 94"/>
                <a:gd name="T119" fmla="*/ 30 h 94"/>
                <a:gd name="T120" fmla="*/ 20 w 94"/>
                <a:gd name="T121" fmla="*/ 2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4" h="94">
                  <a:moveTo>
                    <a:pt x="6" y="28"/>
                  </a:moveTo>
                  <a:cubicBezTo>
                    <a:pt x="11" y="16"/>
                    <a:pt x="21" y="8"/>
                    <a:pt x="32" y="4"/>
                  </a:cubicBezTo>
                  <a:cubicBezTo>
                    <a:pt x="43" y="0"/>
                    <a:pt x="56" y="1"/>
                    <a:pt x="67" y="6"/>
                  </a:cubicBezTo>
                  <a:cubicBezTo>
                    <a:pt x="78" y="12"/>
                    <a:pt x="86" y="21"/>
                    <a:pt x="90" y="32"/>
                  </a:cubicBezTo>
                  <a:cubicBezTo>
                    <a:pt x="94" y="43"/>
                    <a:pt x="94" y="56"/>
                    <a:pt x="88" y="67"/>
                  </a:cubicBezTo>
                  <a:cubicBezTo>
                    <a:pt x="88" y="67"/>
                    <a:pt x="88" y="67"/>
                    <a:pt x="88" y="67"/>
                  </a:cubicBezTo>
                  <a:cubicBezTo>
                    <a:pt x="83" y="78"/>
                    <a:pt x="73" y="87"/>
                    <a:pt x="62" y="90"/>
                  </a:cubicBezTo>
                  <a:cubicBezTo>
                    <a:pt x="51" y="94"/>
                    <a:pt x="39" y="94"/>
                    <a:pt x="27" y="89"/>
                  </a:cubicBezTo>
                  <a:cubicBezTo>
                    <a:pt x="27" y="89"/>
                    <a:pt x="27" y="89"/>
                    <a:pt x="27" y="89"/>
                  </a:cubicBezTo>
                  <a:cubicBezTo>
                    <a:pt x="16" y="83"/>
                    <a:pt x="8" y="73"/>
                    <a:pt x="4" y="62"/>
                  </a:cubicBezTo>
                  <a:cubicBezTo>
                    <a:pt x="0" y="51"/>
                    <a:pt x="1" y="39"/>
                    <a:pt x="6" y="28"/>
                  </a:cubicBezTo>
                  <a:cubicBezTo>
                    <a:pt x="6" y="28"/>
                    <a:pt x="6" y="28"/>
                    <a:pt x="6" y="28"/>
                  </a:cubicBezTo>
                  <a:close/>
                  <a:moveTo>
                    <a:pt x="20" y="27"/>
                  </a:moveTo>
                  <a:cubicBezTo>
                    <a:pt x="18" y="29"/>
                    <a:pt x="17" y="30"/>
                    <a:pt x="16" y="32"/>
                  </a:cubicBezTo>
                  <a:cubicBezTo>
                    <a:pt x="16" y="32"/>
                    <a:pt x="16" y="32"/>
                    <a:pt x="16" y="32"/>
                  </a:cubicBezTo>
                  <a:cubicBezTo>
                    <a:pt x="16" y="33"/>
                    <a:pt x="15" y="34"/>
                    <a:pt x="15" y="35"/>
                  </a:cubicBezTo>
                  <a:cubicBezTo>
                    <a:pt x="21" y="34"/>
                    <a:pt x="28" y="34"/>
                    <a:pt x="36" y="37"/>
                  </a:cubicBezTo>
                  <a:cubicBezTo>
                    <a:pt x="35" y="38"/>
                    <a:pt x="35" y="39"/>
                    <a:pt x="34" y="40"/>
                  </a:cubicBezTo>
                  <a:cubicBezTo>
                    <a:pt x="33" y="42"/>
                    <a:pt x="32" y="43"/>
                    <a:pt x="32" y="45"/>
                  </a:cubicBezTo>
                  <a:cubicBezTo>
                    <a:pt x="26" y="45"/>
                    <a:pt x="20" y="47"/>
                    <a:pt x="13" y="53"/>
                  </a:cubicBezTo>
                  <a:cubicBezTo>
                    <a:pt x="14" y="55"/>
                    <a:pt x="14" y="57"/>
                    <a:pt x="15" y="59"/>
                  </a:cubicBezTo>
                  <a:cubicBezTo>
                    <a:pt x="15" y="59"/>
                    <a:pt x="15" y="59"/>
                    <a:pt x="15" y="59"/>
                  </a:cubicBezTo>
                  <a:cubicBezTo>
                    <a:pt x="16" y="60"/>
                    <a:pt x="16" y="60"/>
                    <a:pt x="16" y="60"/>
                  </a:cubicBezTo>
                  <a:cubicBezTo>
                    <a:pt x="21" y="56"/>
                    <a:pt x="25" y="54"/>
                    <a:pt x="29" y="54"/>
                  </a:cubicBezTo>
                  <a:cubicBezTo>
                    <a:pt x="27" y="61"/>
                    <a:pt x="26" y="68"/>
                    <a:pt x="26" y="74"/>
                  </a:cubicBezTo>
                  <a:cubicBezTo>
                    <a:pt x="28" y="76"/>
                    <a:pt x="30" y="77"/>
                    <a:pt x="32" y="78"/>
                  </a:cubicBezTo>
                  <a:cubicBezTo>
                    <a:pt x="32" y="78"/>
                    <a:pt x="32" y="78"/>
                    <a:pt x="32" y="78"/>
                  </a:cubicBezTo>
                  <a:cubicBezTo>
                    <a:pt x="33" y="78"/>
                    <a:pt x="33" y="78"/>
                    <a:pt x="33" y="79"/>
                  </a:cubicBezTo>
                  <a:cubicBezTo>
                    <a:pt x="34" y="78"/>
                    <a:pt x="34" y="78"/>
                    <a:pt x="34" y="78"/>
                  </a:cubicBezTo>
                  <a:cubicBezTo>
                    <a:pt x="33" y="72"/>
                    <a:pt x="34" y="64"/>
                    <a:pt x="36" y="55"/>
                  </a:cubicBezTo>
                  <a:cubicBezTo>
                    <a:pt x="41" y="58"/>
                    <a:pt x="44" y="62"/>
                    <a:pt x="48" y="67"/>
                  </a:cubicBezTo>
                  <a:cubicBezTo>
                    <a:pt x="52" y="71"/>
                    <a:pt x="56" y="76"/>
                    <a:pt x="60" y="79"/>
                  </a:cubicBezTo>
                  <a:cubicBezTo>
                    <a:pt x="62" y="78"/>
                    <a:pt x="63" y="78"/>
                    <a:pt x="65" y="77"/>
                  </a:cubicBezTo>
                  <a:cubicBezTo>
                    <a:pt x="66" y="74"/>
                    <a:pt x="66" y="74"/>
                    <a:pt x="66" y="74"/>
                  </a:cubicBezTo>
                  <a:cubicBezTo>
                    <a:pt x="62" y="71"/>
                    <a:pt x="58" y="67"/>
                    <a:pt x="54" y="62"/>
                  </a:cubicBezTo>
                  <a:cubicBezTo>
                    <a:pt x="49" y="56"/>
                    <a:pt x="44" y="51"/>
                    <a:pt x="39" y="48"/>
                  </a:cubicBezTo>
                  <a:cubicBezTo>
                    <a:pt x="40" y="46"/>
                    <a:pt x="40" y="45"/>
                    <a:pt x="41" y="43"/>
                  </a:cubicBezTo>
                  <a:cubicBezTo>
                    <a:pt x="42" y="42"/>
                    <a:pt x="42" y="40"/>
                    <a:pt x="43" y="39"/>
                  </a:cubicBezTo>
                  <a:cubicBezTo>
                    <a:pt x="45" y="40"/>
                    <a:pt x="47" y="41"/>
                    <a:pt x="49" y="42"/>
                  </a:cubicBezTo>
                  <a:cubicBezTo>
                    <a:pt x="61" y="47"/>
                    <a:pt x="71" y="55"/>
                    <a:pt x="77" y="64"/>
                  </a:cubicBezTo>
                  <a:cubicBezTo>
                    <a:pt x="77" y="63"/>
                    <a:pt x="78" y="63"/>
                    <a:pt x="78" y="62"/>
                  </a:cubicBezTo>
                  <a:cubicBezTo>
                    <a:pt x="78" y="62"/>
                    <a:pt x="78" y="62"/>
                    <a:pt x="78" y="62"/>
                  </a:cubicBezTo>
                  <a:cubicBezTo>
                    <a:pt x="79" y="60"/>
                    <a:pt x="80" y="58"/>
                    <a:pt x="80" y="56"/>
                  </a:cubicBezTo>
                  <a:cubicBezTo>
                    <a:pt x="74" y="47"/>
                    <a:pt x="63" y="40"/>
                    <a:pt x="53" y="35"/>
                  </a:cubicBezTo>
                  <a:cubicBezTo>
                    <a:pt x="51" y="34"/>
                    <a:pt x="49" y="33"/>
                    <a:pt x="47" y="32"/>
                  </a:cubicBezTo>
                  <a:cubicBezTo>
                    <a:pt x="48" y="31"/>
                    <a:pt x="49" y="29"/>
                    <a:pt x="50" y="28"/>
                  </a:cubicBezTo>
                  <a:cubicBezTo>
                    <a:pt x="52" y="29"/>
                    <a:pt x="54" y="30"/>
                    <a:pt x="56" y="30"/>
                  </a:cubicBezTo>
                  <a:cubicBezTo>
                    <a:pt x="66" y="32"/>
                    <a:pt x="73" y="28"/>
                    <a:pt x="74" y="28"/>
                  </a:cubicBezTo>
                  <a:cubicBezTo>
                    <a:pt x="71" y="23"/>
                    <a:pt x="71" y="23"/>
                    <a:pt x="71" y="23"/>
                  </a:cubicBezTo>
                  <a:cubicBezTo>
                    <a:pt x="71" y="22"/>
                    <a:pt x="70" y="22"/>
                    <a:pt x="70" y="22"/>
                  </a:cubicBezTo>
                  <a:cubicBezTo>
                    <a:pt x="68" y="22"/>
                    <a:pt x="63" y="24"/>
                    <a:pt x="58" y="23"/>
                  </a:cubicBezTo>
                  <a:cubicBezTo>
                    <a:pt x="57" y="23"/>
                    <a:pt x="56" y="22"/>
                    <a:pt x="55" y="22"/>
                  </a:cubicBezTo>
                  <a:cubicBezTo>
                    <a:pt x="57" y="20"/>
                    <a:pt x="60" y="18"/>
                    <a:pt x="62" y="16"/>
                  </a:cubicBezTo>
                  <a:cubicBezTo>
                    <a:pt x="59" y="15"/>
                    <a:pt x="56" y="14"/>
                    <a:pt x="53" y="14"/>
                  </a:cubicBezTo>
                  <a:cubicBezTo>
                    <a:pt x="52" y="15"/>
                    <a:pt x="50" y="16"/>
                    <a:pt x="49" y="18"/>
                  </a:cubicBezTo>
                  <a:cubicBezTo>
                    <a:pt x="47" y="16"/>
                    <a:pt x="45" y="15"/>
                    <a:pt x="43" y="13"/>
                  </a:cubicBezTo>
                  <a:cubicBezTo>
                    <a:pt x="41" y="14"/>
                    <a:pt x="39" y="14"/>
                    <a:pt x="37" y="15"/>
                  </a:cubicBezTo>
                  <a:cubicBezTo>
                    <a:pt x="35" y="16"/>
                    <a:pt x="35" y="16"/>
                    <a:pt x="35" y="16"/>
                  </a:cubicBezTo>
                  <a:cubicBezTo>
                    <a:pt x="35" y="16"/>
                    <a:pt x="39" y="20"/>
                    <a:pt x="44" y="24"/>
                  </a:cubicBezTo>
                  <a:cubicBezTo>
                    <a:pt x="42" y="26"/>
                    <a:pt x="41" y="28"/>
                    <a:pt x="40" y="30"/>
                  </a:cubicBezTo>
                  <a:cubicBezTo>
                    <a:pt x="33" y="28"/>
                    <a:pt x="26" y="27"/>
                    <a:pt x="20" y="27"/>
                  </a:cubicBezTo>
                  <a:close/>
                </a:path>
              </a:pathLst>
            </a:custGeom>
            <a:solidFill>
              <a:schemeClr val="bg1"/>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24"/>
            <p:cNvSpPr>
              <a:spLocks noEditPoints="1"/>
            </p:cNvSpPr>
            <p:nvPr/>
          </p:nvSpPr>
          <p:spPr bwMode="auto">
            <a:xfrm>
              <a:off x="6878905" y="3031426"/>
              <a:ext cx="377843" cy="362576"/>
            </a:xfrm>
            <a:custGeom>
              <a:avLst/>
              <a:gdLst>
                <a:gd name="T0" fmla="*/ 80 w 198"/>
                <a:gd name="T1" fmla="*/ 39 h 190"/>
                <a:gd name="T2" fmla="*/ 32 w 198"/>
                <a:gd name="T3" fmla="*/ 39 h 190"/>
                <a:gd name="T4" fmla="*/ 24 w 198"/>
                <a:gd name="T5" fmla="*/ 52 h 190"/>
                <a:gd name="T6" fmla="*/ 32 w 198"/>
                <a:gd name="T7" fmla="*/ 65 h 190"/>
                <a:gd name="T8" fmla="*/ 80 w 198"/>
                <a:gd name="T9" fmla="*/ 65 h 190"/>
                <a:gd name="T10" fmla="*/ 80 w 198"/>
                <a:gd name="T11" fmla="*/ 39 h 190"/>
                <a:gd name="T12" fmla="*/ 80 w 198"/>
                <a:gd name="T13" fmla="*/ 39 h 190"/>
                <a:gd name="T14" fmla="*/ 114 w 198"/>
                <a:gd name="T15" fmla="*/ 65 h 190"/>
                <a:gd name="T16" fmla="*/ 170 w 198"/>
                <a:gd name="T17" fmla="*/ 65 h 190"/>
                <a:gd name="T18" fmla="*/ 177 w 198"/>
                <a:gd name="T19" fmla="*/ 65 h 190"/>
                <a:gd name="T20" fmla="*/ 179 w 198"/>
                <a:gd name="T21" fmla="*/ 69 h 190"/>
                <a:gd name="T22" fmla="*/ 194 w 198"/>
                <a:gd name="T23" fmla="*/ 93 h 190"/>
                <a:gd name="T24" fmla="*/ 198 w 198"/>
                <a:gd name="T25" fmla="*/ 99 h 190"/>
                <a:gd name="T26" fmla="*/ 194 w 198"/>
                <a:gd name="T27" fmla="*/ 103 h 190"/>
                <a:gd name="T28" fmla="*/ 179 w 198"/>
                <a:gd name="T29" fmla="*/ 127 h 190"/>
                <a:gd name="T30" fmla="*/ 177 w 198"/>
                <a:gd name="T31" fmla="*/ 134 h 190"/>
                <a:gd name="T32" fmla="*/ 170 w 198"/>
                <a:gd name="T33" fmla="*/ 134 h 190"/>
                <a:gd name="T34" fmla="*/ 114 w 198"/>
                <a:gd name="T35" fmla="*/ 134 h 190"/>
                <a:gd name="T36" fmla="*/ 114 w 198"/>
                <a:gd name="T37" fmla="*/ 164 h 190"/>
                <a:gd name="T38" fmla="*/ 164 w 198"/>
                <a:gd name="T39" fmla="*/ 164 h 190"/>
                <a:gd name="T40" fmla="*/ 164 w 198"/>
                <a:gd name="T41" fmla="*/ 190 h 190"/>
                <a:gd name="T42" fmla="*/ 37 w 198"/>
                <a:gd name="T43" fmla="*/ 190 h 190"/>
                <a:gd name="T44" fmla="*/ 37 w 198"/>
                <a:gd name="T45" fmla="*/ 164 h 190"/>
                <a:gd name="T46" fmla="*/ 82 w 198"/>
                <a:gd name="T47" fmla="*/ 164 h 190"/>
                <a:gd name="T48" fmla="*/ 82 w 198"/>
                <a:gd name="T49" fmla="*/ 86 h 190"/>
                <a:gd name="T50" fmla="*/ 26 w 198"/>
                <a:gd name="T51" fmla="*/ 86 h 190"/>
                <a:gd name="T52" fmla="*/ 19 w 198"/>
                <a:gd name="T53" fmla="*/ 86 h 190"/>
                <a:gd name="T54" fmla="*/ 17 w 198"/>
                <a:gd name="T55" fmla="*/ 80 h 190"/>
                <a:gd name="T56" fmla="*/ 2 w 198"/>
                <a:gd name="T57" fmla="*/ 56 h 190"/>
                <a:gd name="T58" fmla="*/ 0 w 198"/>
                <a:gd name="T59" fmla="*/ 52 h 190"/>
                <a:gd name="T60" fmla="*/ 2 w 198"/>
                <a:gd name="T61" fmla="*/ 45 h 190"/>
                <a:gd name="T62" fmla="*/ 17 w 198"/>
                <a:gd name="T63" fmla="*/ 21 h 190"/>
                <a:gd name="T64" fmla="*/ 19 w 198"/>
                <a:gd name="T65" fmla="*/ 17 h 190"/>
                <a:gd name="T66" fmla="*/ 26 w 198"/>
                <a:gd name="T67" fmla="*/ 17 h 190"/>
                <a:gd name="T68" fmla="*/ 82 w 198"/>
                <a:gd name="T69" fmla="*/ 17 h 190"/>
                <a:gd name="T70" fmla="*/ 82 w 198"/>
                <a:gd name="T71" fmla="*/ 13 h 190"/>
                <a:gd name="T72" fmla="*/ 99 w 198"/>
                <a:gd name="T73" fmla="*/ 0 h 190"/>
                <a:gd name="T74" fmla="*/ 114 w 198"/>
                <a:gd name="T75" fmla="*/ 13 h 190"/>
                <a:gd name="T76" fmla="*/ 114 w 198"/>
                <a:gd name="T77" fmla="*/ 65 h 190"/>
                <a:gd name="T78" fmla="*/ 114 w 198"/>
                <a:gd name="T79" fmla="*/ 65 h 190"/>
                <a:gd name="T80" fmla="*/ 166 w 198"/>
                <a:gd name="T81" fmla="*/ 84 h 190"/>
                <a:gd name="T82" fmla="*/ 116 w 198"/>
                <a:gd name="T83" fmla="*/ 84 h 190"/>
                <a:gd name="T84" fmla="*/ 116 w 198"/>
                <a:gd name="T85" fmla="*/ 112 h 190"/>
                <a:gd name="T86" fmla="*/ 166 w 198"/>
                <a:gd name="T87" fmla="*/ 112 h 190"/>
                <a:gd name="T88" fmla="*/ 175 w 198"/>
                <a:gd name="T89" fmla="*/ 99 h 190"/>
                <a:gd name="T90" fmla="*/ 166 w 198"/>
                <a:gd name="T91" fmla="*/ 8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90">
                  <a:moveTo>
                    <a:pt x="80" y="39"/>
                  </a:moveTo>
                  <a:lnTo>
                    <a:pt x="32" y="39"/>
                  </a:lnTo>
                  <a:lnTo>
                    <a:pt x="24" y="52"/>
                  </a:lnTo>
                  <a:lnTo>
                    <a:pt x="32" y="65"/>
                  </a:lnTo>
                  <a:lnTo>
                    <a:pt x="80" y="65"/>
                  </a:lnTo>
                  <a:lnTo>
                    <a:pt x="80" y="39"/>
                  </a:lnTo>
                  <a:lnTo>
                    <a:pt x="80" y="39"/>
                  </a:lnTo>
                  <a:close/>
                  <a:moveTo>
                    <a:pt x="114" y="65"/>
                  </a:moveTo>
                  <a:lnTo>
                    <a:pt x="170" y="65"/>
                  </a:lnTo>
                  <a:lnTo>
                    <a:pt x="177" y="65"/>
                  </a:lnTo>
                  <a:lnTo>
                    <a:pt x="179" y="69"/>
                  </a:lnTo>
                  <a:lnTo>
                    <a:pt x="194" y="93"/>
                  </a:lnTo>
                  <a:lnTo>
                    <a:pt x="198" y="99"/>
                  </a:lnTo>
                  <a:lnTo>
                    <a:pt x="194" y="103"/>
                  </a:lnTo>
                  <a:lnTo>
                    <a:pt x="179" y="127"/>
                  </a:lnTo>
                  <a:lnTo>
                    <a:pt x="177" y="134"/>
                  </a:lnTo>
                  <a:lnTo>
                    <a:pt x="170" y="134"/>
                  </a:lnTo>
                  <a:lnTo>
                    <a:pt x="114" y="134"/>
                  </a:lnTo>
                  <a:lnTo>
                    <a:pt x="114" y="164"/>
                  </a:lnTo>
                  <a:lnTo>
                    <a:pt x="164" y="164"/>
                  </a:lnTo>
                  <a:lnTo>
                    <a:pt x="164" y="190"/>
                  </a:lnTo>
                  <a:lnTo>
                    <a:pt x="37" y="190"/>
                  </a:lnTo>
                  <a:lnTo>
                    <a:pt x="37" y="164"/>
                  </a:lnTo>
                  <a:lnTo>
                    <a:pt x="82" y="164"/>
                  </a:lnTo>
                  <a:lnTo>
                    <a:pt x="82" y="86"/>
                  </a:lnTo>
                  <a:lnTo>
                    <a:pt x="26" y="86"/>
                  </a:lnTo>
                  <a:lnTo>
                    <a:pt x="19" y="86"/>
                  </a:lnTo>
                  <a:lnTo>
                    <a:pt x="17" y="80"/>
                  </a:lnTo>
                  <a:lnTo>
                    <a:pt x="2" y="56"/>
                  </a:lnTo>
                  <a:lnTo>
                    <a:pt x="0" y="52"/>
                  </a:lnTo>
                  <a:lnTo>
                    <a:pt x="2" y="45"/>
                  </a:lnTo>
                  <a:lnTo>
                    <a:pt x="17" y="21"/>
                  </a:lnTo>
                  <a:lnTo>
                    <a:pt x="19" y="17"/>
                  </a:lnTo>
                  <a:lnTo>
                    <a:pt x="26" y="17"/>
                  </a:lnTo>
                  <a:lnTo>
                    <a:pt x="82" y="17"/>
                  </a:lnTo>
                  <a:lnTo>
                    <a:pt x="82" y="13"/>
                  </a:lnTo>
                  <a:lnTo>
                    <a:pt x="99" y="0"/>
                  </a:lnTo>
                  <a:lnTo>
                    <a:pt x="114" y="13"/>
                  </a:lnTo>
                  <a:lnTo>
                    <a:pt x="114" y="65"/>
                  </a:lnTo>
                  <a:lnTo>
                    <a:pt x="114" y="65"/>
                  </a:lnTo>
                  <a:close/>
                  <a:moveTo>
                    <a:pt x="166" y="84"/>
                  </a:moveTo>
                  <a:lnTo>
                    <a:pt x="116" y="84"/>
                  </a:lnTo>
                  <a:lnTo>
                    <a:pt x="116" y="112"/>
                  </a:lnTo>
                  <a:lnTo>
                    <a:pt x="166" y="112"/>
                  </a:lnTo>
                  <a:lnTo>
                    <a:pt x="175" y="99"/>
                  </a:lnTo>
                  <a:lnTo>
                    <a:pt x="166" y="84"/>
                  </a:lnTo>
                  <a:close/>
                </a:path>
              </a:pathLst>
            </a:custGeom>
            <a:solidFill>
              <a:schemeClr val="bg1"/>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5"/>
            <p:cNvSpPr>
              <a:spLocks noEditPoints="1"/>
            </p:cNvSpPr>
            <p:nvPr/>
          </p:nvSpPr>
          <p:spPr bwMode="auto">
            <a:xfrm>
              <a:off x="5005051" y="4114114"/>
              <a:ext cx="337768" cy="330136"/>
            </a:xfrm>
            <a:custGeom>
              <a:avLst/>
              <a:gdLst>
                <a:gd name="T0" fmla="*/ 74 w 82"/>
                <a:gd name="T1" fmla="*/ 6 h 80"/>
                <a:gd name="T2" fmla="*/ 67 w 82"/>
                <a:gd name="T3" fmla="*/ 27 h 80"/>
                <a:gd name="T4" fmla="*/ 65 w 82"/>
                <a:gd name="T5" fmla="*/ 30 h 80"/>
                <a:gd name="T6" fmla="*/ 75 w 82"/>
                <a:gd name="T7" fmla="*/ 71 h 80"/>
                <a:gd name="T8" fmla="*/ 66 w 82"/>
                <a:gd name="T9" fmla="*/ 80 h 80"/>
                <a:gd name="T10" fmla="*/ 44 w 82"/>
                <a:gd name="T11" fmla="*/ 50 h 80"/>
                <a:gd name="T12" fmla="*/ 36 w 82"/>
                <a:gd name="T13" fmla="*/ 57 h 80"/>
                <a:gd name="T14" fmla="*/ 39 w 82"/>
                <a:gd name="T15" fmla="*/ 70 h 80"/>
                <a:gd name="T16" fmla="*/ 34 w 82"/>
                <a:gd name="T17" fmla="*/ 75 h 80"/>
                <a:gd name="T18" fmla="*/ 26 w 82"/>
                <a:gd name="T19" fmla="*/ 61 h 80"/>
                <a:gd name="T20" fmla="*/ 21 w 82"/>
                <a:gd name="T21" fmla="*/ 67 h 80"/>
                <a:gd name="T22" fmla="*/ 16 w 82"/>
                <a:gd name="T23" fmla="*/ 62 h 80"/>
                <a:gd name="T24" fmla="*/ 21 w 82"/>
                <a:gd name="T25" fmla="*/ 57 h 80"/>
                <a:gd name="T26" fmla="*/ 7 w 82"/>
                <a:gd name="T27" fmla="*/ 50 h 80"/>
                <a:gd name="T28" fmla="*/ 12 w 82"/>
                <a:gd name="T29" fmla="*/ 44 h 80"/>
                <a:gd name="T30" fmla="*/ 25 w 82"/>
                <a:gd name="T31" fmla="*/ 47 h 80"/>
                <a:gd name="T32" fmla="*/ 32 w 82"/>
                <a:gd name="T33" fmla="*/ 39 h 80"/>
                <a:gd name="T34" fmla="*/ 0 w 82"/>
                <a:gd name="T35" fmla="*/ 18 h 80"/>
                <a:gd name="T36" fmla="*/ 9 w 82"/>
                <a:gd name="T37" fmla="*/ 8 h 80"/>
                <a:gd name="T38" fmla="*/ 51 w 82"/>
                <a:gd name="T39" fmla="*/ 16 h 80"/>
                <a:gd name="T40" fmla="*/ 53 w 82"/>
                <a:gd name="T41" fmla="*/ 13 h 80"/>
                <a:gd name="T42" fmla="*/ 74 w 82"/>
                <a:gd name="T43" fmla="*/ 6 h 80"/>
                <a:gd name="T44" fmla="*/ 82 w 82"/>
                <a:gd name="T45" fmla="*/ 50 h 80"/>
                <a:gd name="T46" fmla="*/ 74 w 82"/>
                <a:gd name="T47" fmla="*/ 42 h 80"/>
                <a:gd name="T48" fmla="*/ 72 w 82"/>
                <a:gd name="T49" fmla="*/ 44 h 80"/>
                <a:gd name="T50" fmla="*/ 76 w 82"/>
                <a:gd name="T51" fmla="*/ 57 h 80"/>
                <a:gd name="T52" fmla="*/ 82 w 82"/>
                <a:gd name="T53" fmla="*/ 50 h 80"/>
                <a:gd name="T54" fmla="*/ 29 w 82"/>
                <a:gd name="T55" fmla="*/ 0 h 80"/>
                <a:gd name="T56" fmla="*/ 23 w 82"/>
                <a:gd name="T57" fmla="*/ 7 h 80"/>
                <a:gd name="T58" fmla="*/ 36 w 82"/>
                <a:gd name="T59" fmla="*/ 10 h 80"/>
                <a:gd name="T60" fmla="*/ 37 w 82"/>
                <a:gd name="T61" fmla="*/ 8 h 80"/>
                <a:gd name="T62" fmla="*/ 29 w 82"/>
                <a:gd name="T6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80">
                  <a:moveTo>
                    <a:pt x="74" y="6"/>
                  </a:moveTo>
                  <a:cubicBezTo>
                    <a:pt x="76" y="15"/>
                    <a:pt x="74" y="21"/>
                    <a:pt x="67" y="27"/>
                  </a:cubicBezTo>
                  <a:cubicBezTo>
                    <a:pt x="65" y="30"/>
                    <a:pt x="65" y="30"/>
                    <a:pt x="65" y="30"/>
                  </a:cubicBezTo>
                  <a:cubicBezTo>
                    <a:pt x="75" y="71"/>
                    <a:pt x="75" y="71"/>
                    <a:pt x="75" y="71"/>
                  </a:cubicBezTo>
                  <a:cubicBezTo>
                    <a:pt x="66" y="80"/>
                    <a:pt x="66" y="80"/>
                    <a:pt x="66" y="80"/>
                  </a:cubicBezTo>
                  <a:cubicBezTo>
                    <a:pt x="44" y="50"/>
                    <a:pt x="44" y="50"/>
                    <a:pt x="44" y="50"/>
                  </a:cubicBezTo>
                  <a:cubicBezTo>
                    <a:pt x="36" y="57"/>
                    <a:pt x="36" y="57"/>
                    <a:pt x="36" y="57"/>
                  </a:cubicBezTo>
                  <a:cubicBezTo>
                    <a:pt x="39" y="70"/>
                    <a:pt x="39" y="70"/>
                    <a:pt x="39" y="70"/>
                  </a:cubicBezTo>
                  <a:cubicBezTo>
                    <a:pt x="34" y="75"/>
                    <a:pt x="34" y="75"/>
                    <a:pt x="34" y="75"/>
                  </a:cubicBezTo>
                  <a:cubicBezTo>
                    <a:pt x="26" y="61"/>
                    <a:pt x="26" y="61"/>
                    <a:pt x="26" y="61"/>
                  </a:cubicBezTo>
                  <a:cubicBezTo>
                    <a:pt x="21" y="67"/>
                    <a:pt x="21" y="67"/>
                    <a:pt x="21" y="67"/>
                  </a:cubicBezTo>
                  <a:cubicBezTo>
                    <a:pt x="16" y="62"/>
                    <a:pt x="16" y="62"/>
                    <a:pt x="16" y="62"/>
                  </a:cubicBezTo>
                  <a:cubicBezTo>
                    <a:pt x="21" y="57"/>
                    <a:pt x="21" y="57"/>
                    <a:pt x="21" y="57"/>
                  </a:cubicBezTo>
                  <a:cubicBezTo>
                    <a:pt x="7" y="50"/>
                    <a:pt x="7" y="50"/>
                    <a:pt x="7" y="50"/>
                  </a:cubicBezTo>
                  <a:cubicBezTo>
                    <a:pt x="12" y="44"/>
                    <a:pt x="12" y="44"/>
                    <a:pt x="12" y="44"/>
                  </a:cubicBezTo>
                  <a:cubicBezTo>
                    <a:pt x="25" y="47"/>
                    <a:pt x="25" y="47"/>
                    <a:pt x="25" y="47"/>
                  </a:cubicBezTo>
                  <a:cubicBezTo>
                    <a:pt x="32" y="39"/>
                    <a:pt x="32" y="39"/>
                    <a:pt x="32" y="39"/>
                  </a:cubicBezTo>
                  <a:cubicBezTo>
                    <a:pt x="0" y="18"/>
                    <a:pt x="0" y="18"/>
                    <a:pt x="0" y="18"/>
                  </a:cubicBezTo>
                  <a:cubicBezTo>
                    <a:pt x="9" y="8"/>
                    <a:pt x="9" y="8"/>
                    <a:pt x="9" y="8"/>
                  </a:cubicBezTo>
                  <a:cubicBezTo>
                    <a:pt x="51" y="16"/>
                    <a:pt x="51" y="16"/>
                    <a:pt x="51" y="16"/>
                  </a:cubicBezTo>
                  <a:cubicBezTo>
                    <a:pt x="53" y="13"/>
                    <a:pt x="53" y="13"/>
                    <a:pt x="53" y="13"/>
                  </a:cubicBezTo>
                  <a:cubicBezTo>
                    <a:pt x="60" y="5"/>
                    <a:pt x="67" y="4"/>
                    <a:pt x="74" y="6"/>
                  </a:cubicBezTo>
                  <a:close/>
                  <a:moveTo>
                    <a:pt x="82" y="50"/>
                  </a:moveTo>
                  <a:cubicBezTo>
                    <a:pt x="74" y="42"/>
                    <a:pt x="74" y="42"/>
                    <a:pt x="74" y="42"/>
                  </a:cubicBezTo>
                  <a:cubicBezTo>
                    <a:pt x="72" y="44"/>
                    <a:pt x="72" y="44"/>
                    <a:pt x="72" y="44"/>
                  </a:cubicBezTo>
                  <a:cubicBezTo>
                    <a:pt x="76" y="57"/>
                    <a:pt x="76" y="57"/>
                    <a:pt x="76" y="57"/>
                  </a:cubicBezTo>
                  <a:cubicBezTo>
                    <a:pt x="82" y="50"/>
                    <a:pt x="82" y="50"/>
                    <a:pt x="82" y="50"/>
                  </a:cubicBezTo>
                  <a:close/>
                  <a:moveTo>
                    <a:pt x="29" y="0"/>
                  </a:moveTo>
                  <a:cubicBezTo>
                    <a:pt x="23" y="7"/>
                    <a:pt x="23" y="7"/>
                    <a:pt x="23" y="7"/>
                  </a:cubicBezTo>
                  <a:cubicBezTo>
                    <a:pt x="36" y="10"/>
                    <a:pt x="36" y="10"/>
                    <a:pt x="36" y="10"/>
                  </a:cubicBezTo>
                  <a:cubicBezTo>
                    <a:pt x="37" y="8"/>
                    <a:pt x="37" y="8"/>
                    <a:pt x="37" y="8"/>
                  </a:cubicBezTo>
                  <a:lnTo>
                    <a:pt x="29" y="0"/>
                  </a:lnTo>
                  <a:close/>
                </a:path>
              </a:pathLst>
            </a:custGeom>
            <a:solidFill>
              <a:schemeClr val="bg1"/>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26"/>
            <p:cNvSpPr>
              <a:spLocks noEditPoints="1"/>
            </p:cNvSpPr>
            <p:nvPr/>
          </p:nvSpPr>
          <p:spPr bwMode="auto">
            <a:xfrm>
              <a:off x="8773924" y="4087398"/>
              <a:ext cx="316777" cy="383568"/>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cxnSp>
        <p:nvCxnSpPr>
          <p:cNvPr id="38" name="Straight Arrow Connector 37"/>
          <p:cNvCxnSpPr/>
          <p:nvPr/>
        </p:nvCxnSpPr>
        <p:spPr>
          <a:xfrm>
            <a:off x="3474579" y="3956327"/>
            <a:ext cx="0" cy="1013398"/>
          </a:xfrm>
          <a:prstGeom prst="straightConnector1">
            <a:avLst/>
          </a:prstGeom>
          <a:ln w="6350">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7454235" y="3956327"/>
            <a:ext cx="0" cy="1013398"/>
          </a:xfrm>
          <a:prstGeom prst="straightConnector1">
            <a:avLst/>
          </a:prstGeom>
          <a:ln w="6350">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9440759" y="2943490"/>
            <a:ext cx="0" cy="1013398"/>
          </a:xfrm>
          <a:prstGeom prst="straightConnector1">
            <a:avLst/>
          </a:prstGeom>
          <a:ln w="6350">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5476570" y="2943490"/>
            <a:ext cx="0" cy="1013398"/>
          </a:xfrm>
          <a:prstGeom prst="straightConnector1">
            <a:avLst/>
          </a:prstGeom>
          <a:ln w="6350">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2205729" y="5176348"/>
            <a:ext cx="2537702" cy="824682"/>
            <a:chOff x="1929542" y="4908274"/>
            <a:chExt cx="2729132" cy="782003"/>
          </a:xfrm>
        </p:grpSpPr>
        <p:sp>
          <p:nvSpPr>
            <p:cNvPr id="44" name="TextBox 43"/>
            <p:cNvSpPr txBox="1"/>
            <p:nvPr/>
          </p:nvSpPr>
          <p:spPr>
            <a:xfrm>
              <a:off x="2519031" y="4908274"/>
              <a:ext cx="1550153" cy="311548"/>
            </a:xfrm>
            <a:prstGeom prst="rect">
              <a:avLst/>
            </a:prstGeom>
            <a:noFill/>
          </p:spPr>
          <p:txBody>
            <a:bodyPr wrap="none" rtlCol="0">
              <a:spAutoFit/>
            </a:bodyPr>
            <a:lstStyle/>
            <a:p>
              <a:pPr algn="ct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Rectangle 44"/>
            <p:cNvSpPr/>
            <p:nvPr/>
          </p:nvSpPr>
          <p:spPr>
            <a:xfrm>
              <a:off x="1929542" y="5195350"/>
              <a:ext cx="2729132" cy="494927"/>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8"/>
          <p:cNvGrpSpPr/>
          <p:nvPr/>
        </p:nvGrpSpPr>
        <p:grpSpPr>
          <a:xfrm>
            <a:off x="6185385" y="5201374"/>
            <a:ext cx="2537702" cy="799656"/>
            <a:chOff x="5703260" y="4932005"/>
            <a:chExt cx="2729132" cy="758272"/>
          </a:xfrm>
        </p:grpSpPr>
        <p:sp>
          <p:nvSpPr>
            <p:cNvPr id="48" name="TextBox 47"/>
            <p:cNvSpPr txBox="1"/>
            <p:nvPr/>
          </p:nvSpPr>
          <p:spPr>
            <a:xfrm>
              <a:off x="6292750" y="4932005"/>
              <a:ext cx="1550153" cy="311548"/>
            </a:xfrm>
            <a:prstGeom prst="rect">
              <a:avLst/>
            </a:prstGeom>
            <a:noFill/>
          </p:spPr>
          <p:txBody>
            <a:bodyPr wrap="none" rtlCol="0">
              <a:spAutoFit/>
            </a:bodyPr>
            <a:lstStyle/>
            <a:p>
              <a:pPr algn="ct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Rectangle 48"/>
            <p:cNvSpPr/>
            <p:nvPr/>
          </p:nvSpPr>
          <p:spPr>
            <a:xfrm>
              <a:off x="5703260" y="5195350"/>
              <a:ext cx="2729132" cy="494927"/>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6"/>
          <p:cNvGrpSpPr/>
          <p:nvPr/>
        </p:nvGrpSpPr>
        <p:grpSpPr>
          <a:xfrm>
            <a:off x="4168723" y="1709795"/>
            <a:ext cx="2611174" cy="815016"/>
            <a:chOff x="4038291" y="1621125"/>
            <a:chExt cx="2304129" cy="772840"/>
          </a:xfrm>
        </p:grpSpPr>
        <p:sp>
          <p:nvSpPr>
            <p:cNvPr id="50" name="TextBox 49"/>
            <p:cNvSpPr txBox="1"/>
            <p:nvPr/>
          </p:nvSpPr>
          <p:spPr>
            <a:xfrm>
              <a:off x="4554393" y="1621125"/>
              <a:ext cx="1271925" cy="311549"/>
            </a:xfrm>
            <a:prstGeom prst="rect">
              <a:avLst/>
            </a:prstGeom>
            <a:noFill/>
          </p:spPr>
          <p:txBody>
            <a:bodyPr wrap="none" rtlCol="0">
              <a:spAutoFit/>
            </a:bodyPr>
            <a:lstStyle/>
            <a:p>
              <a:pPr algn="ct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Rectangle 50"/>
            <p:cNvSpPr/>
            <p:nvPr/>
          </p:nvSpPr>
          <p:spPr>
            <a:xfrm>
              <a:off x="4038291" y="1899037"/>
              <a:ext cx="2304129" cy="494928"/>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 name="Group 7"/>
          <p:cNvGrpSpPr/>
          <p:nvPr/>
        </p:nvGrpSpPr>
        <p:grpSpPr>
          <a:xfrm>
            <a:off x="8114883" y="1721694"/>
            <a:ext cx="2611174" cy="803111"/>
            <a:chOff x="7780247" y="1632414"/>
            <a:chExt cx="2304129" cy="761553"/>
          </a:xfrm>
        </p:grpSpPr>
        <p:sp>
          <p:nvSpPr>
            <p:cNvPr id="52" name="TextBox 51"/>
            <p:cNvSpPr txBox="1"/>
            <p:nvPr/>
          </p:nvSpPr>
          <p:spPr>
            <a:xfrm>
              <a:off x="8296348" y="1632414"/>
              <a:ext cx="1271925" cy="311550"/>
            </a:xfrm>
            <a:prstGeom prst="rect">
              <a:avLst/>
            </a:prstGeom>
            <a:noFill/>
          </p:spPr>
          <p:txBody>
            <a:bodyPr wrap="none" rtlCol="0">
              <a:spAutoFit/>
            </a:bodyPr>
            <a:lstStyle/>
            <a:p>
              <a:pPr algn="ct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Rectangle 52"/>
            <p:cNvSpPr/>
            <p:nvPr/>
          </p:nvSpPr>
          <p:spPr>
            <a:xfrm>
              <a:off x="7780247" y="1899037"/>
              <a:ext cx="2304129" cy="494930"/>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2"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839867250"/>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up)">
                                      <p:cBhvr>
                                        <p:cTn id="11" dur="500"/>
                                        <p:tgtEl>
                                          <p:spTgt spid="3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down)">
                                      <p:cBhvr>
                                        <p:cTn id="19" dur="500"/>
                                        <p:tgtEl>
                                          <p:spTgt spid="43"/>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down)">
                                      <p:cBhvr>
                                        <p:cTn id="35" dur="500"/>
                                        <p:tgtEl>
                                          <p:spTgt spid="42"/>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 Same Side Corner Rectangle 4"/>
          <p:cNvSpPr/>
          <p:nvPr/>
        </p:nvSpPr>
        <p:spPr>
          <a:xfrm>
            <a:off x="5408617" y="1765611"/>
            <a:ext cx="489569" cy="5466842"/>
          </a:xfrm>
          <a:prstGeom prst="round2SameRect">
            <a:avLst>
              <a:gd name="adj1" fmla="val 50000"/>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4" name="Group 33"/>
          <p:cNvGrpSpPr/>
          <p:nvPr/>
        </p:nvGrpSpPr>
        <p:grpSpPr>
          <a:xfrm>
            <a:off x="5408619" y="2379507"/>
            <a:ext cx="3451700" cy="543268"/>
            <a:chOff x="5128064" y="2256183"/>
            <a:chExt cx="3273083" cy="515155"/>
          </a:xfrm>
        </p:grpSpPr>
        <p:sp>
          <p:nvSpPr>
            <p:cNvPr id="4" name="Pentagon 3"/>
            <p:cNvSpPr/>
            <p:nvPr/>
          </p:nvSpPr>
          <p:spPr>
            <a:xfrm>
              <a:off x="5128064" y="2256184"/>
              <a:ext cx="3273083" cy="515154"/>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Rectangle 8"/>
            <p:cNvSpPr/>
            <p:nvPr/>
          </p:nvSpPr>
          <p:spPr>
            <a:xfrm>
              <a:off x="5128064" y="2256183"/>
              <a:ext cx="464234" cy="51515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5" name="Group 34"/>
          <p:cNvGrpSpPr/>
          <p:nvPr/>
        </p:nvGrpSpPr>
        <p:grpSpPr>
          <a:xfrm>
            <a:off x="5408619" y="3264225"/>
            <a:ext cx="3451700" cy="543268"/>
            <a:chOff x="5128064" y="3095119"/>
            <a:chExt cx="3273083" cy="515155"/>
          </a:xfrm>
        </p:grpSpPr>
        <p:sp>
          <p:nvSpPr>
            <p:cNvPr id="6" name="Pentagon 5"/>
            <p:cNvSpPr/>
            <p:nvPr/>
          </p:nvSpPr>
          <p:spPr>
            <a:xfrm>
              <a:off x="5128064" y="3095119"/>
              <a:ext cx="3273083" cy="51515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Rectangle 9"/>
            <p:cNvSpPr/>
            <p:nvPr/>
          </p:nvSpPr>
          <p:spPr>
            <a:xfrm>
              <a:off x="5128064" y="3095119"/>
              <a:ext cx="464234" cy="51515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6" name="Group 35"/>
          <p:cNvGrpSpPr/>
          <p:nvPr/>
        </p:nvGrpSpPr>
        <p:grpSpPr>
          <a:xfrm>
            <a:off x="5408619" y="4148941"/>
            <a:ext cx="3451700" cy="543268"/>
            <a:chOff x="5128064" y="3934054"/>
            <a:chExt cx="3273083" cy="515155"/>
          </a:xfrm>
        </p:grpSpPr>
        <p:sp>
          <p:nvSpPr>
            <p:cNvPr id="7" name="Pentagon 6"/>
            <p:cNvSpPr/>
            <p:nvPr/>
          </p:nvSpPr>
          <p:spPr>
            <a:xfrm>
              <a:off x="5128064" y="3934054"/>
              <a:ext cx="3273083" cy="515154"/>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Rectangle 10"/>
            <p:cNvSpPr/>
            <p:nvPr/>
          </p:nvSpPr>
          <p:spPr>
            <a:xfrm>
              <a:off x="5128064" y="3934054"/>
              <a:ext cx="464234" cy="51515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7" name="Group 36"/>
          <p:cNvGrpSpPr/>
          <p:nvPr/>
        </p:nvGrpSpPr>
        <p:grpSpPr>
          <a:xfrm>
            <a:off x="5408618" y="5033658"/>
            <a:ext cx="3451701" cy="543269"/>
            <a:chOff x="5128064" y="4772988"/>
            <a:chExt cx="3273084" cy="515156"/>
          </a:xfrm>
        </p:grpSpPr>
        <p:sp>
          <p:nvSpPr>
            <p:cNvPr id="8" name="Pentagon 7"/>
            <p:cNvSpPr/>
            <p:nvPr/>
          </p:nvSpPr>
          <p:spPr>
            <a:xfrm>
              <a:off x="5128065" y="4772990"/>
              <a:ext cx="3273083" cy="515154"/>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Rectangle 11"/>
            <p:cNvSpPr/>
            <p:nvPr/>
          </p:nvSpPr>
          <p:spPr>
            <a:xfrm>
              <a:off x="5128064" y="4772988"/>
              <a:ext cx="464234" cy="51515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4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5" name="Group 14"/>
          <p:cNvGrpSpPr/>
          <p:nvPr/>
        </p:nvGrpSpPr>
        <p:grpSpPr>
          <a:xfrm>
            <a:off x="9057322" y="2233528"/>
            <a:ext cx="2541032" cy="870320"/>
            <a:chOff x="8451509" y="2034687"/>
            <a:chExt cx="3254568" cy="825279"/>
          </a:xfrm>
        </p:grpSpPr>
        <p:sp>
          <p:nvSpPr>
            <p:cNvPr id="13" name="TextBox 12"/>
            <p:cNvSpPr txBox="1"/>
            <p:nvPr/>
          </p:nvSpPr>
          <p:spPr>
            <a:xfrm>
              <a:off x="8451509" y="2034687"/>
              <a:ext cx="1846179" cy="311548"/>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Rectangle 13"/>
            <p:cNvSpPr/>
            <p:nvPr/>
          </p:nvSpPr>
          <p:spPr>
            <a:xfrm>
              <a:off x="8508022" y="2365039"/>
              <a:ext cx="3198055" cy="494927"/>
            </a:xfrm>
            <a:prstGeom prst="rect">
              <a:avLst/>
            </a:prstGeom>
          </p:spPr>
          <p:txBody>
            <a:bodyPr wrap="square">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Group 15"/>
          <p:cNvGrpSpPr/>
          <p:nvPr/>
        </p:nvGrpSpPr>
        <p:grpSpPr>
          <a:xfrm>
            <a:off x="9057322" y="3118243"/>
            <a:ext cx="2496908" cy="870320"/>
            <a:chOff x="8508022" y="2034687"/>
            <a:chExt cx="3198055" cy="825279"/>
          </a:xfrm>
        </p:grpSpPr>
        <p:sp>
          <p:nvSpPr>
            <p:cNvPr id="17" name="TextBox 16"/>
            <p:cNvSpPr txBox="1"/>
            <p:nvPr/>
          </p:nvSpPr>
          <p:spPr>
            <a:xfrm>
              <a:off x="8514715" y="2034687"/>
              <a:ext cx="1846180" cy="311548"/>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Rectangle 17"/>
            <p:cNvSpPr/>
            <p:nvPr/>
          </p:nvSpPr>
          <p:spPr>
            <a:xfrm>
              <a:off x="8508022" y="2365039"/>
              <a:ext cx="3198055" cy="494927"/>
            </a:xfrm>
            <a:prstGeom prst="rect">
              <a:avLst/>
            </a:prstGeom>
          </p:spPr>
          <p:txBody>
            <a:bodyPr wrap="square">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9" name="Group 18"/>
          <p:cNvGrpSpPr/>
          <p:nvPr/>
        </p:nvGrpSpPr>
        <p:grpSpPr>
          <a:xfrm>
            <a:off x="9057322" y="4887675"/>
            <a:ext cx="2496909" cy="870319"/>
            <a:chOff x="8508022" y="2034687"/>
            <a:chExt cx="3198055" cy="825280"/>
          </a:xfrm>
        </p:grpSpPr>
        <p:sp>
          <p:nvSpPr>
            <p:cNvPr id="20" name="TextBox 19"/>
            <p:cNvSpPr txBox="1"/>
            <p:nvPr/>
          </p:nvSpPr>
          <p:spPr>
            <a:xfrm>
              <a:off x="8514343" y="2034687"/>
              <a:ext cx="1846179" cy="311549"/>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Rectangle 20"/>
            <p:cNvSpPr/>
            <p:nvPr/>
          </p:nvSpPr>
          <p:spPr>
            <a:xfrm>
              <a:off x="8508022" y="2365039"/>
              <a:ext cx="3198055" cy="494928"/>
            </a:xfrm>
            <a:prstGeom prst="rect">
              <a:avLst/>
            </a:prstGeom>
          </p:spPr>
          <p:txBody>
            <a:bodyPr wrap="square">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2" name="Group 21"/>
          <p:cNvGrpSpPr/>
          <p:nvPr/>
        </p:nvGrpSpPr>
        <p:grpSpPr>
          <a:xfrm>
            <a:off x="9057322" y="4002958"/>
            <a:ext cx="2522171" cy="870320"/>
            <a:chOff x="8475665" y="2034687"/>
            <a:chExt cx="3230412" cy="825279"/>
          </a:xfrm>
        </p:grpSpPr>
        <p:sp>
          <p:nvSpPr>
            <p:cNvPr id="23" name="TextBox 22"/>
            <p:cNvSpPr txBox="1"/>
            <p:nvPr/>
          </p:nvSpPr>
          <p:spPr>
            <a:xfrm>
              <a:off x="8475665" y="2034687"/>
              <a:ext cx="1909828" cy="311548"/>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Rectangle 23"/>
            <p:cNvSpPr/>
            <p:nvPr/>
          </p:nvSpPr>
          <p:spPr>
            <a:xfrm>
              <a:off x="8508022" y="2365039"/>
              <a:ext cx="3198055" cy="494927"/>
            </a:xfrm>
            <a:prstGeom prst="rect">
              <a:avLst/>
            </a:prstGeom>
          </p:spPr>
          <p:txBody>
            <a:bodyPr wrap="square">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8" name="Group 37"/>
          <p:cNvGrpSpPr/>
          <p:nvPr/>
        </p:nvGrpSpPr>
        <p:grpSpPr>
          <a:xfrm>
            <a:off x="1341397" y="2379505"/>
            <a:ext cx="4064898" cy="3197420"/>
            <a:chOff x="689317" y="2256183"/>
            <a:chExt cx="3854548" cy="3031960"/>
          </a:xfrm>
        </p:grpSpPr>
        <p:sp>
          <p:nvSpPr>
            <p:cNvPr id="28" name="Rectangle 27"/>
            <p:cNvSpPr/>
            <p:nvPr/>
          </p:nvSpPr>
          <p:spPr>
            <a:xfrm>
              <a:off x="689317" y="2256183"/>
              <a:ext cx="3854548" cy="30319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TextBox 28"/>
            <p:cNvSpPr txBox="1"/>
            <p:nvPr/>
          </p:nvSpPr>
          <p:spPr>
            <a:xfrm>
              <a:off x="1103992" y="2777120"/>
              <a:ext cx="1455026" cy="311549"/>
            </a:xfrm>
            <a:prstGeom prst="rect">
              <a:avLst/>
            </a:prstGeom>
            <a:noFill/>
          </p:spPr>
          <p:txBody>
            <a:bodyPr wrap="squar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Rectangle 29"/>
            <p:cNvSpPr/>
            <p:nvPr/>
          </p:nvSpPr>
          <p:spPr>
            <a:xfrm>
              <a:off x="1129140" y="3077845"/>
              <a:ext cx="3004396" cy="355692"/>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Rectangle 30"/>
            <p:cNvSpPr/>
            <p:nvPr/>
          </p:nvSpPr>
          <p:spPr>
            <a:xfrm>
              <a:off x="1129140" y="4123237"/>
              <a:ext cx="3004396" cy="355692"/>
            </a:xfrm>
            <a:prstGeom prst="rect">
              <a:avLst/>
            </a:prstGeom>
          </p:spPr>
          <p:txBody>
            <a:bodyPr wrap="square">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9"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0"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714624578"/>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500"/>
                                        <p:tgtEl>
                                          <p:spTgt spid="3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par>
                          <p:cTn id="40" fill="hold">
                            <p:stCondLst>
                              <p:cond delay="4500"/>
                            </p:stCondLst>
                            <p:childTnLst>
                              <p:par>
                                <p:cTn id="41" presetID="42" presetClass="entr" presetSubtype="0"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1000"/>
                                        <p:tgtEl>
                                          <p:spTgt spid="38"/>
                                        </p:tgtEl>
                                      </p:cBhvr>
                                    </p:animEffect>
                                    <p:anim calcmode="lin" valueType="num">
                                      <p:cBhvr>
                                        <p:cTn id="44" dur="1000" fill="hold"/>
                                        <p:tgtEl>
                                          <p:spTgt spid="38"/>
                                        </p:tgtEl>
                                        <p:attrNameLst>
                                          <p:attrName>ppt_x</p:attrName>
                                        </p:attrNameLst>
                                      </p:cBhvr>
                                      <p:tavLst>
                                        <p:tav tm="0">
                                          <p:val>
                                            <p:strVal val="#ppt_x"/>
                                          </p:val>
                                        </p:tav>
                                        <p:tav tm="100000">
                                          <p:val>
                                            <p:strVal val="#ppt_x"/>
                                          </p:val>
                                        </p:tav>
                                      </p:tavLst>
                                    </p:anim>
                                    <p:anim calcmode="lin" valueType="num">
                                      <p:cBhvr>
                                        <p:cTn id="45"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2684959" y="1600101"/>
            <a:ext cx="3341438" cy="39489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9">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78" name="直接连接符 77"/>
          <p:cNvCxnSpPr/>
          <p:nvPr/>
        </p:nvCxnSpPr>
        <p:spPr>
          <a:xfrm>
            <a:off x="3247158" y="5006216"/>
            <a:ext cx="221704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itle 13"/>
          <p:cNvSpPr txBox="1">
            <a:spLocks/>
          </p:cNvSpPr>
          <p:nvPr/>
        </p:nvSpPr>
        <p:spPr>
          <a:xfrm>
            <a:off x="3130692" y="4221373"/>
            <a:ext cx="2449974" cy="519373"/>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3375"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PART</a:t>
            </a:r>
            <a:endParaRPr lang="en-US" sz="3375"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TextBox 48"/>
          <p:cNvSpPr txBox="1"/>
          <p:nvPr/>
        </p:nvSpPr>
        <p:spPr>
          <a:xfrm>
            <a:off x="6933431" y="3040261"/>
            <a:ext cx="4320480" cy="738664"/>
          </a:xfrm>
          <a:prstGeom prst="rect">
            <a:avLst/>
          </a:prstGeom>
          <a:noFill/>
        </p:spPr>
        <p:txBody>
          <a:bodyPr wrap="square" lIns="0" tIns="0" rIns="0" bIns="0" rtlCol="0">
            <a:spAutoFit/>
          </a:bodyPr>
          <a:lstStyle/>
          <a:p>
            <a:r>
              <a:rPr lang="zh-CN" altLang="en-US" sz="48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成功项目展示</a:t>
            </a:r>
            <a:endParaRPr lang="en-GB" altLang="zh-CN"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矩形 259"/>
          <p:cNvSpPr>
            <a:spLocks noChangeArrowheads="1"/>
          </p:cNvSpPr>
          <p:nvPr/>
        </p:nvSpPr>
        <p:spPr bwMode="auto">
          <a:xfrm>
            <a:off x="2901106" y="2011757"/>
            <a:ext cx="290914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a:solidFill>
                  <a:schemeClr val="bg1"/>
                </a:solidFill>
                <a:latin typeface="Impact" panose="020B0806030902050204" pitchFamily="34" charset="0"/>
                <a:cs typeface="Arial" panose="020B0604020202020204" pitchFamily="34" charset="0"/>
                <a:sym typeface="Arial" panose="020B0604020202020204" pitchFamily="34" charset="0"/>
              </a:rPr>
              <a:t>03</a:t>
            </a:r>
            <a:endParaRPr lang="zh-CN" altLang="en-US" sz="13800" cap="all" spc="300" dirty="0">
              <a:solidFill>
                <a:schemeClr val="bg1"/>
              </a:solidFill>
              <a:latin typeface="Impact" panose="020B0806030902050204" pitchFamily="34" charset="0"/>
              <a:cs typeface="Arial" panose="020B0604020202020204" pitchFamily="34" charset="0"/>
              <a:sym typeface="Arial" panose="020B0604020202020204" pitchFamily="34" charset="0"/>
            </a:endParaRPr>
          </a:p>
        </p:txBody>
      </p:sp>
      <p:sp>
        <p:nvSpPr>
          <p:cNvPr id="13" name="TextBox 11"/>
          <p:cNvSpPr txBox="1"/>
          <p:nvPr/>
        </p:nvSpPr>
        <p:spPr>
          <a:xfrm>
            <a:off x="6879479"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TextBox 11"/>
          <p:cNvSpPr txBox="1"/>
          <p:nvPr/>
        </p:nvSpPr>
        <p:spPr>
          <a:xfrm>
            <a:off x="8939842"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TextBox 11"/>
          <p:cNvSpPr txBox="1"/>
          <p:nvPr/>
        </p:nvSpPr>
        <p:spPr>
          <a:xfrm>
            <a:off x="6879479"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1"/>
          <p:cNvSpPr txBox="1"/>
          <p:nvPr/>
        </p:nvSpPr>
        <p:spPr>
          <a:xfrm>
            <a:off x="8939842"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7358340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2"/>
                                        </p:tgtEl>
                                        <p:attrNameLst>
                                          <p:attrName>ppt_y</p:attrName>
                                        </p:attrNameLst>
                                      </p:cBhvr>
                                      <p:tavLst>
                                        <p:tav tm="0">
                                          <p:val>
                                            <p:strVal val="#ppt_y"/>
                                          </p:val>
                                        </p:tav>
                                        <p:tav tm="100000">
                                          <p:val>
                                            <p:strVal val="#ppt_y"/>
                                          </p:val>
                                        </p:tav>
                                      </p:tavLst>
                                    </p:anim>
                                    <p:anim calcmode="lin" valueType="num">
                                      <p:cBhvr>
                                        <p:cTn id="1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2"/>
                                        </p:tgtEl>
                                      </p:cBhvr>
                                    </p:animEffect>
                                  </p:childTnLst>
                                </p:cTn>
                              </p:par>
                            </p:childTnLst>
                          </p:cTn>
                        </p:par>
                        <p:par>
                          <p:cTn id="16" fill="hold">
                            <p:stCondLst>
                              <p:cond delay="10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2"/>
                                        </p:tgtEl>
                                      </p:cBhvr>
                                    </p:animEffect>
                                    <p:animScale>
                                      <p:cBhvr>
                                        <p:cTn id="19" dur="250" autoRev="1" fill="hold"/>
                                        <p:tgtEl>
                                          <p:spTgt spid="12"/>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500" fill="hold"/>
                                        <p:tgtEl>
                                          <p:spTgt spid="78"/>
                                        </p:tgtEl>
                                        <p:attrNameLst>
                                          <p:attrName>ppt_x</p:attrName>
                                        </p:attrNameLst>
                                      </p:cBhvr>
                                      <p:tavLst>
                                        <p:tav tm="0">
                                          <p:val>
                                            <p:strVal val="#ppt_x"/>
                                          </p:val>
                                        </p:tav>
                                        <p:tav tm="100000">
                                          <p:val>
                                            <p:strVal val="#ppt_x"/>
                                          </p:val>
                                        </p:tav>
                                      </p:tavLst>
                                    </p:anim>
                                    <p:anim calcmode="lin" valueType="num">
                                      <p:cBhvr additive="base">
                                        <p:cTn id="25" dur="500" fill="hold"/>
                                        <p:tgtEl>
                                          <p:spTgt spid="7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2" presetClass="entr" presetSubtype="8" fill="hold" grpId="0" nodeType="afterEffect">
                                  <p:stCondLst>
                                    <p:cond delay="0"/>
                                  </p:stCondLst>
                                  <p:iterate type="lt">
                                    <p:tmPct val="30000"/>
                                  </p:iterate>
                                  <p:childTnLst>
                                    <p:set>
                                      <p:cBhvr>
                                        <p:cTn id="32" dur="1" fill="hold">
                                          <p:stCondLst>
                                            <p:cond delay="0"/>
                                          </p:stCondLst>
                                        </p:cTn>
                                        <p:tgtEl>
                                          <p:spTgt spid="11"/>
                                        </p:tgtEl>
                                        <p:attrNameLst>
                                          <p:attrName>style.visibility</p:attrName>
                                        </p:attrNameLst>
                                      </p:cBhvr>
                                      <p:to>
                                        <p:strVal val="visible"/>
                                      </p:to>
                                    </p:set>
                                    <p:animEffect transition="in" filter="wipe(left)">
                                      <p:cBhvr>
                                        <p:cTn id="33" dur="200"/>
                                        <p:tgtEl>
                                          <p:spTgt spid="11"/>
                                        </p:tgtEl>
                                      </p:cBhvr>
                                    </p:animEffect>
                                  </p:childTnLst>
                                </p:cTn>
                              </p:par>
                              <p:par>
                                <p:cTn id="34" presetID="36" presetClass="emph" presetSubtype="0" fill="hold" grpId="1" nodeType="withEffect">
                                  <p:stCondLst>
                                    <p:cond delay="0"/>
                                  </p:stCondLst>
                                  <p:iterate type="lt">
                                    <p:tmPct val="30000"/>
                                  </p:iterate>
                                  <p:childTnLst>
                                    <p:animScale>
                                      <p:cBhvr>
                                        <p:cTn id="35" dur="50" autoRev="1" fill="hold">
                                          <p:stCondLst>
                                            <p:cond delay="0"/>
                                          </p:stCondLst>
                                        </p:cTn>
                                        <p:tgtEl>
                                          <p:spTgt spid="11"/>
                                        </p:tgtEl>
                                      </p:cBhvr>
                                      <p:to x="80000" y="100000"/>
                                    </p:animScale>
                                    <p:anim by="(#ppt_w*0.10)" calcmode="lin" valueType="num">
                                      <p:cBhvr>
                                        <p:cTn id="36" dur="50" autoRev="1" fill="hold">
                                          <p:stCondLst>
                                            <p:cond delay="0"/>
                                          </p:stCondLst>
                                        </p:cTn>
                                        <p:tgtEl>
                                          <p:spTgt spid="11"/>
                                        </p:tgtEl>
                                        <p:attrNameLst>
                                          <p:attrName>ppt_x</p:attrName>
                                        </p:attrNameLst>
                                      </p:cBhvr>
                                    </p:anim>
                                    <p:anim by="(-#ppt_w*0.10)" calcmode="lin" valueType="num">
                                      <p:cBhvr>
                                        <p:cTn id="37" dur="50" autoRev="1" fill="hold">
                                          <p:stCondLst>
                                            <p:cond delay="0"/>
                                          </p:stCondLst>
                                        </p:cTn>
                                        <p:tgtEl>
                                          <p:spTgt spid="11"/>
                                        </p:tgtEl>
                                        <p:attrNameLst>
                                          <p:attrName>ppt_y</p:attrName>
                                        </p:attrNameLst>
                                      </p:cBhvr>
                                    </p:anim>
                                    <p:animRot by="-480000">
                                      <p:cBhvr>
                                        <p:cTn id="38" dur="50" autoRev="1" fill="hold">
                                          <p:stCondLst>
                                            <p:cond delay="0"/>
                                          </p:stCondLst>
                                        </p:cTn>
                                        <p:tgtEl>
                                          <p:spTgt spid="11"/>
                                        </p:tgtEl>
                                        <p:attrNameLst>
                                          <p:attrName>r</p:attrName>
                                        </p:attrNameLst>
                                      </p:cBhvr>
                                    </p:animRot>
                                  </p:childTnLst>
                                </p:cTn>
                              </p:par>
                            </p:childTnLst>
                          </p:cTn>
                        </p:par>
                        <p:par>
                          <p:cTn id="39" fill="hold">
                            <p:stCondLst>
                              <p:cond delay="1000"/>
                            </p:stCondLst>
                            <p:childTnLst>
                              <p:par>
                                <p:cTn id="40" presetID="12" presetClass="entr" presetSubtype="8"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p:tgtEl>
                                          <p:spTgt spid="13"/>
                                        </p:tgtEl>
                                        <p:attrNameLst>
                                          <p:attrName>ppt_x</p:attrName>
                                        </p:attrNameLst>
                                      </p:cBhvr>
                                      <p:tavLst>
                                        <p:tav tm="0">
                                          <p:val>
                                            <p:strVal val="#ppt_x-#ppt_w*1.125000"/>
                                          </p:val>
                                        </p:tav>
                                        <p:tav tm="100000">
                                          <p:val>
                                            <p:strVal val="#ppt_x"/>
                                          </p:val>
                                        </p:tav>
                                      </p:tavLst>
                                    </p:anim>
                                    <p:animEffect transition="in" filter="wipe(right)">
                                      <p:cBhvr>
                                        <p:cTn id="43" dur="500"/>
                                        <p:tgtEl>
                                          <p:spTgt spid="13"/>
                                        </p:tgtEl>
                                      </p:cBhvr>
                                    </p:animEffect>
                                  </p:childTnLst>
                                </p:cTn>
                              </p:par>
                            </p:childTnLst>
                          </p:cTn>
                        </p:par>
                        <p:par>
                          <p:cTn id="44" fill="hold">
                            <p:stCondLst>
                              <p:cond delay="1500"/>
                            </p:stCondLst>
                            <p:childTnLst>
                              <p:par>
                                <p:cTn id="45" presetID="12" presetClass="entr" presetSubtype="8"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ppt_x</p:attrName>
                                        </p:attrNameLst>
                                      </p:cBhvr>
                                      <p:tavLst>
                                        <p:tav tm="0">
                                          <p:val>
                                            <p:strVal val="#ppt_x-#ppt_w*1.125000"/>
                                          </p:val>
                                        </p:tav>
                                        <p:tav tm="100000">
                                          <p:val>
                                            <p:strVal val="#ppt_x"/>
                                          </p:val>
                                        </p:tav>
                                      </p:tavLst>
                                    </p:anim>
                                    <p:animEffect transition="in" filter="wipe(right)">
                                      <p:cBhvr>
                                        <p:cTn id="48" dur="500"/>
                                        <p:tgtEl>
                                          <p:spTgt spid="14"/>
                                        </p:tgtEl>
                                      </p:cBhvr>
                                    </p:animEffect>
                                  </p:childTnLst>
                                </p:cTn>
                              </p:par>
                            </p:childTnLst>
                          </p:cTn>
                        </p:par>
                        <p:par>
                          <p:cTn id="49" fill="hold">
                            <p:stCondLst>
                              <p:cond delay="2000"/>
                            </p:stCondLst>
                            <p:childTnLst>
                              <p:par>
                                <p:cTn id="50" presetID="12" presetClass="entr" presetSubtype="8"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p:tgtEl>
                                          <p:spTgt spid="15"/>
                                        </p:tgtEl>
                                        <p:attrNameLst>
                                          <p:attrName>ppt_x</p:attrName>
                                        </p:attrNameLst>
                                      </p:cBhvr>
                                      <p:tavLst>
                                        <p:tav tm="0">
                                          <p:val>
                                            <p:strVal val="#ppt_x-#ppt_w*1.125000"/>
                                          </p:val>
                                        </p:tav>
                                        <p:tav tm="100000">
                                          <p:val>
                                            <p:strVal val="#ppt_x"/>
                                          </p:val>
                                        </p:tav>
                                      </p:tavLst>
                                    </p:anim>
                                    <p:animEffect transition="in" filter="wipe(right)">
                                      <p:cBhvr>
                                        <p:cTn id="53" dur="500"/>
                                        <p:tgtEl>
                                          <p:spTgt spid="15"/>
                                        </p:tgtEl>
                                      </p:cBhvr>
                                    </p:animEffect>
                                  </p:childTnLst>
                                </p:cTn>
                              </p:par>
                            </p:childTnLst>
                          </p:cTn>
                        </p:par>
                        <p:par>
                          <p:cTn id="54" fill="hold">
                            <p:stCondLst>
                              <p:cond delay="2500"/>
                            </p:stCondLst>
                            <p:childTnLst>
                              <p:par>
                                <p:cTn id="55" presetID="12" presetClass="entr" presetSubtype="8"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p:tgtEl>
                                          <p:spTgt spid="16"/>
                                        </p:tgtEl>
                                        <p:attrNameLst>
                                          <p:attrName>ppt_x</p:attrName>
                                        </p:attrNameLst>
                                      </p:cBhvr>
                                      <p:tavLst>
                                        <p:tav tm="0">
                                          <p:val>
                                            <p:strVal val="#ppt_x-#ppt_w*1.125000"/>
                                          </p:val>
                                        </p:tav>
                                        <p:tav tm="100000">
                                          <p:val>
                                            <p:strVal val="#ppt_x"/>
                                          </p:val>
                                        </p:tav>
                                      </p:tavLst>
                                    </p:anim>
                                    <p:animEffect transition="in" filter="wipe(right)">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p:bldP spid="11" grpId="0"/>
      <p:bldP spid="11" grpId="1"/>
      <p:bldP spid="12" grpId="0"/>
      <p:bldP spid="12" grpId="1"/>
      <p:bldP spid="13" grpId="0"/>
      <p:bldP spid="14"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组合 99"/>
          <p:cNvGrpSpPr/>
          <p:nvPr/>
        </p:nvGrpSpPr>
        <p:grpSpPr>
          <a:xfrm>
            <a:off x="3821326" y="4552429"/>
            <a:ext cx="2607421" cy="1359683"/>
            <a:chOff x="3821326" y="3817808"/>
            <a:chExt cx="2607421" cy="1359683"/>
          </a:xfrm>
        </p:grpSpPr>
        <p:sp>
          <p:nvSpPr>
            <p:cNvPr id="6" name="Freeform 3720"/>
            <p:cNvSpPr>
              <a:spLocks/>
            </p:cNvSpPr>
            <p:nvPr/>
          </p:nvSpPr>
          <p:spPr bwMode="auto">
            <a:xfrm>
              <a:off x="3821326" y="3846737"/>
              <a:ext cx="2607421" cy="1330754"/>
            </a:xfrm>
            <a:custGeom>
              <a:avLst/>
              <a:gdLst>
                <a:gd name="T0" fmla="*/ 876 w 876"/>
                <a:gd name="T1" fmla="*/ 154 h 447"/>
                <a:gd name="T2" fmla="*/ 797 w 876"/>
                <a:gd name="T3" fmla="*/ 75 h 447"/>
                <a:gd name="T4" fmla="*/ 233 w 876"/>
                <a:gd name="T5" fmla="*/ 75 h 447"/>
                <a:gd name="T6" fmla="*/ 233 w 876"/>
                <a:gd name="T7" fmla="*/ 25 h 447"/>
                <a:gd name="T8" fmla="*/ 207 w 876"/>
                <a:gd name="T9" fmla="*/ 13 h 447"/>
                <a:gd name="T10" fmla="*/ 14 w 876"/>
                <a:gd name="T11" fmla="*/ 187 h 447"/>
                <a:gd name="T12" fmla="*/ 14 w 876"/>
                <a:gd name="T13" fmla="*/ 235 h 447"/>
                <a:gd name="T14" fmla="*/ 207 w 876"/>
                <a:gd name="T15" fmla="*/ 409 h 447"/>
                <a:gd name="T16" fmla="*/ 233 w 876"/>
                <a:gd name="T17" fmla="*/ 397 h 447"/>
                <a:gd name="T18" fmla="*/ 233 w 876"/>
                <a:gd name="T19" fmla="*/ 353 h 447"/>
                <a:gd name="T20" fmla="*/ 743 w 876"/>
                <a:gd name="T21" fmla="*/ 353 h 447"/>
                <a:gd name="T22" fmla="*/ 775 w 876"/>
                <a:gd name="T23" fmla="*/ 353 h 447"/>
                <a:gd name="T24" fmla="*/ 876 w 876"/>
                <a:gd name="T25" fmla="*/ 447 h 447"/>
                <a:gd name="T26" fmla="*/ 876 w 876"/>
                <a:gd name="T27" fmla="*/ 282 h 447"/>
                <a:gd name="T28" fmla="*/ 876 w 876"/>
                <a:gd name="T29" fmla="*/ 282 h 447"/>
                <a:gd name="T30" fmla="*/ 876 w 876"/>
                <a:gd name="T31" fmla="*/ 274 h 447"/>
                <a:gd name="T32" fmla="*/ 876 w 876"/>
                <a:gd name="T33" fmla="*/ 15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447">
                  <a:moveTo>
                    <a:pt x="876" y="154"/>
                  </a:moveTo>
                  <a:cubicBezTo>
                    <a:pt x="876" y="110"/>
                    <a:pt x="841" y="75"/>
                    <a:pt x="797" y="75"/>
                  </a:cubicBezTo>
                  <a:cubicBezTo>
                    <a:pt x="233" y="75"/>
                    <a:pt x="233" y="75"/>
                    <a:pt x="233" y="75"/>
                  </a:cubicBezTo>
                  <a:cubicBezTo>
                    <a:pt x="233" y="25"/>
                    <a:pt x="233" y="25"/>
                    <a:pt x="233" y="25"/>
                  </a:cubicBezTo>
                  <a:cubicBezTo>
                    <a:pt x="233" y="6"/>
                    <a:pt x="221" y="0"/>
                    <a:pt x="207" y="13"/>
                  </a:cubicBezTo>
                  <a:cubicBezTo>
                    <a:pt x="14" y="187"/>
                    <a:pt x="14" y="187"/>
                    <a:pt x="14" y="187"/>
                  </a:cubicBezTo>
                  <a:cubicBezTo>
                    <a:pt x="0" y="200"/>
                    <a:pt x="0" y="222"/>
                    <a:pt x="14" y="235"/>
                  </a:cubicBezTo>
                  <a:cubicBezTo>
                    <a:pt x="207" y="409"/>
                    <a:pt x="207" y="409"/>
                    <a:pt x="207" y="409"/>
                  </a:cubicBezTo>
                  <a:cubicBezTo>
                    <a:pt x="221" y="422"/>
                    <a:pt x="233" y="417"/>
                    <a:pt x="233" y="397"/>
                  </a:cubicBezTo>
                  <a:cubicBezTo>
                    <a:pt x="233" y="353"/>
                    <a:pt x="233" y="353"/>
                    <a:pt x="233" y="353"/>
                  </a:cubicBezTo>
                  <a:cubicBezTo>
                    <a:pt x="743" y="353"/>
                    <a:pt x="743" y="353"/>
                    <a:pt x="743" y="353"/>
                  </a:cubicBezTo>
                  <a:cubicBezTo>
                    <a:pt x="775" y="353"/>
                    <a:pt x="775" y="353"/>
                    <a:pt x="775" y="353"/>
                  </a:cubicBezTo>
                  <a:cubicBezTo>
                    <a:pt x="829" y="353"/>
                    <a:pt x="873" y="395"/>
                    <a:pt x="876" y="447"/>
                  </a:cubicBezTo>
                  <a:cubicBezTo>
                    <a:pt x="876" y="282"/>
                    <a:pt x="876" y="282"/>
                    <a:pt x="876" y="282"/>
                  </a:cubicBezTo>
                  <a:cubicBezTo>
                    <a:pt x="876" y="282"/>
                    <a:pt x="876" y="282"/>
                    <a:pt x="876" y="282"/>
                  </a:cubicBezTo>
                  <a:cubicBezTo>
                    <a:pt x="876" y="279"/>
                    <a:pt x="876" y="277"/>
                    <a:pt x="876" y="274"/>
                  </a:cubicBezTo>
                  <a:lnTo>
                    <a:pt x="876" y="154"/>
                  </a:lnTo>
                  <a:close/>
                </a:path>
              </a:pathLst>
            </a:custGeom>
            <a:solidFill>
              <a:schemeClr val="accent3">
                <a:lumMod val="75000"/>
              </a:schemeClr>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3721"/>
            <p:cNvSpPr>
              <a:spLocks/>
            </p:cNvSpPr>
            <p:nvPr/>
          </p:nvSpPr>
          <p:spPr bwMode="auto">
            <a:xfrm>
              <a:off x="3821326" y="3817808"/>
              <a:ext cx="2607421" cy="1329495"/>
            </a:xfrm>
            <a:custGeom>
              <a:avLst/>
              <a:gdLst>
                <a:gd name="T0" fmla="*/ 876 w 876"/>
                <a:gd name="T1" fmla="*/ 154 h 447"/>
                <a:gd name="T2" fmla="*/ 797 w 876"/>
                <a:gd name="T3" fmla="*/ 75 h 447"/>
                <a:gd name="T4" fmla="*/ 233 w 876"/>
                <a:gd name="T5" fmla="*/ 75 h 447"/>
                <a:gd name="T6" fmla="*/ 233 w 876"/>
                <a:gd name="T7" fmla="*/ 25 h 447"/>
                <a:gd name="T8" fmla="*/ 207 w 876"/>
                <a:gd name="T9" fmla="*/ 13 h 447"/>
                <a:gd name="T10" fmla="*/ 14 w 876"/>
                <a:gd name="T11" fmla="*/ 187 h 447"/>
                <a:gd name="T12" fmla="*/ 14 w 876"/>
                <a:gd name="T13" fmla="*/ 235 h 447"/>
                <a:gd name="T14" fmla="*/ 207 w 876"/>
                <a:gd name="T15" fmla="*/ 409 h 447"/>
                <a:gd name="T16" fmla="*/ 233 w 876"/>
                <a:gd name="T17" fmla="*/ 397 h 447"/>
                <a:gd name="T18" fmla="*/ 233 w 876"/>
                <a:gd name="T19" fmla="*/ 353 h 447"/>
                <a:gd name="T20" fmla="*/ 743 w 876"/>
                <a:gd name="T21" fmla="*/ 353 h 447"/>
                <a:gd name="T22" fmla="*/ 775 w 876"/>
                <a:gd name="T23" fmla="*/ 353 h 447"/>
                <a:gd name="T24" fmla="*/ 876 w 876"/>
                <a:gd name="T25" fmla="*/ 447 h 447"/>
                <a:gd name="T26" fmla="*/ 876 w 876"/>
                <a:gd name="T27" fmla="*/ 282 h 447"/>
                <a:gd name="T28" fmla="*/ 876 w 876"/>
                <a:gd name="T29" fmla="*/ 282 h 447"/>
                <a:gd name="T30" fmla="*/ 876 w 876"/>
                <a:gd name="T31" fmla="*/ 274 h 447"/>
                <a:gd name="T32" fmla="*/ 876 w 876"/>
                <a:gd name="T33" fmla="*/ 15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447">
                  <a:moveTo>
                    <a:pt x="876" y="154"/>
                  </a:moveTo>
                  <a:cubicBezTo>
                    <a:pt x="876" y="110"/>
                    <a:pt x="841" y="75"/>
                    <a:pt x="797" y="75"/>
                  </a:cubicBezTo>
                  <a:cubicBezTo>
                    <a:pt x="233" y="75"/>
                    <a:pt x="233" y="75"/>
                    <a:pt x="233" y="75"/>
                  </a:cubicBezTo>
                  <a:cubicBezTo>
                    <a:pt x="233" y="25"/>
                    <a:pt x="233" y="25"/>
                    <a:pt x="233" y="25"/>
                  </a:cubicBezTo>
                  <a:cubicBezTo>
                    <a:pt x="233" y="5"/>
                    <a:pt x="221" y="0"/>
                    <a:pt x="207" y="13"/>
                  </a:cubicBezTo>
                  <a:cubicBezTo>
                    <a:pt x="14" y="187"/>
                    <a:pt x="14" y="187"/>
                    <a:pt x="14" y="187"/>
                  </a:cubicBezTo>
                  <a:cubicBezTo>
                    <a:pt x="0" y="200"/>
                    <a:pt x="0" y="222"/>
                    <a:pt x="14" y="235"/>
                  </a:cubicBezTo>
                  <a:cubicBezTo>
                    <a:pt x="207" y="409"/>
                    <a:pt x="207" y="409"/>
                    <a:pt x="207" y="409"/>
                  </a:cubicBezTo>
                  <a:cubicBezTo>
                    <a:pt x="221" y="422"/>
                    <a:pt x="233" y="417"/>
                    <a:pt x="233" y="397"/>
                  </a:cubicBezTo>
                  <a:cubicBezTo>
                    <a:pt x="233" y="353"/>
                    <a:pt x="233" y="353"/>
                    <a:pt x="233" y="353"/>
                  </a:cubicBezTo>
                  <a:cubicBezTo>
                    <a:pt x="743" y="353"/>
                    <a:pt x="743" y="353"/>
                    <a:pt x="743" y="353"/>
                  </a:cubicBezTo>
                  <a:cubicBezTo>
                    <a:pt x="775" y="353"/>
                    <a:pt x="775" y="353"/>
                    <a:pt x="775" y="353"/>
                  </a:cubicBezTo>
                  <a:cubicBezTo>
                    <a:pt x="829" y="353"/>
                    <a:pt x="873" y="395"/>
                    <a:pt x="876" y="447"/>
                  </a:cubicBezTo>
                  <a:cubicBezTo>
                    <a:pt x="876" y="282"/>
                    <a:pt x="876" y="282"/>
                    <a:pt x="876" y="282"/>
                  </a:cubicBezTo>
                  <a:cubicBezTo>
                    <a:pt x="876" y="282"/>
                    <a:pt x="876" y="282"/>
                    <a:pt x="876" y="282"/>
                  </a:cubicBezTo>
                  <a:cubicBezTo>
                    <a:pt x="876" y="279"/>
                    <a:pt x="876" y="277"/>
                    <a:pt x="876" y="274"/>
                  </a:cubicBezTo>
                  <a:lnTo>
                    <a:pt x="876" y="154"/>
                  </a:ln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4" name="组合 93"/>
          <p:cNvGrpSpPr/>
          <p:nvPr/>
        </p:nvGrpSpPr>
        <p:grpSpPr>
          <a:xfrm>
            <a:off x="4050244" y="2394042"/>
            <a:ext cx="2378502" cy="1241451"/>
            <a:chOff x="4050244" y="1659421"/>
            <a:chExt cx="2378502" cy="1241451"/>
          </a:xfrm>
        </p:grpSpPr>
        <p:sp>
          <p:nvSpPr>
            <p:cNvPr id="9" name="Freeform 3723"/>
            <p:cNvSpPr>
              <a:spLocks/>
            </p:cNvSpPr>
            <p:nvPr/>
          </p:nvSpPr>
          <p:spPr bwMode="auto">
            <a:xfrm>
              <a:off x="4050244" y="1685836"/>
              <a:ext cx="2378502" cy="1215036"/>
            </a:xfrm>
            <a:custGeom>
              <a:avLst/>
              <a:gdLst>
                <a:gd name="T0" fmla="*/ 799 w 799"/>
                <a:gd name="T1" fmla="*/ 140 h 408"/>
                <a:gd name="T2" fmla="*/ 727 w 799"/>
                <a:gd name="T3" fmla="*/ 68 h 408"/>
                <a:gd name="T4" fmla="*/ 212 w 799"/>
                <a:gd name="T5" fmla="*/ 68 h 408"/>
                <a:gd name="T6" fmla="*/ 212 w 799"/>
                <a:gd name="T7" fmla="*/ 23 h 408"/>
                <a:gd name="T8" fmla="*/ 188 w 799"/>
                <a:gd name="T9" fmla="*/ 12 h 408"/>
                <a:gd name="T10" fmla="*/ 13 w 799"/>
                <a:gd name="T11" fmla="*/ 171 h 408"/>
                <a:gd name="T12" fmla="*/ 13 w 799"/>
                <a:gd name="T13" fmla="*/ 214 h 408"/>
                <a:gd name="T14" fmla="*/ 188 w 799"/>
                <a:gd name="T15" fmla="*/ 373 h 408"/>
                <a:gd name="T16" fmla="*/ 212 w 799"/>
                <a:gd name="T17" fmla="*/ 362 h 408"/>
                <a:gd name="T18" fmla="*/ 212 w 799"/>
                <a:gd name="T19" fmla="*/ 322 h 408"/>
                <a:gd name="T20" fmla="*/ 677 w 799"/>
                <a:gd name="T21" fmla="*/ 322 h 408"/>
                <a:gd name="T22" fmla="*/ 707 w 799"/>
                <a:gd name="T23" fmla="*/ 322 h 408"/>
                <a:gd name="T24" fmla="*/ 799 w 799"/>
                <a:gd name="T25" fmla="*/ 408 h 408"/>
                <a:gd name="T26" fmla="*/ 799 w 799"/>
                <a:gd name="T27" fmla="*/ 257 h 408"/>
                <a:gd name="T28" fmla="*/ 799 w 799"/>
                <a:gd name="T29" fmla="*/ 257 h 408"/>
                <a:gd name="T30" fmla="*/ 799 w 799"/>
                <a:gd name="T31" fmla="*/ 250 h 408"/>
                <a:gd name="T32" fmla="*/ 799 w 799"/>
                <a:gd name="T33" fmla="*/ 14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9" h="408">
                  <a:moveTo>
                    <a:pt x="799" y="140"/>
                  </a:moveTo>
                  <a:cubicBezTo>
                    <a:pt x="799" y="100"/>
                    <a:pt x="767" y="68"/>
                    <a:pt x="727" y="68"/>
                  </a:cubicBezTo>
                  <a:cubicBezTo>
                    <a:pt x="212" y="68"/>
                    <a:pt x="212" y="68"/>
                    <a:pt x="212" y="68"/>
                  </a:cubicBezTo>
                  <a:cubicBezTo>
                    <a:pt x="212" y="23"/>
                    <a:pt x="212" y="23"/>
                    <a:pt x="212" y="23"/>
                  </a:cubicBezTo>
                  <a:cubicBezTo>
                    <a:pt x="212" y="5"/>
                    <a:pt x="201" y="0"/>
                    <a:pt x="188" y="12"/>
                  </a:cubicBezTo>
                  <a:cubicBezTo>
                    <a:pt x="13" y="171"/>
                    <a:pt x="13" y="171"/>
                    <a:pt x="13" y="171"/>
                  </a:cubicBezTo>
                  <a:cubicBezTo>
                    <a:pt x="0" y="183"/>
                    <a:pt x="0" y="202"/>
                    <a:pt x="13" y="214"/>
                  </a:cubicBezTo>
                  <a:cubicBezTo>
                    <a:pt x="188" y="373"/>
                    <a:pt x="188" y="373"/>
                    <a:pt x="188" y="373"/>
                  </a:cubicBezTo>
                  <a:cubicBezTo>
                    <a:pt x="201" y="385"/>
                    <a:pt x="212" y="380"/>
                    <a:pt x="212" y="362"/>
                  </a:cubicBezTo>
                  <a:cubicBezTo>
                    <a:pt x="212" y="322"/>
                    <a:pt x="212" y="322"/>
                    <a:pt x="212" y="322"/>
                  </a:cubicBezTo>
                  <a:cubicBezTo>
                    <a:pt x="677" y="322"/>
                    <a:pt x="677" y="322"/>
                    <a:pt x="677" y="322"/>
                  </a:cubicBezTo>
                  <a:cubicBezTo>
                    <a:pt x="707" y="322"/>
                    <a:pt x="707" y="322"/>
                    <a:pt x="707" y="322"/>
                  </a:cubicBezTo>
                  <a:cubicBezTo>
                    <a:pt x="756" y="322"/>
                    <a:pt x="796" y="360"/>
                    <a:pt x="799" y="408"/>
                  </a:cubicBezTo>
                  <a:cubicBezTo>
                    <a:pt x="799" y="257"/>
                    <a:pt x="799" y="257"/>
                    <a:pt x="799" y="257"/>
                  </a:cubicBezTo>
                  <a:cubicBezTo>
                    <a:pt x="799" y="257"/>
                    <a:pt x="799" y="257"/>
                    <a:pt x="799" y="257"/>
                  </a:cubicBezTo>
                  <a:cubicBezTo>
                    <a:pt x="799" y="255"/>
                    <a:pt x="799" y="252"/>
                    <a:pt x="799" y="250"/>
                  </a:cubicBezTo>
                  <a:lnTo>
                    <a:pt x="799" y="140"/>
                  </a:lnTo>
                  <a:close/>
                </a:path>
              </a:pathLst>
            </a:custGeom>
            <a:solidFill>
              <a:schemeClr val="accent4">
                <a:lumMod val="75000"/>
              </a:schemeClr>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3724"/>
            <p:cNvSpPr>
              <a:spLocks/>
            </p:cNvSpPr>
            <p:nvPr/>
          </p:nvSpPr>
          <p:spPr bwMode="auto">
            <a:xfrm>
              <a:off x="4050244" y="1659421"/>
              <a:ext cx="2378502" cy="1213777"/>
            </a:xfrm>
            <a:custGeom>
              <a:avLst/>
              <a:gdLst>
                <a:gd name="T0" fmla="*/ 799 w 799"/>
                <a:gd name="T1" fmla="*/ 140 h 408"/>
                <a:gd name="T2" fmla="*/ 727 w 799"/>
                <a:gd name="T3" fmla="*/ 68 h 408"/>
                <a:gd name="T4" fmla="*/ 212 w 799"/>
                <a:gd name="T5" fmla="*/ 68 h 408"/>
                <a:gd name="T6" fmla="*/ 212 w 799"/>
                <a:gd name="T7" fmla="*/ 23 h 408"/>
                <a:gd name="T8" fmla="*/ 188 w 799"/>
                <a:gd name="T9" fmla="*/ 12 h 408"/>
                <a:gd name="T10" fmla="*/ 13 w 799"/>
                <a:gd name="T11" fmla="*/ 171 h 408"/>
                <a:gd name="T12" fmla="*/ 13 w 799"/>
                <a:gd name="T13" fmla="*/ 214 h 408"/>
                <a:gd name="T14" fmla="*/ 188 w 799"/>
                <a:gd name="T15" fmla="*/ 373 h 408"/>
                <a:gd name="T16" fmla="*/ 212 w 799"/>
                <a:gd name="T17" fmla="*/ 362 h 408"/>
                <a:gd name="T18" fmla="*/ 212 w 799"/>
                <a:gd name="T19" fmla="*/ 322 h 408"/>
                <a:gd name="T20" fmla="*/ 677 w 799"/>
                <a:gd name="T21" fmla="*/ 322 h 408"/>
                <a:gd name="T22" fmla="*/ 707 w 799"/>
                <a:gd name="T23" fmla="*/ 322 h 408"/>
                <a:gd name="T24" fmla="*/ 799 w 799"/>
                <a:gd name="T25" fmla="*/ 408 h 408"/>
                <a:gd name="T26" fmla="*/ 799 w 799"/>
                <a:gd name="T27" fmla="*/ 257 h 408"/>
                <a:gd name="T28" fmla="*/ 799 w 799"/>
                <a:gd name="T29" fmla="*/ 257 h 408"/>
                <a:gd name="T30" fmla="*/ 799 w 799"/>
                <a:gd name="T31" fmla="*/ 250 h 408"/>
                <a:gd name="T32" fmla="*/ 799 w 799"/>
                <a:gd name="T33" fmla="*/ 14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9" h="408">
                  <a:moveTo>
                    <a:pt x="799" y="140"/>
                  </a:moveTo>
                  <a:cubicBezTo>
                    <a:pt x="799" y="100"/>
                    <a:pt x="767" y="68"/>
                    <a:pt x="727" y="68"/>
                  </a:cubicBezTo>
                  <a:cubicBezTo>
                    <a:pt x="212" y="68"/>
                    <a:pt x="212" y="68"/>
                    <a:pt x="212" y="68"/>
                  </a:cubicBezTo>
                  <a:cubicBezTo>
                    <a:pt x="212" y="23"/>
                    <a:pt x="212" y="23"/>
                    <a:pt x="212" y="23"/>
                  </a:cubicBezTo>
                  <a:cubicBezTo>
                    <a:pt x="212" y="5"/>
                    <a:pt x="201" y="0"/>
                    <a:pt x="188" y="12"/>
                  </a:cubicBezTo>
                  <a:cubicBezTo>
                    <a:pt x="13" y="171"/>
                    <a:pt x="13" y="171"/>
                    <a:pt x="13" y="171"/>
                  </a:cubicBezTo>
                  <a:cubicBezTo>
                    <a:pt x="0" y="183"/>
                    <a:pt x="0" y="202"/>
                    <a:pt x="13" y="214"/>
                  </a:cubicBezTo>
                  <a:cubicBezTo>
                    <a:pt x="188" y="373"/>
                    <a:pt x="188" y="373"/>
                    <a:pt x="188" y="373"/>
                  </a:cubicBezTo>
                  <a:cubicBezTo>
                    <a:pt x="201" y="385"/>
                    <a:pt x="212" y="380"/>
                    <a:pt x="212" y="362"/>
                  </a:cubicBezTo>
                  <a:cubicBezTo>
                    <a:pt x="212" y="322"/>
                    <a:pt x="212" y="322"/>
                    <a:pt x="212" y="322"/>
                  </a:cubicBezTo>
                  <a:cubicBezTo>
                    <a:pt x="677" y="322"/>
                    <a:pt x="677" y="322"/>
                    <a:pt x="677" y="322"/>
                  </a:cubicBezTo>
                  <a:cubicBezTo>
                    <a:pt x="707" y="322"/>
                    <a:pt x="707" y="322"/>
                    <a:pt x="707" y="322"/>
                  </a:cubicBezTo>
                  <a:cubicBezTo>
                    <a:pt x="756" y="322"/>
                    <a:pt x="796" y="360"/>
                    <a:pt x="799" y="408"/>
                  </a:cubicBezTo>
                  <a:cubicBezTo>
                    <a:pt x="799" y="257"/>
                    <a:pt x="799" y="257"/>
                    <a:pt x="799" y="257"/>
                  </a:cubicBezTo>
                  <a:cubicBezTo>
                    <a:pt x="799" y="257"/>
                    <a:pt x="799" y="257"/>
                    <a:pt x="799" y="257"/>
                  </a:cubicBezTo>
                  <a:cubicBezTo>
                    <a:pt x="799" y="254"/>
                    <a:pt x="799" y="252"/>
                    <a:pt x="799" y="250"/>
                  </a:cubicBezTo>
                  <a:lnTo>
                    <a:pt x="799" y="140"/>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1" name="组合 100"/>
          <p:cNvGrpSpPr/>
          <p:nvPr/>
        </p:nvGrpSpPr>
        <p:grpSpPr>
          <a:xfrm>
            <a:off x="3359712" y="3295884"/>
            <a:ext cx="3069033" cy="1601181"/>
            <a:chOff x="3359712" y="2561263"/>
            <a:chExt cx="3069033" cy="1601181"/>
          </a:xfrm>
        </p:grpSpPr>
        <p:sp>
          <p:nvSpPr>
            <p:cNvPr id="15" name="Freeform 3729"/>
            <p:cNvSpPr>
              <a:spLocks/>
            </p:cNvSpPr>
            <p:nvPr/>
          </p:nvSpPr>
          <p:spPr bwMode="auto">
            <a:xfrm>
              <a:off x="3359712" y="2593967"/>
              <a:ext cx="3069033" cy="1568477"/>
            </a:xfrm>
            <a:custGeom>
              <a:avLst/>
              <a:gdLst>
                <a:gd name="T0" fmla="*/ 1031 w 1031"/>
                <a:gd name="T1" fmla="*/ 181 h 527"/>
                <a:gd name="T2" fmla="*/ 938 w 1031"/>
                <a:gd name="T3" fmla="*/ 88 h 527"/>
                <a:gd name="T4" fmla="*/ 274 w 1031"/>
                <a:gd name="T5" fmla="*/ 88 h 527"/>
                <a:gd name="T6" fmla="*/ 274 w 1031"/>
                <a:gd name="T7" fmla="*/ 30 h 527"/>
                <a:gd name="T8" fmla="*/ 243 w 1031"/>
                <a:gd name="T9" fmla="*/ 16 h 527"/>
                <a:gd name="T10" fmla="*/ 17 w 1031"/>
                <a:gd name="T11" fmla="*/ 221 h 527"/>
                <a:gd name="T12" fmla="*/ 17 w 1031"/>
                <a:gd name="T13" fmla="*/ 277 h 527"/>
                <a:gd name="T14" fmla="*/ 243 w 1031"/>
                <a:gd name="T15" fmla="*/ 482 h 527"/>
                <a:gd name="T16" fmla="*/ 274 w 1031"/>
                <a:gd name="T17" fmla="*/ 468 h 527"/>
                <a:gd name="T18" fmla="*/ 274 w 1031"/>
                <a:gd name="T19" fmla="*/ 416 h 527"/>
                <a:gd name="T20" fmla="*/ 874 w 1031"/>
                <a:gd name="T21" fmla="*/ 416 h 527"/>
                <a:gd name="T22" fmla="*/ 912 w 1031"/>
                <a:gd name="T23" fmla="*/ 416 h 527"/>
                <a:gd name="T24" fmla="*/ 1031 w 1031"/>
                <a:gd name="T25" fmla="*/ 527 h 527"/>
                <a:gd name="T26" fmla="*/ 1031 w 1031"/>
                <a:gd name="T27" fmla="*/ 332 h 527"/>
                <a:gd name="T28" fmla="*/ 1031 w 1031"/>
                <a:gd name="T29" fmla="*/ 332 h 527"/>
                <a:gd name="T30" fmla="*/ 1031 w 1031"/>
                <a:gd name="T31" fmla="*/ 323 h 527"/>
                <a:gd name="T32" fmla="*/ 1031 w 1031"/>
                <a:gd name="T33" fmla="*/ 18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1" h="527">
                  <a:moveTo>
                    <a:pt x="1031" y="181"/>
                  </a:moveTo>
                  <a:cubicBezTo>
                    <a:pt x="1031" y="130"/>
                    <a:pt x="990" y="88"/>
                    <a:pt x="938" y="88"/>
                  </a:cubicBezTo>
                  <a:cubicBezTo>
                    <a:pt x="274" y="88"/>
                    <a:pt x="274" y="88"/>
                    <a:pt x="274" y="88"/>
                  </a:cubicBezTo>
                  <a:cubicBezTo>
                    <a:pt x="274" y="30"/>
                    <a:pt x="274" y="30"/>
                    <a:pt x="274" y="30"/>
                  </a:cubicBezTo>
                  <a:cubicBezTo>
                    <a:pt x="274" y="7"/>
                    <a:pt x="260" y="0"/>
                    <a:pt x="243" y="16"/>
                  </a:cubicBezTo>
                  <a:cubicBezTo>
                    <a:pt x="17" y="221"/>
                    <a:pt x="17" y="221"/>
                    <a:pt x="17" y="221"/>
                  </a:cubicBezTo>
                  <a:cubicBezTo>
                    <a:pt x="0" y="236"/>
                    <a:pt x="0" y="261"/>
                    <a:pt x="17" y="277"/>
                  </a:cubicBezTo>
                  <a:cubicBezTo>
                    <a:pt x="243" y="482"/>
                    <a:pt x="243" y="482"/>
                    <a:pt x="243" y="482"/>
                  </a:cubicBezTo>
                  <a:cubicBezTo>
                    <a:pt x="260" y="497"/>
                    <a:pt x="274" y="491"/>
                    <a:pt x="274" y="468"/>
                  </a:cubicBezTo>
                  <a:cubicBezTo>
                    <a:pt x="274" y="416"/>
                    <a:pt x="274" y="416"/>
                    <a:pt x="274" y="416"/>
                  </a:cubicBezTo>
                  <a:cubicBezTo>
                    <a:pt x="874" y="416"/>
                    <a:pt x="874" y="416"/>
                    <a:pt x="874" y="416"/>
                  </a:cubicBezTo>
                  <a:cubicBezTo>
                    <a:pt x="912" y="416"/>
                    <a:pt x="912" y="416"/>
                    <a:pt x="912" y="416"/>
                  </a:cubicBezTo>
                  <a:cubicBezTo>
                    <a:pt x="975" y="416"/>
                    <a:pt x="1027" y="465"/>
                    <a:pt x="1031" y="527"/>
                  </a:cubicBezTo>
                  <a:cubicBezTo>
                    <a:pt x="1031" y="332"/>
                    <a:pt x="1031" y="332"/>
                    <a:pt x="1031" y="332"/>
                  </a:cubicBezTo>
                  <a:cubicBezTo>
                    <a:pt x="1031" y="332"/>
                    <a:pt x="1031" y="332"/>
                    <a:pt x="1031" y="332"/>
                  </a:cubicBezTo>
                  <a:cubicBezTo>
                    <a:pt x="1031" y="329"/>
                    <a:pt x="1031" y="326"/>
                    <a:pt x="1031" y="323"/>
                  </a:cubicBezTo>
                  <a:lnTo>
                    <a:pt x="1031" y="181"/>
                  </a:lnTo>
                  <a:close/>
                </a:path>
              </a:pathLst>
            </a:custGeom>
            <a:solidFill>
              <a:schemeClr val="accent2">
                <a:lumMod val="75000"/>
              </a:schemeClr>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3730"/>
            <p:cNvSpPr>
              <a:spLocks/>
            </p:cNvSpPr>
            <p:nvPr/>
          </p:nvSpPr>
          <p:spPr bwMode="auto">
            <a:xfrm>
              <a:off x="3359712" y="2561263"/>
              <a:ext cx="3069033" cy="1565963"/>
            </a:xfrm>
            <a:custGeom>
              <a:avLst/>
              <a:gdLst>
                <a:gd name="T0" fmla="*/ 1031 w 1031"/>
                <a:gd name="T1" fmla="*/ 180 h 526"/>
                <a:gd name="T2" fmla="*/ 938 w 1031"/>
                <a:gd name="T3" fmla="*/ 87 h 526"/>
                <a:gd name="T4" fmla="*/ 274 w 1031"/>
                <a:gd name="T5" fmla="*/ 87 h 526"/>
                <a:gd name="T6" fmla="*/ 274 w 1031"/>
                <a:gd name="T7" fmla="*/ 29 h 526"/>
                <a:gd name="T8" fmla="*/ 243 w 1031"/>
                <a:gd name="T9" fmla="*/ 15 h 526"/>
                <a:gd name="T10" fmla="*/ 17 w 1031"/>
                <a:gd name="T11" fmla="*/ 220 h 526"/>
                <a:gd name="T12" fmla="*/ 17 w 1031"/>
                <a:gd name="T13" fmla="*/ 276 h 526"/>
                <a:gd name="T14" fmla="*/ 243 w 1031"/>
                <a:gd name="T15" fmla="*/ 481 h 526"/>
                <a:gd name="T16" fmla="*/ 274 w 1031"/>
                <a:gd name="T17" fmla="*/ 467 h 526"/>
                <a:gd name="T18" fmla="*/ 274 w 1031"/>
                <a:gd name="T19" fmla="*/ 415 h 526"/>
                <a:gd name="T20" fmla="*/ 874 w 1031"/>
                <a:gd name="T21" fmla="*/ 415 h 526"/>
                <a:gd name="T22" fmla="*/ 912 w 1031"/>
                <a:gd name="T23" fmla="*/ 415 h 526"/>
                <a:gd name="T24" fmla="*/ 1031 w 1031"/>
                <a:gd name="T25" fmla="*/ 526 h 526"/>
                <a:gd name="T26" fmla="*/ 1031 w 1031"/>
                <a:gd name="T27" fmla="*/ 331 h 526"/>
                <a:gd name="T28" fmla="*/ 1031 w 1031"/>
                <a:gd name="T29" fmla="*/ 331 h 526"/>
                <a:gd name="T30" fmla="*/ 1031 w 1031"/>
                <a:gd name="T31" fmla="*/ 322 h 526"/>
                <a:gd name="T32" fmla="*/ 1031 w 1031"/>
                <a:gd name="T33" fmla="*/ 180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1" h="526">
                  <a:moveTo>
                    <a:pt x="1031" y="180"/>
                  </a:moveTo>
                  <a:cubicBezTo>
                    <a:pt x="1031" y="129"/>
                    <a:pt x="990" y="87"/>
                    <a:pt x="938" y="87"/>
                  </a:cubicBezTo>
                  <a:cubicBezTo>
                    <a:pt x="274" y="87"/>
                    <a:pt x="274" y="87"/>
                    <a:pt x="274" y="87"/>
                  </a:cubicBezTo>
                  <a:cubicBezTo>
                    <a:pt x="274" y="29"/>
                    <a:pt x="274" y="29"/>
                    <a:pt x="274" y="29"/>
                  </a:cubicBezTo>
                  <a:cubicBezTo>
                    <a:pt x="274" y="6"/>
                    <a:pt x="260" y="0"/>
                    <a:pt x="243" y="15"/>
                  </a:cubicBezTo>
                  <a:cubicBezTo>
                    <a:pt x="17" y="220"/>
                    <a:pt x="17" y="220"/>
                    <a:pt x="17" y="220"/>
                  </a:cubicBezTo>
                  <a:cubicBezTo>
                    <a:pt x="0" y="235"/>
                    <a:pt x="0" y="261"/>
                    <a:pt x="17" y="276"/>
                  </a:cubicBezTo>
                  <a:cubicBezTo>
                    <a:pt x="243" y="481"/>
                    <a:pt x="243" y="481"/>
                    <a:pt x="243" y="481"/>
                  </a:cubicBezTo>
                  <a:cubicBezTo>
                    <a:pt x="260" y="496"/>
                    <a:pt x="274" y="490"/>
                    <a:pt x="274" y="467"/>
                  </a:cubicBezTo>
                  <a:cubicBezTo>
                    <a:pt x="274" y="415"/>
                    <a:pt x="274" y="415"/>
                    <a:pt x="274" y="415"/>
                  </a:cubicBezTo>
                  <a:cubicBezTo>
                    <a:pt x="874" y="415"/>
                    <a:pt x="874" y="415"/>
                    <a:pt x="874" y="415"/>
                  </a:cubicBezTo>
                  <a:cubicBezTo>
                    <a:pt x="912" y="415"/>
                    <a:pt x="912" y="415"/>
                    <a:pt x="912" y="415"/>
                  </a:cubicBezTo>
                  <a:cubicBezTo>
                    <a:pt x="975" y="415"/>
                    <a:pt x="1027" y="464"/>
                    <a:pt x="1031" y="526"/>
                  </a:cubicBezTo>
                  <a:cubicBezTo>
                    <a:pt x="1031" y="331"/>
                    <a:pt x="1031" y="331"/>
                    <a:pt x="1031" y="331"/>
                  </a:cubicBezTo>
                  <a:cubicBezTo>
                    <a:pt x="1031" y="331"/>
                    <a:pt x="1031" y="331"/>
                    <a:pt x="1031" y="331"/>
                  </a:cubicBezTo>
                  <a:cubicBezTo>
                    <a:pt x="1031" y="328"/>
                    <a:pt x="1031" y="325"/>
                    <a:pt x="1031" y="322"/>
                  </a:cubicBezTo>
                  <a:lnTo>
                    <a:pt x="1031" y="180"/>
                  </a:lnTo>
                  <a:close/>
                </a:path>
              </a:pathLst>
            </a:custGeom>
            <a:solidFill>
              <a:schemeClr val="accent2"/>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7" name="组合 96"/>
          <p:cNvGrpSpPr/>
          <p:nvPr/>
        </p:nvGrpSpPr>
        <p:grpSpPr>
          <a:xfrm>
            <a:off x="6428745" y="4087043"/>
            <a:ext cx="2606163" cy="1360941"/>
            <a:chOff x="6428745" y="3352422"/>
            <a:chExt cx="2606163" cy="1360941"/>
          </a:xfrm>
        </p:grpSpPr>
        <p:sp>
          <p:nvSpPr>
            <p:cNvPr id="18" name="Freeform 3732"/>
            <p:cNvSpPr>
              <a:spLocks/>
            </p:cNvSpPr>
            <p:nvPr/>
          </p:nvSpPr>
          <p:spPr bwMode="auto">
            <a:xfrm>
              <a:off x="6428745" y="3382609"/>
              <a:ext cx="2606163" cy="1330754"/>
            </a:xfrm>
            <a:custGeom>
              <a:avLst/>
              <a:gdLst>
                <a:gd name="T0" fmla="*/ 0 w 876"/>
                <a:gd name="T1" fmla="*/ 154 h 447"/>
                <a:gd name="T2" fmla="*/ 79 w 876"/>
                <a:gd name="T3" fmla="*/ 75 h 447"/>
                <a:gd name="T4" fmla="*/ 643 w 876"/>
                <a:gd name="T5" fmla="*/ 75 h 447"/>
                <a:gd name="T6" fmla="*/ 643 w 876"/>
                <a:gd name="T7" fmla="*/ 25 h 447"/>
                <a:gd name="T8" fmla="*/ 670 w 876"/>
                <a:gd name="T9" fmla="*/ 13 h 447"/>
                <a:gd name="T10" fmla="*/ 862 w 876"/>
                <a:gd name="T11" fmla="*/ 187 h 447"/>
                <a:gd name="T12" fmla="*/ 862 w 876"/>
                <a:gd name="T13" fmla="*/ 235 h 447"/>
                <a:gd name="T14" fmla="*/ 670 w 876"/>
                <a:gd name="T15" fmla="*/ 409 h 447"/>
                <a:gd name="T16" fmla="*/ 643 w 876"/>
                <a:gd name="T17" fmla="*/ 397 h 447"/>
                <a:gd name="T18" fmla="*/ 643 w 876"/>
                <a:gd name="T19" fmla="*/ 353 h 447"/>
                <a:gd name="T20" fmla="*/ 134 w 876"/>
                <a:gd name="T21" fmla="*/ 353 h 447"/>
                <a:gd name="T22" fmla="*/ 101 w 876"/>
                <a:gd name="T23" fmla="*/ 353 h 447"/>
                <a:gd name="T24" fmla="*/ 0 w 876"/>
                <a:gd name="T25" fmla="*/ 447 h 447"/>
                <a:gd name="T26" fmla="*/ 0 w 876"/>
                <a:gd name="T27" fmla="*/ 282 h 447"/>
                <a:gd name="T28" fmla="*/ 1 w 876"/>
                <a:gd name="T29" fmla="*/ 282 h 447"/>
                <a:gd name="T30" fmla="*/ 0 w 876"/>
                <a:gd name="T31" fmla="*/ 274 h 447"/>
                <a:gd name="T32" fmla="*/ 0 w 876"/>
                <a:gd name="T33" fmla="*/ 15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447">
                  <a:moveTo>
                    <a:pt x="0" y="154"/>
                  </a:moveTo>
                  <a:cubicBezTo>
                    <a:pt x="0" y="110"/>
                    <a:pt x="35" y="75"/>
                    <a:pt x="79" y="75"/>
                  </a:cubicBezTo>
                  <a:cubicBezTo>
                    <a:pt x="643" y="75"/>
                    <a:pt x="643" y="75"/>
                    <a:pt x="643" y="75"/>
                  </a:cubicBezTo>
                  <a:cubicBezTo>
                    <a:pt x="643" y="25"/>
                    <a:pt x="643" y="25"/>
                    <a:pt x="643" y="25"/>
                  </a:cubicBezTo>
                  <a:cubicBezTo>
                    <a:pt x="643" y="6"/>
                    <a:pt x="655" y="0"/>
                    <a:pt x="670" y="13"/>
                  </a:cubicBezTo>
                  <a:cubicBezTo>
                    <a:pt x="862" y="187"/>
                    <a:pt x="862" y="187"/>
                    <a:pt x="862" y="187"/>
                  </a:cubicBezTo>
                  <a:cubicBezTo>
                    <a:pt x="876" y="200"/>
                    <a:pt x="876" y="222"/>
                    <a:pt x="862" y="235"/>
                  </a:cubicBezTo>
                  <a:cubicBezTo>
                    <a:pt x="670" y="409"/>
                    <a:pt x="670" y="409"/>
                    <a:pt x="670" y="409"/>
                  </a:cubicBezTo>
                  <a:cubicBezTo>
                    <a:pt x="655" y="422"/>
                    <a:pt x="643" y="417"/>
                    <a:pt x="643" y="397"/>
                  </a:cubicBezTo>
                  <a:cubicBezTo>
                    <a:pt x="643" y="353"/>
                    <a:pt x="643" y="353"/>
                    <a:pt x="643" y="353"/>
                  </a:cubicBezTo>
                  <a:cubicBezTo>
                    <a:pt x="134" y="353"/>
                    <a:pt x="134" y="353"/>
                    <a:pt x="134" y="353"/>
                  </a:cubicBezTo>
                  <a:cubicBezTo>
                    <a:pt x="101" y="353"/>
                    <a:pt x="101" y="353"/>
                    <a:pt x="101" y="353"/>
                  </a:cubicBezTo>
                  <a:cubicBezTo>
                    <a:pt x="48" y="353"/>
                    <a:pt x="4" y="395"/>
                    <a:pt x="0" y="447"/>
                  </a:cubicBezTo>
                  <a:cubicBezTo>
                    <a:pt x="0" y="282"/>
                    <a:pt x="0" y="282"/>
                    <a:pt x="0" y="282"/>
                  </a:cubicBezTo>
                  <a:cubicBezTo>
                    <a:pt x="1" y="282"/>
                    <a:pt x="1" y="282"/>
                    <a:pt x="1" y="282"/>
                  </a:cubicBezTo>
                  <a:cubicBezTo>
                    <a:pt x="0" y="279"/>
                    <a:pt x="0" y="277"/>
                    <a:pt x="0" y="274"/>
                  </a:cubicBezTo>
                  <a:lnTo>
                    <a:pt x="0" y="154"/>
                  </a:lnTo>
                  <a:close/>
                </a:path>
              </a:pathLst>
            </a:custGeom>
            <a:solidFill>
              <a:schemeClr val="accent4">
                <a:lumMod val="75000"/>
              </a:schemeClr>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3733"/>
            <p:cNvSpPr>
              <a:spLocks/>
            </p:cNvSpPr>
            <p:nvPr/>
          </p:nvSpPr>
          <p:spPr bwMode="auto">
            <a:xfrm>
              <a:off x="6428745" y="3352422"/>
              <a:ext cx="2606163" cy="1330754"/>
            </a:xfrm>
            <a:custGeom>
              <a:avLst/>
              <a:gdLst>
                <a:gd name="T0" fmla="*/ 0 w 876"/>
                <a:gd name="T1" fmla="*/ 154 h 447"/>
                <a:gd name="T2" fmla="*/ 79 w 876"/>
                <a:gd name="T3" fmla="*/ 75 h 447"/>
                <a:gd name="T4" fmla="*/ 643 w 876"/>
                <a:gd name="T5" fmla="*/ 75 h 447"/>
                <a:gd name="T6" fmla="*/ 643 w 876"/>
                <a:gd name="T7" fmla="*/ 25 h 447"/>
                <a:gd name="T8" fmla="*/ 670 w 876"/>
                <a:gd name="T9" fmla="*/ 13 h 447"/>
                <a:gd name="T10" fmla="*/ 862 w 876"/>
                <a:gd name="T11" fmla="*/ 187 h 447"/>
                <a:gd name="T12" fmla="*/ 862 w 876"/>
                <a:gd name="T13" fmla="*/ 235 h 447"/>
                <a:gd name="T14" fmla="*/ 670 w 876"/>
                <a:gd name="T15" fmla="*/ 409 h 447"/>
                <a:gd name="T16" fmla="*/ 643 w 876"/>
                <a:gd name="T17" fmla="*/ 397 h 447"/>
                <a:gd name="T18" fmla="*/ 643 w 876"/>
                <a:gd name="T19" fmla="*/ 353 h 447"/>
                <a:gd name="T20" fmla="*/ 134 w 876"/>
                <a:gd name="T21" fmla="*/ 353 h 447"/>
                <a:gd name="T22" fmla="*/ 101 w 876"/>
                <a:gd name="T23" fmla="*/ 353 h 447"/>
                <a:gd name="T24" fmla="*/ 0 w 876"/>
                <a:gd name="T25" fmla="*/ 447 h 447"/>
                <a:gd name="T26" fmla="*/ 0 w 876"/>
                <a:gd name="T27" fmla="*/ 281 h 447"/>
                <a:gd name="T28" fmla="*/ 1 w 876"/>
                <a:gd name="T29" fmla="*/ 281 h 447"/>
                <a:gd name="T30" fmla="*/ 0 w 876"/>
                <a:gd name="T31" fmla="*/ 274 h 447"/>
                <a:gd name="T32" fmla="*/ 0 w 876"/>
                <a:gd name="T33" fmla="*/ 15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447">
                  <a:moveTo>
                    <a:pt x="0" y="154"/>
                  </a:moveTo>
                  <a:cubicBezTo>
                    <a:pt x="0" y="110"/>
                    <a:pt x="35" y="75"/>
                    <a:pt x="79" y="75"/>
                  </a:cubicBezTo>
                  <a:cubicBezTo>
                    <a:pt x="643" y="75"/>
                    <a:pt x="643" y="75"/>
                    <a:pt x="643" y="75"/>
                  </a:cubicBezTo>
                  <a:cubicBezTo>
                    <a:pt x="643" y="25"/>
                    <a:pt x="643" y="25"/>
                    <a:pt x="643" y="25"/>
                  </a:cubicBezTo>
                  <a:cubicBezTo>
                    <a:pt x="643" y="5"/>
                    <a:pt x="655" y="0"/>
                    <a:pt x="670" y="13"/>
                  </a:cubicBezTo>
                  <a:cubicBezTo>
                    <a:pt x="862" y="187"/>
                    <a:pt x="862" y="187"/>
                    <a:pt x="862" y="187"/>
                  </a:cubicBezTo>
                  <a:cubicBezTo>
                    <a:pt x="876" y="200"/>
                    <a:pt x="876" y="222"/>
                    <a:pt x="862" y="235"/>
                  </a:cubicBezTo>
                  <a:cubicBezTo>
                    <a:pt x="670" y="409"/>
                    <a:pt x="670" y="409"/>
                    <a:pt x="670" y="409"/>
                  </a:cubicBezTo>
                  <a:cubicBezTo>
                    <a:pt x="655" y="422"/>
                    <a:pt x="643" y="417"/>
                    <a:pt x="643" y="397"/>
                  </a:cubicBezTo>
                  <a:cubicBezTo>
                    <a:pt x="643" y="353"/>
                    <a:pt x="643" y="353"/>
                    <a:pt x="643" y="353"/>
                  </a:cubicBezTo>
                  <a:cubicBezTo>
                    <a:pt x="134" y="353"/>
                    <a:pt x="134" y="353"/>
                    <a:pt x="134" y="353"/>
                  </a:cubicBezTo>
                  <a:cubicBezTo>
                    <a:pt x="101" y="353"/>
                    <a:pt x="101" y="353"/>
                    <a:pt x="101" y="353"/>
                  </a:cubicBezTo>
                  <a:cubicBezTo>
                    <a:pt x="48" y="353"/>
                    <a:pt x="4" y="395"/>
                    <a:pt x="0" y="447"/>
                  </a:cubicBezTo>
                  <a:cubicBezTo>
                    <a:pt x="0" y="281"/>
                    <a:pt x="0" y="281"/>
                    <a:pt x="0" y="281"/>
                  </a:cubicBezTo>
                  <a:cubicBezTo>
                    <a:pt x="1" y="281"/>
                    <a:pt x="1" y="281"/>
                    <a:pt x="1" y="281"/>
                  </a:cubicBezTo>
                  <a:cubicBezTo>
                    <a:pt x="0" y="279"/>
                    <a:pt x="0" y="276"/>
                    <a:pt x="0" y="274"/>
                  </a:cubicBezTo>
                  <a:lnTo>
                    <a:pt x="0" y="154"/>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5" name="组合 94"/>
          <p:cNvGrpSpPr/>
          <p:nvPr/>
        </p:nvGrpSpPr>
        <p:grpSpPr>
          <a:xfrm>
            <a:off x="6428745" y="1929915"/>
            <a:ext cx="2381016" cy="1241449"/>
            <a:chOff x="6428745" y="1195294"/>
            <a:chExt cx="2381016" cy="1241449"/>
          </a:xfrm>
        </p:grpSpPr>
        <p:sp>
          <p:nvSpPr>
            <p:cNvPr id="21" name="Freeform 3735"/>
            <p:cNvSpPr>
              <a:spLocks/>
            </p:cNvSpPr>
            <p:nvPr/>
          </p:nvSpPr>
          <p:spPr bwMode="auto">
            <a:xfrm>
              <a:off x="6428745" y="1221707"/>
              <a:ext cx="2381016" cy="1215036"/>
            </a:xfrm>
            <a:custGeom>
              <a:avLst/>
              <a:gdLst>
                <a:gd name="T0" fmla="*/ 0 w 800"/>
                <a:gd name="T1" fmla="*/ 140 h 408"/>
                <a:gd name="T2" fmla="*/ 72 w 800"/>
                <a:gd name="T3" fmla="*/ 68 h 408"/>
                <a:gd name="T4" fmla="*/ 587 w 800"/>
                <a:gd name="T5" fmla="*/ 68 h 408"/>
                <a:gd name="T6" fmla="*/ 587 w 800"/>
                <a:gd name="T7" fmla="*/ 23 h 408"/>
                <a:gd name="T8" fmla="*/ 611 w 800"/>
                <a:gd name="T9" fmla="*/ 12 h 408"/>
                <a:gd name="T10" fmla="*/ 786 w 800"/>
                <a:gd name="T11" fmla="*/ 171 h 408"/>
                <a:gd name="T12" fmla="*/ 786 w 800"/>
                <a:gd name="T13" fmla="*/ 214 h 408"/>
                <a:gd name="T14" fmla="*/ 611 w 800"/>
                <a:gd name="T15" fmla="*/ 373 h 408"/>
                <a:gd name="T16" fmla="*/ 587 w 800"/>
                <a:gd name="T17" fmla="*/ 362 h 408"/>
                <a:gd name="T18" fmla="*/ 587 w 800"/>
                <a:gd name="T19" fmla="*/ 322 h 408"/>
                <a:gd name="T20" fmla="*/ 122 w 800"/>
                <a:gd name="T21" fmla="*/ 322 h 408"/>
                <a:gd name="T22" fmla="*/ 92 w 800"/>
                <a:gd name="T23" fmla="*/ 322 h 408"/>
                <a:gd name="T24" fmla="*/ 0 w 800"/>
                <a:gd name="T25" fmla="*/ 408 h 408"/>
                <a:gd name="T26" fmla="*/ 0 w 800"/>
                <a:gd name="T27" fmla="*/ 257 h 408"/>
                <a:gd name="T28" fmla="*/ 0 w 800"/>
                <a:gd name="T29" fmla="*/ 257 h 408"/>
                <a:gd name="T30" fmla="*/ 0 w 800"/>
                <a:gd name="T31" fmla="*/ 250 h 408"/>
                <a:gd name="T32" fmla="*/ 0 w 800"/>
                <a:gd name="T33" fmla="*/ 14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408">
                  <a:moveTo>
                    <a:pt x="0" y="140"/>
                  </a:moveTo>
                  <a:cubicBezTo>
                    <a:pt x="0" y="100"/>
                    <a:pt x="32" y="68"/>
                    <a:pt x="72" y="68"/>
                  </a:cubicBezTo>
                  <a:cubicBezTo>
                    <a:pt x="587" y="68"/>
                    <a:pt x="587" y="68"/>
                    <a:pt x="587" y="68"/>
                  </a:cubicBezTo>
                  <a:cubicBezTo>
                    <a:pt x="587" y="23"/>
                    <a:pt x="587" y="23"/>
                    <a:pt x="587" y="23"/>
                  </a:cubicBezTo>
                  <a:cubicBezTo>
                    <a:pt x="587" y="5"/>
                    <a:pt x="598" y="0"/>
                    <a:pt x="611" y="12"/>
                  </a:cubicBezTo>
                  <a:cubicBezTo>
                    <a:pt x="786" y="171"/>
                    <a:pt x="786" y="171"/>
                    <a:pt x="786" y="171"/>
                  </a:cubicBezTo>
                  <a:cubicBezTo>
                    <a:pt x="800" y="183"/>
                    <a:pt x="800" y="202"/>
                    <a:pt x="786" y="214"/>
                  </a:cubicBezTo>
                  <a:cubicBezTo>
                    <a:pt x="611" y="373"/>
                    <a:pt x="611" y="373"/>
                    <a:pt x="611" y="373"/>
                  </a:cubicBezTo>
                  <a:cubicBezTo>
                    <a:pt x="598" y="385"/>
                    <a:pt x="587" y="380"/>
                    <a:pt x="587" y="362"/>
                  </a:cubicBezTo>
                  <a:cubicBezTo>
                    <a:pt x="587" y="322"/>
                    <a:pt x="587" y="322"/>
                    <a:pt x="587" y="322"/>
                  </a:cubicBezTo>
                  <a:cubicBezTo>
                    <a:pt x="122" y="322"/>
                    <a:pt x="122" y="322"/>
                    <a:pt x="122" y="322"/>
                  </a:cubicBezTo>
                  <a:cubicBezTo>
                    <a:pt x="92" y="322"/>
                    <a:pt x="92" y="322"/>
                    <a:pt x="92" y="322"/>
                  </a:cubicBezTo>
                  <a:cubicBezTo>
                    <a:pt x="43" y="322"/>
                    <a:pt x="3" y="360"/>
                    <a:pt x="0" y="408"/>
                  </a:cubicBezTo>
                  <a:cubicBezTo>
                    <a:pt x="0" y="257"/>
                    <a:pt x="0" y="257"/>
                    <a:pt x="0" y="257"/>
                  </a:cubicBezTo>
                  <a:cubicBezTo>
                    <a:pt x="0" y="257"/>
                    <a:pt x="0" y="257"/>
                    <a:pt x="0" y="257"/>
                  </a:cubicBezTo>
                  <a:cubicBezTo>
                    <a:pt x="0" y="255"/>
                    <a:pt x="0" y="252"/>
                    <a:pt x="0" y="250"/>
                  </a:cubicBezTo>
                  <a:lnTo>
                    <a:pt x="0" y="140"/>
                  </a:lnTo>
                  <a:close/>
                </a:path>
              </a:pathLst>
            </a:custGeom>
            <a:solidFill>
              <a:schemeClr val="accent3">
                <a:lumMod val="75000"/>
              </a:schemeClr>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3736"/>
            <p:cNvSpPr>
              <a:spLocks/>
            </p:cNvSpPr>
            <p:nvPr/>
          </p:nvSpPr>
          <p:spPr bwMode="auto">
            <a:xfrm>
              <a:off x="6428745" y="1195294"/>
              <a:ext cx="2381016" cy="1213777"/>
            </a:xfrm>
            <a:custGeom>
              <a:avLst/>
              <a:gdLst>
                <a:gd name="T0" fmla="*/ 0 w 800"/>
                <a:gd name="T1" fmla="*/ 140 h 408"/>
                <a:gd name="T2" fmla="*/ 72 w 800"/>
                <a:gd name="T3" fmla="*/ 68 h 408"/>
                <a:gd name="T4" fmla="*/ 587 w 800"/>
                <a:gd name="T5" fmla="*/ 68 h 408"/>
                <a:gd name="T6" fmla="*/ 587 w 800"/>
                <a:gd name="T7" fmla="*/ 23 h 408"/>
                <a:gd name="T8" fmla="*/ 611 w 800"/>
                <a:gd name="T9" fmla="*/ 12 h 408"/>
                <a:gd name="T10" fmla="*/ 786 w 800"/>
                <a:gd name="T11" fmla="*/ 171 h 408"/>
                <a:gd name="T12" fmla="*/ 786 w 800"/>
                <a:gd name="T13" fmla="*/ 214 h 408"/>
                <a:gd name="T14" fmla="*/ 611 w 800"/>
                <a:gd name="T15" fmla="*/ 373 h 408"/>
                <a:gd name="T16" fmla="*/ 587 w 800"/>
                <a:gd name="T17" fmla="*/ 362 h 408"/>
                <a:gd name="T18" fmla="*/ 587 w 800"/>
                <a:gd name="T19" fmla="*/ 322 h 408"/>
                <a:gd name="T20" fmla="*/ 122 w 800"/>
                <a:gd name="T21" fmla="*/ 322 h 408"/>
                <a:gd name="T22" fmla="*/ 92 w 800"/>
                <a:gd name="T23" fmla="*/ 322 h 408"/>
                <a:gd name="T24" fmla="*/ 0 w 800"/>
                <a:gd name="T25" fmla="*/ 408 h 408"/>
                <a:gd name="T26" fmla="*/ 0 w 800"/>
                <a:gd name="T27" fmla="*/ 257 h 408"/>
                <a:gd name="T28" fmla="*/ 0 w 800"/>
                <a:gd name="T29" fmla="*/ 257 h 408"/>
                <a:gd name="T30" fmla="*/ 0 w 800"/>
                <a:gd name="T31" fmla="*/ 250 h 408"/>
                <a:gd name="T32" fmla="*/ 0 w 800"/>
                <a:gd name="T33" fmla="*/ 14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408">
                  <a:moveTo>
                    <a:pt x="0" y="140"/>
                  </a:moveTo>
                  <a:cubicBezTo>
                    <a:pt x="0" y="100"/>
                    <a:pt x="32" y="68"/>
                    <a:pt x="72" y="68"/>
                  </a:cubicBezTo>
                  <a:cubicBezTo>
                    <a:pt x="587" y="68"/>
                    <a:pt x="587" y="68"/>
                    <a:pt x="587" y="68"/>
                  </a:cubicBezTo>
                  <a:cubicBezTo>
                    <a:pt x="587" y="23"/>
                    <a:pt x="587" y="23"/>
                    <a:pt x="587" y="23"/>
                  </a:cubicBezTo>
                  <a:cubicBezTo>
                    <a:pt x="587" y="5"/>
                    <a:pt x="598" y="0"/>
                    <a:pt x="611" y="12"/>
                  </a:cubicBezTo>
                  <a:cubicBezTo>
                    <a:pt x="786" y="171"/>
                    <a:pt x="786" y="171"/>
                    <a:pt x="786" y="171"/>
                  </a:cubicBezTo>
                  <a:cubicBezTo>
                    <a:pt x="800" y="183"/>
                    <a:pt x="800" y="202"/>
                    <a:pt x="786" y="214"/>
                  </a:cubicBezTo>
                  <a:cubicBezTo>
                    <a:pt x="611" y="373"/>
                    <a:pt x="611" y="373"/>
                    <a:pt x="611" y="373"/>
                  </a:cubicBezTo>
                  <a:cubicBezTo>
                    <a:pt x="598" y="385"/>
                    <a:pt x="587" y="380"/>
                    <a:pt x="587" y="362"/>
                  </a:cubicBezTo>
                  <a:cubicBezTo>
                    <a:pt x="587" y="322"/>
                    <a:pt x="587" y="322"/>
                    <a:pt x="587" y="322"/>
                  </a:cubicBezTo>
                  <a:cubicBezTo>
                    <a:pt x="122" y="322"/>
                    <a:pt x="122" y="322"/>
                    <a:pt x="122" y="322"/>
                  </a:cubicBezTo>
                  <a:cubicBezTo>
                    <a:pt x="92" y="322"/>
                    <a:pt x="92" y="322"/>
                    <a:pt x="92" y="322"/>
                  </a:cubicBezTo>
                  <a:cubicBezTo>
                    <a:pt x="43" y="322"/>
                    <a:pt x="3" y="360"/>
                    <a:pt x="0" y="408"/>
                  </a:cubicBezTo>
                  <a:cubicBezTo>
                    <a:pt x="0" y="257"/>
                    <a:pt x="0" y="257"/>
                    <a:pt x="0" y="257"/>
                  </a:cubicBezTo>
                  <a:cubicBezTo>
                    <a:pt x="0" y="257"/>
                    <a:pt x="0" y="257"/>
                    <a:pt x="0" y="257"/>
                  </a:cubicBezTo>
                  <a:cubicBezTo>
                    <a:pt x="0" y="254"/>
                    <a:pt x="0" y="252"/>
                    <a:pt x="0" y="250"/>
                  </a:cubicBezTo>
                  <a:lnTo>
                    <a:pt x="0" y="140"/>
                  </a:ln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6" name="组合 95"/>
          <p:cNvGrpSpPr/>
          <p:nvPr/>
        </p:nvGrpSpPr>
        <p:grpSpPr>
          <a:xfrm>
            <a:off x="6428747" y="2831757"/>
            <a:ext cx="3070292" cy="1601181"/>
            <a:chOff x="6428747" y="2097136"/>
            <a:chExt cx="3070292" cy="1601181"/>
          </a:xfrm>
        </p:grpSpPr>
        <p:sp>
          <p:nvSpPr>
            <p:cNvPr id="27" name="Freeform 3741"/>
            <p:cNvSpPr>
              <a:spLocks/>
            </p:cNvSpPr>
            <p:nvPr/>
          </p:nvSpPr>
          <p:spPr bwMode="auto">
            <a:xfrm>
              <a:off x="6428747" y="2129840"/>
              <a:ext cx="3070292" cy="1568477"/>
            </a:xfrm>
            <a:custGeom>
              <a:avLst/>
              <a:gdLst>
                <a:gd name="T0" fmla="*/ 0 w 1032"/>
                <a:gd name="T1" fmla="*/ 181 h 527"/>
                <a:gd name="T2" fmla="*/ 93 w 1032"/>
                <a:gd name="T3" fmla="*/ 88 h 527"/>
                <a:gd name="T4" fmla="*/ 757 w 1032"/>
                <a:gd name="T5" fmla="*/ 88 h 527"/>
                <a:gd name="T6" fmla="*/ 757 w 1032"/>
                <a:gd name="T7" fmla="*/ 30 h 527"/>
                <a:gd name="T8" fmla="*/ 788 w 1032"/>
                <a:gd name="T9" fmla="*/ 16 h 527"/>
                <a:gd name="T10" fmla="*/ 1014 w 1032"/>
                <a:gd name="T11" fmla="*/ 221 h 527"/>
                <a:gd name="T12" fmla="*/ 1014 w 1032"/>
                <a:gd name="T13" fmla="*/ 277 h 527"/>
                <a:gd name="T14" fmla="*/ 788 w 1032"/>
                <a:gd name="T15" fmla="*/ 482 h 527"/>
                <a:gd name="T16" fmla="*/ 757 w 1032"/>
                <a:gd name="T17" fmla="*/ 468 h 527"/>
                <a:gd name="T18" fmla="*/ 757 w 1032"/>
                <a:gd name="T19" fmla="*/ 416 h 527"/>
                <a:gd name="T20" fmla="*/ 157 w 1032"/>
                <a:gd name="T21" fmla="*/ 416 h 527"/>
                <a:gd name="T22" fmla="*/ 119 w 1032"/>
                <a:gd name="T23" fmla="*/ 416 h 527"/>
                <a:gd name="T24" fmla="*/ 0 w 1032"/>
                <a:gd name="T25" fmla="*/ 527 h 527"/>
                <a:gd name="T26" fmla="*/ 0 w 1032"/>
                <a:gd name="T27" fmla="*/ 332 h 527"/>
                <a:gd name="T28" fmla="*/ 1 w 1032"/>
                <a:gd name="T29" fmla="*/ 332 h 527"/>
                <a:gd name="T30" fmla="*/ 0 w 1032"/>
                <a:gd name="T31" fmla="*/ 323 h 527"/>
                <a:gd name="T32" fmla="*/ 0 w 1032"/>
                <a:gd name="T33" fmla="*/ 18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2" h="527">
                  <a:moveTo>
                    <a:pt x="0" y="181"/>
                  </a:moveTo>
                  <a:cubicBezTo>
                    <a:pt x="0" y="130"/>
                    <a:pt x="42" y="88"/>
                    <a:pt x="93" y="88"/>
                  </a:cubicBezTo>
                  <a:cubicBezTo>
                    <a:pt x="757" y="88"/>
                    <a:pt x="757" y="88"/>
                    <a:pt x="757" y="88"/>
                  </a:cubicBezTo>
                  <a:cubicBezTo>
                    <a:pt x="757" y="30"/>
                    <a:pt x="757" y="30"/>
                    <a:pt x="757" y="30"/>
                  </a:cubicBezTo>
                  <a:cubicBezTo>
                    <a:pt x="757" y="7"/>
                    <a:pt x="771" y="0"/>
                    <a:pt x="788" y="16"/>
                  </a:cubicBezTo>
                  <a:cubicBezTo>
                    <a:pt x="1014" y="221"/>
                    <a:pt x="1014" y="221"/>
                    <a:pt x="1014" y="221"/>
                  </a:cubicBezTo>
                  <a:cubicBezTo>
                    <a:pt x="1032" y="236"/>
                    <a:pt x="1032" y="261"/>
                    <a:pt x="1014" y="277"/>
                  </a:cubicBezTo>
                  <a:cubicBezTo>
                    <a:pt x="788" y="482"/>
                    <a:pt x="788" y="482"/>
                    <a:pt x="788" y="482"/>
                  </a:cubicBezTo>
                  <a:cubicBezTo>
                    <a:pt x="771" y="497"/>
                    <a:pt x="757" y="491"/>
                    <a:pt x="757" y="468"/>
                  </a:cubicBezTo>
                  <a:cubicBezTo>
                    <a:pt x="757" y="416"/>
                    <a:pt x="757" y="416"/>
                    <a:pt x="757" y="416"/>
                  </a:cubicBezTo>
                  <a:cubicBezTo>
                    <a:pt x="157" y="416"/>
                    <a:pt x="157" y="416"/>
                    <a:pt x="157" y="416"/>
                  </a:cubicBezTo>
                  <a:cubicBezTo>
                    <a:pt x="119" y="416"/>
                    <a:pt x="119" y="416"/>
                    <a:pt x="119" y="416"/>
                  </a:cubicBezTo>
                  <a:cubicBezTo>
                    <a:pt x="56" y="416"/>
                    <a:pt x="4" y="465"/>
                    <a:pt x="0" y="527"/>
                  </a:cubicBezTo>
                  <a:cubicBezTo>
                    <a:pt x="0" y="332"/>
                    <a:pt x="0" y="332"/>
                    <a:pt x="0" y="332"/>
                  </a:cubicBezTo>
                  <a:cubicBezTo>
                    <a:pt x="1" y="332"/>
                    <a:pt x="1" y="332"/>
                    <a:pt x="1" y="332"/>
                  </a:cubicBezTo>
                  <a:cubicBezTo>
                    <a:pt x="0" y="329"/>
                    <a:pt x="0" y="326"/>
                    <a:pt x="0" y="323"/>
                  </a:cubicBezTo>
                  <a:lnTo>
                    <a:pt x="0" y="181"/>
                  </a:lnTo>
                  <a:close/>
                </a:path>
              </a:pathLst>
            </a:custGeom>
            <a:solidFill>
              <a:schemeClr val="accent1">
                <a:lumMod val="75000"/>
              </a:schemeClr>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3742"/>
            <p:cNvSpPr>
              <a:spLocks/>
            </p:cNvSpPr>
            <p:nvPr/>
          </p:nvSpPr>
          <p:spPr bwMode="auto">
            <a:xfrm>
              <a:off x="6428747" y="2097136"/>
              <a:ext cx="3070292" cy="1565963"/>
            </a:xfrm>
            <a:custGeom>
              <a:avLst/>
              <a:gdLst>
                <a:gd name="T0" fmla="*/ 0 w 1032"/>
                <a:gd name="T1" fmla="*/ 180 h 526"/>
                <a:gd name="T2" fmla="*/ 93 w 1032"/>
                <a:gd name="T3" fmla="*/ 87 h 526"/>
                <a:gd name="T4" fmla="*/ 757 w 1032"/>
                <a:gd name="T5" fmla="*/ 87 h 526"/>
                <a:gd name="T6" fmla="*/ 757 w 1032"/>
                <a:gd name="T7" fmla="*/ 29 h 526"/>
                <a:gd name="T8" fmla="*/ 788 w 1032"/>
                <a:gd name="T9" fmla="*/ 15 h 526"/>
                <a:gd name="T10" fmla="*/ 1014 w 1032"/>
                <a:gd name="T11" fmla="*/ 220 h 526"/>
                <a:gd name="T12" fmla="*/ 1014 w 1032"/>
                <a:gd name="T13" fmla="*/ 276 h 526"/>
                <a:gd name="T14" fmla="*/ 788 w 1032"/>
                <a:gd name="T15" fmla="*/ 481 h 526"/>
                <a:gd name="T16" fmla="*/ 757 w 1032"/>
                <a:gd name="T17" fmla="*/ 467 h 526"/>
                <a:gd name="T18" fmla="*/ 757 w 1032"/>
                <a:gd name="T19" fmla="*/ 415 h 526"/>
                <a:gd name="T20" fmla="*/ 157 w 1032"/>
                <a:gd name="T21" fmla="*/ 415 h 526"/>
                <a:gd name="T22" fmla="*/ 119 w 1032"/>
                <a:gd name="T23" fmla="*/ 415 h 526"/>
                <a:gd name="T24" fmla="*/ 0 w 1032"/>
                <a:gd name="T25" fmla="*/ 526 h 526"/>
                <a:gd name="T26" fmla="*/ 0 w 1032"/>
                <a:gd name="T27" fmla="*/ 331 h 526"/>
                <a:gd name="T28" fmla="*/ 1 w 1032"/>
                <a:gd name="T29" fmla="*/ 331 h 526"/>
                <a:gd name="T30" fmla="*/ 0 w 1032"/>
                <a:gd name="T31" fmla="*/ 322 h 526"/>
                <a:gd name="T32" fmla="*/ 0 w 1032"/>
                <a:gd name="T33" fmla="*/ 180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2" h="526">
                  <a:moveTo>
                    <a:pt x="0" y="180"/>
                  </a:moveTo>
                  <a:cubicBezTo>
                    <a:pt x="0" y="129"/>
                    <a:pt x="42" y="87"/>
                    <a:pt x="93" y="87"/>
                  </a:cubicBezTo>
                  <a:cubicBezTo>
                    <a:pt x="757" y="87"/>
                    <a:pt x="757" y="87"/>
                    <a:pt x="757" y="87"/>
                  </a:cubicBezTo>
                  <a:cubicBezTo>
                    <a:pt x="757" y="29"/>
                    <a:pt x="757" y="29"/>
                    <a:pt x="757" y="29"/>
                  </a:cubicBezTo>
                  <a:cubicBezTo>
                    <a:pt x="757" y="6"/>
                    <a:pt x="771" y="0"/>
                    <a:pt x="788" y="15"/>
                  </a:cubicBezTo>
                  <a:cubicBezTo>
                    <a:pt x="1014" y="220"/>
                    <a:pt x="1014" y="220"/>
                    <a:pt x="1014" y="220"/>
                  </a:cubicBezTo>
                  <a:cubicBezTo>
                    <a:pt x="1032" y="235"/>
                    <a:pt x="1032" y="261"/>
                    <a:pt x="1014" y="276"/>
                  </a:cubicBezTo>
                  <a:cubicBezTo>
                    <a:pt x="788" y="481"/>
                    <a:pt x="788" y="481"/>
                    <a:pt x="788" y="481"/>
                  </a:cubicBezTo>
                  <a:cubicBezTo>
                    <a:pt x="771" y="496"/>
                    <a:pt x="757" y="490"/>
                    <a:pt x="757" y="467"/>
                  </a:cubicBezTo>
                  <a:cubicBezTo>
                    <a:pt x="757" y="415"/>
                    <a:pt x="757" y="415"/>
                    <a:pt x="757" y="415"/>
                  </a:cubicBezTo>
                  <a:cubicBezTo>
                    <a:pt x="157" y="415"/>
                    <a:pt x="157" y="415"/>
                    <a:pt x="157" y="415"/>
                  </a:cubicBezTo>
                  <a:cubicBezTo>
                    <a:pt x="119" y="415"/>
                    <a:pt x="119" y="415"/>
                    <a:pt x="119" y="415"/>
                  </a:cubicBezTo>
                  <a:cubicBezTo>
                    <a:pt x="56" y="415"/>
                    <a:pt x="4" y="464"/>
                    <a:pt x="0" y="526"/>
                  </a:cubicBezTo>
                  <a:cubicBezTo>
                    <a:pt x="0" y="331"/>
                    <a:pt x="0" y="331"/>
                    <a:pt x="0" y="331"/>
                  </a:cubicBezTo>
                  <a:cubicBezTo>
                    <a:pt x="1" y="331"/>
                    <a:pt x="1" y="331"/>
                    <a:pt x="1" y="331"/>
                  </a:cubicBezTo>
                  <a:cubicBezTo>
                    <a:pt x="0" y="328"/>
                    <a:pt x="0" y="325"/>
                    <a:pt x="0" y="322"/>
                  </a:cubicBezTo>
                  <a:lnTo>
                    <a:pt x="0" y="180"/>
                  </a:lnTo>
                  <a:close/>
                </a:path>
              </a:pathLst>
            </a:custGeom>
            <a:solidFill>
              <a:schemeClr val="accent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2" name="组合 101"/>
          <p:cNvGrpSpPr/>
          <p:nvPr/>
        </p:nvGrpSpPr>
        <p:grpSpPr>
          <a:xfrm>
            <a:off x="4261556" y="2688368"/>
            <a:ext cx="586135" cy="586135"/>
            <a:chOff x="4261556" y="2688368"/>
            <a:chExt cx="586135" cy="586135"/>
          </a:xfrm>
        </p:grpSpPr>
        <p:sp>
          <p:nvSpPr>
            <p:cNvPr id="11" name="Oval 3725"/>
            <p:cNvSpPr>
              <a:spLocks noChangeArrowheads="1"/>
            </p:cNvSpPr>
            <p:nvPr/>
          </p:nvSpPr>
          <p:spPr bwMode="auto">
            <a:xfrm>
              <a:off x="4261556" y="2688368"/>
              <a:ext cx="586135" cy="586135"/>
            </a:xfrm>
            <a:prstGeom prst="ellipse">
              <a:avLst/>
            </a:pr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74" name="组合 73"/>
            <p:cNvGrpSpPr/>
            <p:nvPr/>
          </p:nvGrpSpPr>
          <p:grpSpPr>
            <a:xfrm>
              <a:off x="4392367" y="2733020"/>
              <a:ext cx="324513" cy="496831"/>
              <a:chOff x="4383563" y="2507028"/>
              <a:chExt cx="324513" cy="496831"/>
            </a:xfrm>
          </p:grpSpPr>
          <p:sp>
            <p:nvSpPr>
              <p:cNvPr id="30" name="Oval 3744"/>
              <p:cNvSpPr>
                <a:spLocks noChangeArrowheads="1"/>
              </p:cNvSpPr>
              <p:nvPr/>
            </p:nvSpPr>
            <p:spPr bwMode="auto">
              <a:xfrm>
                <a:off x="4529467" y="2714566"/>
                <a:ext cx="56601" cy="60374"/>
              </a:xfrm>
              <a:prstGeom prst="ellipse">
                <a:avLst/>
              </a:pr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Oval 3745"/>
              <p:cNvSpPr>
                <a:spLocks noChangeArrowheads="1"/>
              </p:cNvSpPr>
              <p:nvPr/>
            </p:nvSpPr>
            <p:spPr bwMode="auto">
              <a:xfrm>
                <a:off x="4518146" y="2598847"/>
                <a:ext cx="41508" cy="41508"/>
              </a:xfrm>
              <a:prstGeom prst="ellipse">
                <a:avLst/>
              </a:pr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Oval 3746"/>
              <p:cNvSpPr>
                <a:spLocks noChangeArrowheads="1"/>
              </p:cNvSpPr>
              <p:nvPr/>
            </p:nvSpPr>
            <p:spPr bwMode="auto">
              <a:xfrm>
                <a:off x="4538272" y="2522121"/>
                <a:ext cx="23899" cy="23899"/>
              </a:xfrm>
              <a:prstGeom prst="ellipse">
                <a:avLst/>
              </a:pr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3747"/>
              <p:cNvSpPr>
                <a:spLocks noEditPoints="1"/>
              </p:cNvSpPr>
              <p:nvPr/>
            </p:nvSpPr>
            <p:spPr bwMode="auto">
              <a:xfrm>
                <a:off x="4383563" y="2507028"/>
                <a:ext cx="324513" cy="496831"/>
              </a:xfrm>
              <a:custGeom>
                <a:avLst/>
                <a:gdLst>
                  <a:gd name="T0" fmla="*/ 75 w 109"/>
                  <a:gd name="T1" fmla="*/ 61 h 167"/>
                  <a:gd name="T2" fmla="*/ 75 w 109"/>
                  <a:gd name="T3" fmla="*/ 10 h 167"/>
                  <a:gd name="T4" fmla="*/ 75 w 109"/>
                  <a:gd name="T5" fmla="*/ 10 h 167"/>
                  <a:gd name="T6" fmla="*/ 76 w 109"/>
                  <a:gd name="T7" fmla="*/ 9 h 167"/>
                  <a:gd name="T8" fmla="*/ 76 w 109"/>
                  <a:gd name="T9" fmla="*/ 1 h 167"/>
                  <a:gd name="T10" fmla="*/ 75 w 109"/>
                  <a:gd name="T11" fmla="*/ 0 h 167"/>
                  <a:gd name="T12" fmla="*/ 74 w 109"/>
                  <a:gd name="T13" fmla="*/ 0 h 167"/>
                  <a:gd name="T14" fmla="*/ 35 w 109"/>
                  <a:gd name="T15" fmla="*/ 0 h 167"/>
                  <a:gd name="T16" fmla="*/ 34 w 109"/>
                  <a:gd name="T17" fmla="*/ 0 h 167"/>
                  <a:gd name="T18" fmla="*/ 33 w 109"/>
                  <a:gd name="T19" fmla="*/ 1 h 167"/>
                  <a:gd name="T20" fmla="*/ 33 w 109"/>
                  <a:gd name="T21" fmla="*/ 9 h 167"/>
                  <a:gd name="T22" fmla="*/ 34 w 109"/>
                  <a:gd name="T23" fmla="*/ 10 h 167"/>
                  <a:gd name="T24" fmla="*/ 35 w 109"/>
                  <a:gd name="T25" fmla="*/ 10 h 167"/>
                  <a:gd name="T26" fmla="*/ 35 w 109"/>
                  <a:gd name="T27" fmla="*/ 61 h 167"/>
                  <a:gd name="T28" fmla="*/ 0 w 109"/>
                  <a:gd name="T29" fmla="*/ 112 h 167"/>
                  <a:gd name="T30" fmla="*/ 55 w 109"/>
                  <a:gd name="T31" fmla="*/ 167 h 167"/>
                  <a:gd name="T32" fmla="*/ 109 w 109"/>
                  <a:gd name="T33" fmla="*/ 112 h 167"/>
                  <a:gd name="T34" fmla="*/ 75 w 109"/>
                  <a:gd name="T35" fmla="*/ 61 h 167"/>
                  <a:gd name="T36" fmla="*/ 42 w 109"/>
                  <a:gd name="T37" fmla="*/ 138 h 167"/>
                  <a:gd name="T38" fmla="*/ 35 w 109"/>
                  <a:gd name="T39" fmla="*/ 131 h 167"/>
                  <a:gd name="T40" fmla="*/ 42 w 109"/>
                  <a:gd name="T41" fmla="*/ 124 h 167"/>
                  <a:gd name="T42" fmla="*/ 49 w 109"/>
                  <a:gd name="T43" fmla="*/ 131 h 167"/>
                  <a:gd name="T44" fmla="*/ 42 w 109"/>
                  <a:gd name="T45" fmla="*/ 138 h 167"/>
                  <a:gd name="T46" fmla="*/ 47 w 109"/>
                  <a:gd name="T47" fmla="*/ 108 h 167"/>
                  <a:gd name="T48" fmla="*/ 51 w 109"/>
                  <a:gd name="T49" fmla="*/ 104 h 167"/>
                  <a:gd name="T50" fmla="*/ 55 w 109"/>
                  <a:gd name="T51" fmla="*/ 108 h 167"/>
                  <a:gd name="T52" fmla="*/ 51 w 109"/>
                  <a:gd name="T53" fmla="*/ 112 h 167"/>
                  <a:gd name="T54" fmla="*/ 47 w 109"/>
                  <a:gd name="T55" fmla="*/ 108 h 167"/>
                  <a:gd name="T56" fmla="*/ 59 w 109"/>
                  <a:gd name="T57" fmla="*/ 155 h 167"/>
                  <a:gd name="T58" fmla="*/ 52 w 109"/>
                  <a:gd name="T59" fmla="*/ 148 h 167"/>
                  <a:gd name="T60" fmla="*/ 59 w 109"/>
                  <a:gd name="T61" fmla="*/ 141 h 167"/>
                  <a:gd name="T62" fmla="*/ 66 w 109"/>
                  <a:gd name="T63" fmla="*/ 148 h 167"/>
                  <a:gd name="T64" fmla="*/ 59 w 109"/>
                  <a:gd name="T65" fmla="*/ 155 h 167"/>
                  <a:gd name="T66" fmla="*/ 70 w 109"/>
                  <a:gd name="T67" fmla="*/ 110 h 167"/>
                  <a:gd name="T68" fmla="*/ 66 w 109"/>
                  <a:gd name="T69" fmla="*/ 106 h 167"/>
                  <a:gd name="T70" fmla="*/ 70 w 109"/>
                  <a:gd name="T71" fmla="*/ 102 h 167"/>
                  <a:gd name="T72" fmla="*/ 74 w 109"/>
                  <a:gd name="T73" fmla="*/ 106 h 167"/>
                  <a:gd name="T74" fmla="*/ 70 w 109"/>
                  <a:gd name="T75" fmla="*/ 110 h 167"/>
                  <a:gd name="T76" fmla="*/ 9 w 109"/>
                  <a:gd name="T77" fmla="*/ 97 h 167"/>
                  <a:gd name="T78" fmla="*/ 41 w 109"/>
                  <a:gd name="T79" fmla="*/ 66 h 167"/>
                  <a:gd name="T80" fmla="*/ 41 w 109"/>
                  <a:gd name="T81" fmla="*/ 5 h 167"/>
                  <a:gd name="T82" fmla="*/ 42 w 109"/>
                  <a:gd name="T83" fmla="*/ 5 h 167"/>
                  <a:gd name="T84" fmla="*/ 68 w 109"/>
                  <a:gd name="T85" fmla="*/ 5 h 167"/>
                  <a:gd name="T86" fmla="*/ 68 w 109"/>
                  <a:gd name="T87" fmla="*/ 5 h 167"/>
                  <a:gd name="T88" fmla="*/ 68 w 109"/>
                  <a:gd name="T89" fmla="*/ 66 h 167"/>
                  <a:gd name="T90" fmla="*/ 100 w 109"/>
                  <a:gd name="T91" fmla="*/ 97 h 167"/>
                  <a:gd name="T92" fmla="*/ 9 w 109"/>
                  <a:gd name="T93" fmla="*/ 9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9" h="167">
                    <a:moveTo>
                      <a:pt x="75" y="61"/>
                    </a:moveTo>
                    <a:cubicBezTo>
                      <a:pt x="75" y="10"/>
                      <a:pt x="75" y="10"/>
                      <a:pt x="75" y="10"/>
                    </a:cubicBezTo>
                    <a:cubicBezTo>
                      <a:pt x="75" y="10"/>
                      <a:pt x="75" y="10"/>
                      <a:pt x="75" y="10"/>
                    </a:cubicBezTo>
                    <a:cubicBezTo>
                      <a:pt x="76" y="10"/>
                      <a:pt x="76" y="10"/>
                      <a:pt x="76" y="9"/>
                    </a:cubicBezTo>
                    <a:cubicBezTo>
                      <a:pt x="76" y="1"/>
                      <a:pt x="76" y="1"/>
                      <a:pt x="76" y="1"/>
                    </a:cubicBezTo>
                    <a:cubicBezTo>
                      <a:pt x="76" y="0"/>
                      <a:pt x="76" y="0"/>
                      <a:pt x="75" y="0"/>
                    </a:cubicBezTo>
                    <a:cubicBezTo>
                      <a:pt x="74" y="0"/>
                      <a:pt x="74" y="0"/>
                      <a:pt x="74" y="0"/>
                    </a:cubicBezTo>
                    <a:cubicBezTo>
                      <a:pt x="35" y="0"/>
                      <a:pt x="35" y="0"/>
                      <a:pt x="35" y="0"/>
                    </a:cubicBezTo>
                    <a:cubicBezTo>
                      <a:pt x="34" y="0"/>
                      <a:pt x="34" y="0"/>
                      <a:pt x="34" y="0"/>
                    </a:cubicBezTo>
                    <a:cubicBezTo>
                      <a:pt x="34" y="0"/>
                      <a:pt x="33" y="0"/>
                      <a:pt x="33" y="1"/>
                    </a:cubicBezTo>
                    <a:cubicBezTo>
                      <a:pt x="33" y="9"/>
                      <a:pt x="33" y="9"/>
                      <a:pt x="33" y="9"/>
                    </a:cubicBezTo>
                    <a:cubicBezTo>
                      <a:pt x="33" y="10"/>
                      <a:pt x="34" y="10"/>
                      <a:pt x="34" y="10"/>
                    </a:cubicBezTo>
                    <a:cubicBezTo>
                      <a:pt x="35" y="10"/>
                      <a:pt x="35" y="10"/>
                      <a:pt x="35" y="10"/>
                    </a:cubicBezTo>
                    <a:cubicBezTo>
                      <a:pt x="35" y="61"/>
                      <a:pt x="35" y="61"/>
                      <a:pt x="35" y="61"/>
                    </a:cubicBezTo>
                    <a:cubicBezTo>
                      <a:pt x="15" y="69"/>
                      <a:pt x="0" y="89"/>
                      <a:pt x="0" y="112"/>
                    </a:cubicBezTo>
                    <a:cubicBezTo>
                      <a:pt x="0" y="142"/>
                      <a:pt x="25" y="167"/>
                      <a:pt x="55" y="167"/>
                    </a:cubicBezTo>
                    <a:cubicBezTo>
                      <a:pt x="85" y="167"/>
                      <a:pt x="109" y="142"/>
                      <a:pt x="109" y="112"/>
                    </a:cubicBezTo>
                    <a:cubicBezTo>
                      <a:pt x="109" y="89"/>
                      <a:pt x="95" y="69"/>
                      <a:pt x="75" y="61"/>
                    </a:cubicBezTo>
                    <a:close/>
                    <a:moveTo>
                      <a:pt x="42" y="138"/>
                    </a:moveTo>
                    <a:cubicBezTo>
                      <a:pt x="38" y="138"/>
                      <a:pt x="35" y="135"/>
                      <a:pt x="35" y="131"/>
                    </a:cubicBezTo>
                    <a:cubicBezTo>
                      <a:pt x="35" y="127"/>
                      <a:pt x="38" y="124"/>
                      <a:pt x="42" y="124"/>
                    </a:cubicBezTo>
                    <a:cubicBezTo>
                      <a:pt x="46" y="124"/>
                      <a:pt x="49" y="127"/>
                      <a:pt x="49" y="131"/>
                    </a:cubicBezTo>
                    <a:cubicBezTo>
                      <a:pt x="49" y="135"/>
                      <a:pt x="46" y="138"/>
                      <a:pt x="42" y="138"/>
                    </a:cubicBezTo>
                    <a:close/>
                    <a:moveTo>
                      <a:pt x="47" y="108"/>
                    </a:moveTo>
                    <a:cubicBezTo>
                      <a:pt x="47" y="106"/>
                      <a:pt x="48" y="104"/>
                      <a:pt x="51" y="104"/>
                    </a:cubicBezTo>
                    <a:cubicBezTo>
                      <a:pt x="53" y="104"/>
                      <a:pt x="55" y="106"/>
                      <a:pt x="55" y="108"/>
                    </a:cubicBezTo>
                    <a:cubicBezTo>
                      <a:pt x="55" y="110"/>
                      <a:pt x="53" y="112"/>
                      <a:pt x="51" y="112"/>
                    </a:cubicBezTo>
                    <a:cubicBezTo>
                      <a:pt x="48" y="112"/>
                      <a:pt x="47" y="110"/>
                      <a:pt x="47" y="108"/>
                    </a:cubicBezTo>
                    <a:close/>
                    <a:moveTo>
                      <a:pt x="59" y="155"/>
                    </a:moveTo>
                    <a:cubicBezTo>
                      <a:pt x="55" y="155"/>
                      <a:pt x="52" y="151"/>
                      <a:pt x="52" y="148"/>
                    </a:cubicBezTo>
                    <a:cubicBezTo>
                      <a:pt x="52" y="144"/>
                      <a:pt x="55" y="141"/>
                      <a:pt x="59" y="141"/>
                    </a:cubicBezTo>
                    <a:cubicBezTo>
                      <a:pt x="63" y="141"/>
                      <a:pt x="66" y="144"/>
                      <a:pt x="66" y="148"/>
                    </a:cubicBezTo>
                    <a:cubicBezTo>
                      <a:pt x="66" y="151"/>
                      <a:pt x="63" y="155"/>
                      <a:pt x="59" y="155"/>
                    </a:cubicBezTo>
                    <a:close/>
                    <a:moveTo>
                      <a:pt x="70" y="110"/>
                    </a:moveTo>
                    <a:cubicBezTo>
                      <a:pt x="68" y="110"/>
                      <a:pt x="66" y="108"/>
                      <a:pt x="66" y="106"/>
                    </a:cubicBezTo>
                    <a:cubicBezTo>
                      <a:pt x="66" y="104"/>
                      <a:pt x="68" y="102"/>
                      <a:pt x="70" y="102"/>
                    </a:cubicBezTo>
                    <a:cubicBezTo>
                      <a:pt x="72" y="102"/>
                      <a:pt x="74" y="104"/>
                      <a:pt x="74" y="106"/>
                    </a:cubicBezTo>
                    <a:cubicBezTo>
                      <a:pt x="74" y="108"/>
                      <a:pt x="72" y="110"/>
                      <a:pt x="70" y="110"/>
                    </a:cubicBezTo>
                    <a:close/>
                    <a:moveTo>
                      <a:pt x="9" y="97"/>
                    </a:moveTo>
                    <a:cubicBezTo>
                      <a:pt x="14" y="82"/>
                      <a:pt x="26" y="70"/>
                      <a:pt x="41" y="66"/>
                    </a:cubicBezTo>
                    <a:cubicBezTo>
                      <a:pt x="41" y="5"/>
                      <a:pt x="41" y="5"/>
                      <a:pt x="41" y="5"/>
                    </a:cubicBezTo>
                    <a:cubicBezTo>
                      <a:pt x="41" y="5"/>
                      <a:pt x="41" y="5"/>
                      <a:pt x="42" y="5"/>
                    </a:cubicBezTo>
                    <a:cubicBezTo>
                      <a:pt x="68" y="5"/>
                      <a:pt x="68" y="5"/>
                      <a:pt x="68" y="5"/>
                    </a:cubicBezTo>
                    <a:cubicBezTo>
                      <a:pt x="68" y="5"/>
                      <a:pt x="68" y="5"/>
                      <a:pt x="68" y="5"/>
                    </a:cubicBezTo>
                    <a:cubicBezTo>
                      <a:pt x="68" y="66"/>
                      <a:pt x="68" y="66"/>
                      <a:pt x="68" y="66"/>
                    </a:cubicBezTo>
                    <a:cubicBezTo>
                      <a:pt x="83" y="70"/>
                      <a:pt x="95" y="82"/>
                      <a:pt x="100" y="97"/>
                    </a:cubicBezTo>
                    <a:lnTo>
                      <a:pt x="9" y="97"/>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103" name="组合 102"/>
          <p:cNvGrpSpPr/>
          <p:nvPr/>
        </p:nvGrpSpPr>
        <p:grpSpPr>
          <a:xfrm>
            <a:off x="8008544" y="2224241"/>
            <a:ext cx="589908" cy="586135"/>
            <a:chOff x="8008544" y="2224241"/>
            <a:chExt cx="589908" cy="586135"/>
          </a:xfrm>
        </p:grpSpPr>
        <p:sp>
          <p:nvSpPr>
            <p:cNvPr id="23" name="Oval 3737"/>
            <p:cNvSpPr>
              <a:spLocks noChangeArrowheads="1"/>
            </p:cNvSpPr>
            <p:nvPr/>
          </p:nvSpPr>
          <p:spPr bwMode="auto">
            <a:xfrm>
              <a:off x="8008544" y="2224241"/>
              <a:ext cx="589908" cy="586135"/>
            </a:xfrm>
            <a:prstGeom prst="ellipse">
              <a:avLst/>
            </a:pr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Freeform 3765"/>
            <p:cNvSpPr>
              <a:spLocks noEditPoints="1"/>
            </p:cNvSpPr>
            <p:nvPr/>
          </p:nvSpPr>
          <p:spPr bwMode="auto">
            <a:xfrm>
              <a:off x="8208534" y="2244994"/>
              <a:ext cx="189928" cy="544628"/>
            </a:xfrm>
            <a:custGeom>
              <a:avLst/>
              <a:gdLst>
                <a:gd name="T0" fmla="*/ 32 w 64"/>
                <a:gd name="T1" fmla="*/ 28 h 183"/>
                <a:gd name="T2" fmla="*/ 46 w 64"/>
                <a:gd name="T3" fmla="*/ 14 h 183"/>
                <a:gd name="T4" fmla="*/ 32 w 64"/>
                <a:gd name="T5" fmla="*/ 0 h 183"/>
                <a:gd name="T6" fmla="*/ 19 w 64"/>
                <a:gd name="T7" fmla="*/ 14 h 183"/>
                <a:gd name="T8" fmla="*/ 32 w 64"/>
                <a:gd name="T9" fmla="*/ 28 h 183"/>
                <a:gd name="T10" fmla="*/ 64 w 64"/>
                <a:gd name="T11" fmla="*/ 45 h 183"/>
                <a:gd name="T12" fmla="*/ 51 w 64"/>
                <a:gd name="T13" fmla="*/ 33 h 183"/>
                <a:gd name="T14" fmla="*/ 13 w 64"/>
                <a:gd name="T15" fmla="*/ 33 h 183"/>
                <a:gd name="T16" fmla="*/ 0 w 64"/>
                <a:gd name="T17" fmla="*/ 45 h 183"/>
                <a:gd name="T18" fmla="*/ 0 w 64"/>
                <a:gd name="T19" fmla="*/ 96 h 183"/>
                <a:gd name="T20" fmla="*/ 5 w 64"/>
                <a:gd name="T21" fmla="*/ 102 h 183"/>
                <a:gd name="T22" fmla="*/ 11 w 64"/>
                <a:gd name="T23" fmla="*/ 96 h 183"/>
                <a:gd name="T24" fmla="*/ 11 w 64"/>
                <a:gd name="T25" fmla="*/ 50 h 183"/>
                <a:gd name="T26" fmla="*/ 13 w 64"/>
                <a:gd name="T27" fmla="*/ 50 h 183"/>
                <a:gd name="T28" fmla="*/ 13 w 64"/>
                <a:gd name="T29" fmla="*/ 174 h 183"/>
                <a:gd name="T30" fmla="*/ 22 w 64"/>
                <a:gd name="T31" fmla="*/ 183 h 183"/>
                <a:gd name="T32" fmla="*/ 30 w 64"/>
                <a:gd name="T33" fmla="*/ 174 h 183"/>
                <a:gd name="T34" fmla="*/ 30 w 64"/>
                <a:gd name="T35" fmla="*/ 106 h 183"/>
                <a:gd name="T36" fmla="*/ 34 w 64"/>
                <a:gd name="T37" fmla="*/ 106 h 183"/>
                <a:gd name="T38" fmla="*/ 34 w 64"/>
                <a:gd name="T39" fmla="*/ 174 h 183"/>
                <a:gd name="T40" fmla="*/ 43 w 64"/>
                <a:gd name="T41" fmla="*/ 183 h 183"/>
                <a:gd name="T42" fmla="*/ 51 w 64"/>
                <a:gd name="T43" fmla="*/ 174 h 183"/>
                <a:gd name="T44" fmla="*/ 51 w 64"/>
                <a:gd name="T45" fmla="*/ 50 h 183"/>
                <a:gd name="T46" fmla="*/ 53 w 64"/>
                <a:gd name="T47" fmla="*/ 50 h 183"/>
                <a:gd name="T48" fmla="*/ 53 w 64"/>
                <a:gd name="T49" fmla="*/ 96 h 183"/>
                <a:gd name="T50" fmla="*/ 59 w 64"/>
                <a:gd name="T51" fmla="*/ 102 h 183"/>
                <a:gd name="T52" fmla="*/ 64 w 64"/>
                <a:gd name="T53" fmla="*/ 96 h 183"/>
                <a:gd name="T54" fmla="*/ 64 w 64"/>
                <a:gd name="T55" fmla="*/ 45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 h="183">
                  <a:moveTo>
                    <a:pt x="32" y="28"/>
                  </a:moveTo>
                  <a:cubicBezTo>
                    <a:pt x="40" y="28"/>
                    <a:pt x="46" y="21"/>
                    <a:pt x="46" y="14"/>
                  </a:cubicBezTo>
                  <a:cubicBezTo>
                    <a:pt x="46" y="6"/>
                    <a:pt x="40" y="0"/>
                    <a:pt x="32" y="0"/>
                  </a:cubicBezTo>
                  <a:cubicBezTo>
                    <a:pt x="25" y="0"/>
                    <a:pt x="19" y="6"/>
                    <a:pt x="19" y="14"/>
                  </a:cubicBezTo>
                  <a:cubicBezTo>
                    <a:pt x="19" y="21"/>
                    <a:pt x="25" y="28"/>
                    <a:pt x="32" y="28"/>
                  </a:cubicBezTo>
                  <a:moveTo>
                    <a:pt x="64" y="45"/>
                  </a:moveTo>
                  <a:cubicBezTo>
                    <a:pt x="64" y="38"/>
                    <a:pt x="58" y="33"/>
                    <a:pt x="51" y="33"/>
                  </a:cubicBezTo>
                  <a:cubicBezTo>
                    <a:pt x="13" y="33"/>
                    <a:pt x="13" y="33"/>
                    <a:pt x="13" y="33"/>
                  </a:cubicBezTo>
                  <a:cubicBezTo>
                    <a:pt x="6" y="33"/>
                    <a:pt x="0" y="38"/>
                    <a:pt x="0" y="45"/>
                  </a:cubicBezTo>
                  <a:cubicBezTo>
                    <a:pt x="0" y="96"/>
                    <a:pt x="0" y="96"/>
                    <a:pt x="0" y="96"/>
                  </a:cubicBezTo>
                  <a:cubicBezTo>
                    <a:pt x="0" y="99"/>
                    <a:pt x="2" y="102"/>
                    <a:pt x="5" y="102"/>
                  </a:cubicBezTo>
                  <a:cubicBezTo>
                    <a:pt x="9" y="102"/>
                    <a:pt x="11" y="99"/>
                    <a:pt x="11" y="96"/>
                  </a:cubicBezTo>
                  <a:cubicBezTo>
                    <a:pt x="11" y="50"/>
                    <a:pt x="11" y="50"/>
                    <a:pt x="11" y="50"/>
                  </a:cubicBezTo>
                  <a:cubicBezTo>
                    <a:pt x="13" y="50"/>
                    <a:pt x="13" y="50"/>
                    <a:pt x="13" y="50"/>
                  </a:cubicBezTo>
                  <a:cubicBezTo>
                    <a:pt x="13" y="174"/>
                    <a:pt x="13" y="174"/>
                    <a:pt x="13" y="174"/>
                  </a:cubicBezTo>
                  <a:cubicBezTo>
                    <a:pt x="13" y="179"/>
                    <a:pt x="17" y="183"/>
                    <a:pt x="22" y="183"/>
                  </a:cubicBezTo>
                  <a:cubicBezTo>
                    <a:pt x="26" y="183"/>
                    <a:pt x="30" y="179"/>
                    <a:pt x="30" y="174"/>
                  </a:cubicBezTo>
                  <a:cubicBezTo>
                    <a:pt x="30" y="106"/>
                    <a:pt x="30" y="106"/>
                    <a:pt x="30" y="106"/>
                  </a:cubicBezTo>
                  <a:cubicBezTo>
                    <a:pt x="34" y="106"/>
                    <a:pt x="34" y="106"/>
                    <a:pt x="34" y="106"/>
                  </a:cubicBezTo>
                  <a:cubicBezTo>
                    <a:pt x="34" y="174"/>
                    <a:pt x="34" y="174"/>
                    <a:pt x="34" y="174"/>
                  </a:cubicBezTo>
                  <a:cubicBezTo>
                    <a:pt x="34" y="179"/>
                    <a:pt x="38" y="183"/>
                    <a:pt x="43" y="183"/>
                  </a:cubicBezTo>
                  <a:cubicBezTo>
                    <a:pt x="47" y="183"/>
                    <a:pt x="51" y="179"/>
                    <a:pt x="51" y="174"/>
                  </a:cubicBezTo>
                  <a:cubicBezTo>
                    <a:pt x="51" y="50"/>
                    <a:pt x="51" y="50"/>
                    <a:pt x="51" y="50"/>
                  </a:cubicBezTo>
                  <a:cubicBezTo>
                    <a:pt x="53" y="50"/>
                    <a:pt x="53" y="50"/>
                    <a:pt x="53" y="50"/>
                  </a:cubicBezTo>
                  <a:cubicBezTo>
                    <a:pt x="53" y="96"/>
                    <a:pt x="53" y="96"/>
                    <a:pt x="53" y="96"/>
                  </a:cubicBezTo>
                  <a:cubicBezTo>
                    <a:pt x="53" y="99"/>
                    <a:pt x="56" y="102"/>
                    <a:pt x="59" y="102"/>
                  </a:cubicBezTo>
                  <a:cubicBezTo>
                    <a:pt x="62" y="102"/>
                    <a:pt x="64" y="99"/>
                    <a:pt x="64" y="96"/>
                  </a:cubicBezTo>
                  <a:lnTo>
                    <a:pt x="64" y="45"/>
                  </a:ln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6" name="组合 105"/>
          <p:cNvGrpSpPr/>
          <p:nvPr/>
        </p:nvGrpSpPr>
        <p:grpSpPr>
          <a:xfrm>
            <a:off x="8160737" y="4409039"/>
            <a:ext cx="642736" cy="642736"/>
            <a:chOff x="8160737" y="4409039"/>
            <a:chExt cx="642736" cy="642736"/>
          </a:xfrm>
        </p:grpSpPr>
        <p:sp>
          <p:nvSpPr>
            <p:cNvPr id="20" name="Oval 3734"/>
            <p:cNvSpPr>
              <a:spLocks noChangeArrowheads="1"/>
            </p:cNvSpPr>
            <p:nvPr/>
          </p:nvSpPr>
          <p:spPr bwMode="auto">
            <a:xfrm>
              <a:off x="8160737" y="4409039"/>
              <a:ext cx="642736" cy="642736"/>
            </a:xfrm>
            <a:prstGeom prst="ellipse">
              <a:avLst/>
            </a:pr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2" name="组合 91"/>
            <p:cNvGrpSpPr/>
            <p:nvPr/>
          </p:nvGrpSpPr>
          <p:grpSpPr>
            <a:xfrm>
              <a:off x="8288405" y="4480104"/>
              <a:ext cx="387401" cy="500606"/>
              <a:chOff x="8285261" y="4274238"/>
              <a:chExt cx="387401" cy="500606"/>
            </a:xfrm>
          </p:grpSpPr>
          <p:sp>
            <p:nvSpPr>
              <p:cNvPr id="52" name="Freeform 3766"/>
              <p:cNvSpPr>
                <a:spLocks/>
              </p:cNvSpPr>
              <p:nvPr/>
            </p:nvSpPr>
            <p:spPr bwMode="auto">
              <a:xfrm>
                <a:off x="8291548" y="4274238"/>
                <a:ext cx="381114" cy="384887"/>
              </a:xfrm>
              <a:custGeom>
                <a:avLst/>
                <a:gdLst>
                  <a:gd name="T0" fmla="*/ 94 w 128"/>
                  <a:gd name="T1" fmla="*/ 7 h 129"/>
                  <a:gd name="T2" fmla="*/ 120 w 128"/>
                  <a:gd name="T3" fmla="*/ 58 h 129"/>
                  <a:gd name="T4" fmla="*/ 57 w 128"/>
                  <a:gd name="T5" fmla="*/ 121 h 129"/>
                  <a:gd name="T6" fmla="*/ 7 w 128"/>
                  <a:gd name="T7" fmla="*/ 96 h 129"/>
                  <a:gd name="T8" fmla="*/ 0 w 128"/>
                  <a:gd name="T9" fmla="*/ 101 h 129"/>
                  <a:gd name="T10" fmla="*/ 57 w 128"/>
                  <a:gd name="T11" fmla="*/ 129 h 129"/>
                  <a:gd name="T12" fmla="*/ 128 w 128"/>
                  <a:gd name="T13" fmla="*/ 58 h 129"/>
                  <a:gd name="T14" fmla="*/ 99 w 128"/>
                  <a:gd name="T15" fmla="*/ 0 h 129"/>
                  <a:gd name="T16" fmla="*/ 94 w 128"/>
                  <a:gd name="T17" fmla="*/ 7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9">
                    <a:moveTo>
                      <a:pt x="94" y="7"/>
                    </a:moveTo>
                    <a:cubicBezTo>
                      <a:pt x="110" y="18"/>
                      <a:pt x="120" y="37"/>
                      <a:pt x="120" y="58"/>
                    </a:cubicBezTo>
                    <a:cubicBezTo>
                      <a:pt x="120" y="93"/>
                      <a:pt x="92" y="121"/>
                      <a:pt x="57" y="121"/>
                    </a:cubicBezTo>
                    <a:cubicBezTo>
                      <a:pt x="37" y="121"/>
                      <a:pt x="18" y="111"/>
                      <a:pt x="7" y="96"/>
                    </a:cubicBezTo>
                    <a:cubicBezTo>
                      <a:pt x="0" y="101"/>
                      <a:pt x="0" y="101"/>
                      <a:pt x="0" y="101"/>
                    </a:cubicBezTo>
                    <a:cubicBezTo>
                      <a:pt x="13" y="118"/>
                      <a:pt x="34" y="129"/>
                      <a:pt x="57" y="129"/>
                    </a:cubicBezTo>
                    <a:cubicBezTo>
                      <a:pt x="97" y="129"/>
                      <a:pt x="128" y="97"/>
                      <a:pt x="128" y="58"/>
                    </a:cubicBezTo>
                    <a:cubicBezTo>
                      <a:pt x="128" y="34"/>
                      <a:pt x="117" y="13"/>
                      <a:pt x="99" y="0"/>
                    </a:cubicBezTo>
                    <a:lnTo>
                      <a:pt x="94" y="7"/>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Freeform 3767"/>
              <p:cNvSpPr>
                <a:spLocks noEditPoints="1"/>
              </p:cNvSpPr>
              <p:nvPr/>
            </p:nvSpPr>
            <p:spPr bwMode="auto">
              <a:xfrm>
                <a:off x="8294064" y="4284301"/>
                <a:ext cx="339606" cy="335833"/>
              </a:xfrm>
              <a:custGeom>
                <a:avLst/>
                <a:gdLst>
                  <a:gd name="T0" fmla="*/ 57 w 114"/>
                  <a:gd name="T1" fmla="*/ 0 h 113"/>
                  <a:gd name="T2" fmla="*/ 0 w 114"/>
                  <a:gd name="T3" fmla="*/ 56 h 113"/>
                  <a:gd name="T4" fmla="*/ 57 w 114"/>
                  <a:gd name="T5" fmla="*/ 113 h 113"/>
                  <a:gd name="T6" fmla="*/ 114 w 114"/>
                  <a:gd name="T7" fmla="*/ 56 h 113"/>
                  <a:gd name="T8" fmla="*/ 57 w 114"/>
                  <a:gd name="T9" fmla="*/ 0 h 113"/>
                  <a:gd name="T10" fmla="*/ 57 w 114"/>
                  <a:gd name="T11" fmla="*/ 110 h 113"/>
                  <a:gd name="T12" fmla="*/ 3 w 114"/>
                  <a:gd name="T13" fmla="*/ 56 h 113"/>
                  <a:gd name="T14" fmla="*/ 57 w 114"/>
                  <a:gd name="T15" fmla="*/ 2 h 113"/>
                  <a:gd name="T16" fmla="*/ 111 w 114"/>
                  <a:gd name="T17" fmla="*/ 56 h 113"/>
                  <a:gd name="T18" fmla="*/ 57 w 114"/>
                  <a:gd name="T19" fmla="*/ 11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57" y="0"/>
                    </a:moveTo>
                    <a:cubicBezTo>
                      <a:pt x="26" y="0"/>
                      <a:pt x="0" y="25"/>
                      <a:pt x="0" y="56"/>
                    </a:cubicBezTo>
                    <a:cubicBezTo>
                      <a:pt x="0" y="87"/>
                      <a:pt x="26" y="113"/>
                      <a:pt x="57" y="113"/>
                    </a:cubicBezTo>
                    <a:cubicBezTo>
                      <a:pt x="88" y="113"/>
                      <a:pt x="114" y="87"/>
                      <a:pt x="114" y="56"/>
                    </a:cubicBezTo>
                    <a:cubicBezTo>
                      <a:pt x="114" y="25"/>
                      <a:pt x="88" y="0"/>
                      <a:pt x="57" y="0"/>
                    </a:cubicBezTo>
                    <a:close/>
                    <a:moveTo>
                      <a:pt x="57" y="110"/>
                    </a:moveTo>
                    <a:cubicBezTo>
                      <a:pt x="27" y="110"/>
                      <a:pt x="3" y="86"/>
                      <a:pt x="3" y="56"/>
                    </a:cubicBezTo>
                    <a:cubicBezTo>
                      <a:pt x="3" y="26"/>
                      <a:pt x="27" y="2"/>
                      <a:pt x="57" y="2"/>
                    </a:cubicBezTo>
                    <a:cubicBezTo>
                      <a:pt x="87" y="2"/>
                      <a:pt x="111" y="26"/>
                      <a:pt x="111" y="56"/>
                    </a:cubicBezTo>
                    <a:cubicBezTo>
                      <a:pt x="111" y="86"/>
                      <a:pt x="87" y="110"/>
                      <a:pt x="57" y="110"/>
                    </a:cubicBez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Freeform 3768"/>
              <p:cNvSpPr>
                <a:spLocks/>
              </p:cNvSpPr>
              <p:nvPr/>
            </p:nvSpPr>
            <p:spPr bwMode="auto">
              <a:xfrm>
                <a:off x="8285261" y="4289332"/>
                <a:ext cx="378597" cy="330800"/>
              </a:xfrm>
              <a:custGeom>
                <a:avLst/>
                <a:gdLst>
                  <a:gd name="T0" fmla="*/ 37 w 127"/>
                  <a:gd name="T1" fmla="*/ 8 h 111"/>
                  <a:gd name="T2" fmla="*/ 35 w 127"/>
                  <a:gd name="T3" fmla="*/ 13 h 111"/>
                  <a:gd name="T4" fmla="*/ 32 w 127"/>
                  <a:gd name="T5" fmla="*/ 16 h 111"/>
                  <a:gd name="T6" fmla="*/ 30 w 127"/>
                  <a:gd name="T7" fmla="*/ 14 h 111"/>
                  <a:gd name="T8" fmla="*/ 30 w 127"/>
                  <a:gd name="T9" fmla="*/ 18 h 111"/>
                  <a:gd name="T10" fmla="*/ 24 w 127"/>
                  <a:gd name="T11" fmla="*/ 19 h 111"/>
                  <a:gd name="T12" fmla="*/ 20 w 127"/>
                  <a:gd name="T13" fmla="*/ 23 h 111"/>
                  <a:gd name="T14" fmla="*/ 16 w 127"/>
                  <a:gd name="T15" fmla="*/ 30 h 111"/>
                  <a:gd name="T16" fmla="*/ 12 w 127"/>
                  <a:gd name="T17" fmla="*/ 34 h 111"/>
                  <a:gd name="T18" fmla="*/ 15 w 127"/>
                  <a:gd name="T19" fmla="*/ 37 h 111"/>
                  <a:gd name="T20" fmla="*/ 16 w 127"/>
                  <a:gd name="T21" fmla="*/ 39 h 111"/>
                  <a:gd name="T22" fmla="*/ 13 w 127"/>
                  <a:gd name="T23" fmla="*/ 36 h 111"/>
                  <a:gd name="T24" fmla="*/ 11 w 127"/>
                  <a:gd name="T25" fmla="*/ 33 h 111"/>
                  <a:gd name="T26" fmla="*/ 10 w 127"/>
                  <a:gd name="T27" fmla="*/ 38 h 111"/>
                  <a:gd name="T28" fmla="*/ 10 w 127"/>
                  <a:gd name="T29" fmla="*/ 46 h 111"/>
                  <a:gd name="T30" fmla="*/ 14 w 127"/>
                  <a:gd name="T31" fmla="*/ 44 h 111"/>
                  <a:gd name="T32" fmla="*/ 18 w 127"/>
                  <a:gd name="T33" fmla="*/ 49 h 111"/>
                  <a:gd name="T34" fmla="*/ 23 w 127"/>
                  <a:gd name="T35" fmla="*/ 54 h 111"/>
                  <a:gd name="T36" fmla="*/ 28 w 127"/>
                  <a:gd name="T37" fmla="*/ 59 h 111"/>
                  <a:gd name="T38" fmla="*/ 35 w 127"/>
                  <a:gd name="T39" fmla="*/ 65 h 111"/>
                  <a:gd name="T40" fmla="*/ 33 w 127"/>
                  <a:gd name="T41" fmla="*/ 75 h 111"/>
                  <a:gd name="T42" fmla="*/ 28 w 127"/>
                  <a:gd name="T43" fmla="*/ 86 h 111"/>
                  <a:gd name="T44" fmla="*/ 29 w 127"/>
                  <a:gd name="T45" fmla="*/ 94 h 111"/>
                  <a:gd name="T46" fmla="*/ 26 w 127"/>
                  <a:gd name="T47" fmla="*/ 95 h 111"/>
                  <a:gd name="T48" fmla="*/ 18 w 127"/>
                  <a:gd name="T49" fmla="*/ 82 h 111"/>
                  <a:gd name="T50" fmla="*/ 10 w 127"/>
                  <a:gd name="T51" fmla="*/ 63 h 111"/>
                  <a:gd name="T52" fmla="*/ 7 w 127"/>
                  <a:gd name="T53" fmla="*/ 48 h 111"/>
                  <a:gd name="T54" fmla="*/ 41 w 127"/>
                  <a:gd name="T55" fmla="*/ 102 h 111"/>
                  <a:gd name="T56" fmla="*/ 50 w 127"/>
                  <a:gd name="T57" fmla="*/ 101 h 111"/>
                  <a:gd name="T58" fmla="*/ 62 w 127"/>
                  <a:gd name="T59" fmla="*/ 99 h 111"/>
                  <a:gd name="T60" fmla="*/ 61 w 127"/>
                  <a:gd name="T61" fmla="*/ 104 h 111"/>
                  <a:gd name="T62" fmla="*/ 68 w 127"/>
                  <a:gd name="T63" fmla="*/ 104 h 111"/>
                  <a:gd name="T64" fmla="*/ 78 w 127"/>
                  <a:gd name="T65" fmla="*/ 102 h 111"/>
                  <a:gd name="T66" fmla="*/ 77 w 127"/>
                  <a:gd name="T67" fmla="*/ 1 h 111"/>
                  <a:gd name="T68" fmla="*/ 110 w 127"/>
                  <a:gd name="T69" fmla="*/ 35 h 111"/>
                  <a:gd name="T70" fmla="*/ 106 w 127"/>
                  <a:gd name="T71" fmla="*/ 32 h 111"/>
                  <a:gd name="T72" fmla="*/ 101 w 127"/>
                  <a:gd name="T73" fmla="*/ 41 h 111"/>
                  <a:gd name="T74" fmla="*/ 95 w 127"/>
                  <a:gd name="T75" fmla="*/ 33 h 111"/>
                  <a:gd name="T76" fmla="*/ 98 w 127"/>
                  <a:gd name="T77" fmla="*/ 41 h 111"/>
                  <a:gd name="T78" fmla="*/ 104 w 127"/>
                  <a:gd name="T79" fmla="*/ 44 h 111"/>
                  <a:gd name="T80" fmla="*/ 101 w 127"/>
                  <a:gd name="T81" fmla="*/ 56 h 111"/>
                  <a:gd name="T82" fmla="*/ 98 w 127"/>
                  <a:gd name="T83" fmla="*/ 68 h 111"/>
                  <a:gd name="T84" fmla="*/ 94 w 127"/>
                  <a:gd name="T85" fmla="*/ 76 h 111"/>
                  <a:gd name="T86" fmla="*/ 82 w 127"/>
                  <a:gd name="T87" fmla="*/ 86 h 111"/>
                  <a:gd name="T88" fmla="*/ 79 w 127"/>
                  <a:gd name="T89" fmla="*/ 77 h 111"/>
                  <a:gd name="T90" fmla="*/ 80 w 127"/>
                  <a:gd name="T91" fmla="*/ 67 h 111"/>
                  <a:gd name="T92" fmla="*/ 76 w 127"/>
                  <a:gd name="T93" fmla="*/ 56 h 111"/>
                  <a:gd name="T94" fmla="*/ 70 w 127"/>
                  <a:gd name="T95" fmla="*/ 50 h 111"/>
                  <a:gd name="T96" fmla="*/ 56 w 127"/>
                  <a:gd name="T97" fmla="*/ 50 h 111"/>
                  <a:gd name="T98" fmla="*/ 50 w 127"/>
                  <a:gd name="T99" fmla="*/ 42 h 111"/>
                  <a:gd name="T100" fmla="*/ 56 w 127"/>
                  <a:gd name="T101" fmla="*/ 27 h 111"/>
                  <a:gd name="T102" fmla="*/ 67 w 127"/>
                  <a:gd name="T103" fmla="*/ 23 h 111"/>
                  <a:gd name="T104" fmla="*/ 73 w 127"/>
                  <a:gd name="T105" fmla="*/ 26 h 111"/>
                  <a:gd name="T106" fmla="*/ 82 w 127"/>
                  <a:gd name="T107" fmla="*/ 26 h 111"/>
                  <a:gd name="T108" fmla="*/ 91 w 127"/>
                  <a:gd name="T109" fmla="*/ 24 h 111"/>
                  <a:gd name="T110" fmla="*/ 83 w 127"/>
                  <a:gd name="T111" fmla="*/ 21 h 111"/>
                  <a:gd name="T112" fmla="*/ 82 w 127"/>
                  <a:gd name="T113" fmla="*/ 18 h 111"/>
                  <a:gd name="T114" fmla="*/ 71 w 127"/>
                  <a:gd name="T115" fmla="*/ 18 h 111"/>
                  <a:gd name="T116" fmla="*/ 62 w 127"/>
                  <a:gd name="T117" fmla="*/ 21 h 111"/>
                  <a:gd name="T118" fmla="*/ 60 w 127"/>
                  <a:gd name="T119" fmla="*/ 11 h 111"/>
                  <a:gd name="T120" fmla="*/ 54 w 127"/>
                  <a:gd name="T121" fmla="*/ 6 h 111"/>
                  <a:gd name="T122" fmla="*/ 61 w 127"/>
                  <a:gd name="T123" fmla="*/ 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7" h="111">
                    <a:moveTo>
                      <a:pt x="52" y="0"/>
                    </a:moveTo>
                    <a:cubicBezTo>
                      <a:pt x="52" y="0"/>
                      <a:pt x="33" y="3"/>
                      <a:pt x="20" y="17"/>
                    </a:cubicBezTo>
                    <a:cubicBezTo>
                      <a:pt x="20" y="17"/>
                      <a:pt x="30" y="7"/>
                      <a:pt x="36" y="7"/>
                    </a:cubicBezTo>
                    <a:cubicBezTo>
                      <a:pt x="37" y="8"/>
                      <a:pt x="37" y="8"/>
                      <a:pt x="37" y="8"/>
                    </a:cubicBezTo>
                    <a:cubicBezTo>
                      <a:pt x="37" y="8"/>
                      <a:pt x="37" y="8"/>
                      <a:pt x="37" y="8"/>
                    </a:cubicBezTo>
                    <a:cubicBezTo>
                      <a:pt x="37" y="9"/>
                      <a:pt x="36" y="10"/>
                      <a:pt x="36" y="10"/>
                    </a:cubicBezTo>
                    <a:cubicBezTo>
                      <a:pt x="36" y="10"/>
                      <a:pt x="36" y="11"/>
                      <a:pt x="36" y="11"/>
                    </a:cubicBezTo>
                    <a:cubicBezTo>
                      <a:pt x="36" y="12"/>
                      <a:pt x="36" y="12"/>
                      <a:pt x="36" y="12"/>
                    </a:cubicBezTo>
                    <a:cubicBezTo>
                      <a:pt x="36" y="12"/>
                      <a:pt x="35" y="12"/>
                      <a:pt x="35" y="12"/>
                    </a:cubicBezTo>
                    <a:cubicBezTo>
                      <a:pt x="35" y="12"/>
                      <a:pt x="35" y="12"/>
                      <a:pt x="35" y="13"/>
                    </a:cubicBezTo>
                    <a:cubicBezTo>
                      <a:pt x="35" y="13"/>
                      <a:pt x="35" y="14"/>
                      <a:pt x="35" y="14"/>
                    </a:cubicBezTo>
                    <a:cubicBezTo>
                      <a:pt x="35" y="15"/>
                      <a:pt x="35" y="15"/>
                      <a:pt x="35" y="15"/>
                    </a:cubicBezTo>
                    <a:cubicBezTo>
                      <a:pt x="35" y="16"/>
                      <a:pt x="35" y="16"/>
                      <a:pt x="35" y="16"/>
                    </a:cubicBezTo>
                    <a:cubicBezTo>
                      <a:pt x="34" y="16"/>
                      <a:pt x="34" y="16"/>
                      <a:pt x="34" y="16"/>
                    </a:cubicBezTo>
                    <a:cubicBezTo>
                      <a:pt x="34" y="16"/>
                      <a:pt x="33" y="16"/>
                      <a:pt x="32" y="16"/>
                    </a:cubicBezTo>
                    <a:cubicBezTo>
                      <a:pt x="32" y="16"/>
                      <a:pt x="32" y="15"/>
                      <a:pt x="32" y="15"/>
                    </a:cubicBezTo>
                    <a:cubicBezTo>
                      <a:pt x="33" y="14"/>
                      <a:pt x="33" y="14"/>
                      <a:pt x="33" y="14"/>
                    </a:cubicBezTo>
                    <a:cubicBezTo>
                      <a:pt x="33" y="14"/>
                      <a:pt x="33" y="14"/>
                      <a:pt x="33" y="14"/>
                    </a:cubicBezTo>
                    <a:cubicBezTo>
                      <a:pt x="32" y="14"/>
                      <a:pt x="32" y="13"/>
                      <a:pt x="32" y="13"/>
                    </a:cubicBezTo>
                    <a:cubicBezTo>
                      <a:pt x="31" y="13"/>
                      <a:pt x="30" y="14"/>
                      <a:pt x="30" y="14"/>
                    </a:cubicBezTo>
                    <a:cubicBezTo>
                      <a:pt x="29" y="15"/>
                      <a:pt x="29" y="15"/>
                      <a:pt x="29" y="15"/>
                    </a:cubicBezTo>
                    <a:cubicBezTo>
                      <a:pt x="29" y="15"/>
                      <a:pt x="29" y="16"/>
                      <a:pt x="29" y="16"/>
                    </a:cubicBezTo>
                    <a:cubicBezTo>
                      <a:pt x="29" y="16"/>
                      <a:pt x="30" y="16"/>
                      <a:pt x="30" y="16"/>
                    </a:cubicBezTo>
                    <a:cubicBezTo>
                      <a:pt x="30" y="16"/>
                      <a:pt x="30" y="17"/>
                      <a:pt x="30" y="17"/>
                    </a:cubicBezTo>
                    <a:cubicBezTo>
                      <a:pt x="30" y="17"/>
                      <a:pt x="30" y="18"/>
                      <a:pt x="30" y="18"/>
                    </a:cubicBezTo>
                    <a:cubicBezTo>
                      <a:pt x="30" y="18"/>
                      <a:pt x="29" y="18"/>
                      <a:pt x="29" y="18"/>
                    </a:cubicBezTo>
                    <a:cubicBezTo>
                      <a:pt x="28" y="18"/>
                      <a:pt x="28" y="18"/>
                      <a:pt x="27" y="18"/>
                    </a:cubicBezTo>
                    <a:cubicBezTo>
                      <a:pt x="27" y="18"/>
                      <a:pt x="26" y="17"/>
                      <a:pt x="26" y="18"/>
                    </a:cubicBezTo>
                    <a:cubicBezTo>
                      <a:pt x="26" y="18"/>
                      <a:pt x="26" y="18"/>
                      <a:pt x="25" y="18"/>
                    </a:cubicBezTo>
                    <a:cubicBezTo>
                      <a:pt x="25" y="18"/>
                      <a:pt x="24" y="19"/>
                      <a:pt x="24" y="19"/>
                    </a:cubicBezTo>
                    <a:cubicBezTo>
                      <a:pt x="24" y="19"/>
                      <a:pt x="24" y="19"/>
                      <a:pt x="24" y="19"/>
                    </a:cubicBezTo>
                    <a:cubicBezTo>
                      <a:pt x="24" y="20"/>
                      <a:pt x="23" y="21"/>
                      <a:pt x="23" y="21"/>
                    </a:cubicBezTo>
                    <a:cubicBezTo>
                      <a:pt x="23" y="21"/>
                      <a:pt x="23" y="21"/>
                      <a:pt x="22" y="21"/>
                    </a:cubicBezTo>
                    <a:cubicBezTo>
                      <a:pt x="21" y="21"/>
                      <a:pt x="21" y="22"/>
                      <a:pt x="21" y="22"/>
                    </a:cubicBezTo>
                    <a:cubicBezTo>
                      <a:pt x="20" y="23"/>
                      <a:pt x="20" y="23"/>
                      <a:pt x="20" y="23"/>
                    </a:cubicBezTo>
                    <a:cubicBezTo>
                      <a:pt x="20" y="23"/>
                      <a:pt x="20" y="23"/>
                      <a:pt x="19" y="24"/>
                    </a:cubicBezTo>
                    <a:cubicBezTo>
                      <a:pt x="19" y="24"/>
                      <a:pt x="17" y="25"/>
                      <a:pt x="17" y="25"/>
                    </a:cubicBezTo>
                    <a:cubicBezTo>
                      <a:pt x="17" y="25"/>
                      <a:pt x="17" y="26"/>
                      <a:pt x="16" y="27"/>
                    </a:cubicBezTo>
                    <a:cubicBezTo>
                      <a:pt x="16" y="27"/>
                      <a:pt x="16" y="28"/>
                      <a:pt x="16" y="28"/>
                    </a:cubicBezTo>
                    <a:cubicBezTo>
                      <a:pt x="16" y="28"/>
                      <a:pt x="16" y="29"/>
                      <a:pt x="16" y="30"/>
                    </a:cubicBezTo>
                    <a:cubicBezTo>
                      <a:pt x="15" y="30"/>
                      <a:pt x="15" y="31"/>
                      <a:pt x="15" y="31"/>
                    </a:cubicBezTo>
                    <a:cubicBezTo>
                      <a:pt x="15" y="31"/>
                      <a:pt x="14" y="32"/>
                      <a:pt x="14" y="32"/>
                    </a:cubicBezTo>
                    <a:cubicBezTo>
                      <a:pt x="14" y="32"/>
                      <a:pt x="13" y="32"/>
                      <a:pt x="12" y="32"/>
                    </a:cubicBezTo>
                    <a:cubicBezTo>
                      <a:pt x="12" y="33"/>
                      <a:pt x="12" y="33"/>
                      <a:pt x="12" y="33"/>
                    </a:cubicBezTo>
                    <a:cubicBezTo>
                      <a:pt x="12" y="34"/>
                      <a:pt x="12" y="34"/>
                      <a:pt x="12" y="34"/>
                    </a:cubicBezTo>
                    <a:cubicBezTo>
                      <a:pt x="13" y="34"/>
                      <a:pt x="13" y="34"/>
                      <a:pt x="13" y="34"/>
                    </a:cubicBezTo>
                    <a:cubicBezTo>
                      <a:pt x="13" y="34"/>
                      <a:pt x="13" y="35"/>
                      <a:pt x="13" y="35"/>
                    </a:cubicBezTo>
                    <a:cubicBezTo>
                      <a:pt x="13" y="36"/>
                      <a:pt x="13" y="37"/>
                      <a:pt x="13" y="37"/>
                    </a:cubicBezTo>
                    <a:cubicBezTo>
                      <a:pt x="14" y="37"/>
                      <a:pt x="14" y="37"/>
                      <a:pt x="14" y="37"/>
                    </a:cubicBezTo>
                    <a:cubicBezTo>
                      <a:pt x="15" y="37"/>
                      <a:pt x="15" y="37"/>
                      <a:pt x="15" y="37"/>
                    </a:cubicBezTo>
                    <a:cubicBezTo>
                      <a:pt x="16" y="38"/>
                      <a:pt x="16" y="38"/>
                      <a:pt x="16" y="38"/>
                    </a:cubicBezTo>
                    <a:cubicBezTo>
                      <a:pt x="17" y="38"/>
                      <a:pt x="17" y="38"/>
                      <a:pt x="17" y="38"/>
                    </a:cubicBezTo>
                    <a:cubicBezTo>
                      <a:pt x="17" y="38"/>
                      <a:pt x="17" y="39"/>
                      <a:pt x="16" y="39"/>
                    </a:cubicBezTo>
                    <a:cubicBezTo>
                      <a:pt x="16" y="39"/>
                      <a:pt x="16" y="39"/>
                      <a:pt x="16" y="39"/>
                    </a:cubicBezTo>
                    <a:cubicBezTo>
                      <a:pt x="16" y="39"/>
                      <a:pt x="16" y="39"/>
                      <a:pt x="16" y="39"/>
                    </a:cubicBezTo>
                    <a:cubicBezTo>
                      <a:pt x="15" y="38"/>
                      <a:pt x="15" y="38"/>
                      <a:pt x="15" y="38"/>
                    </a:cubicBezTo>
                    <a:cubicBezTo>
                      <a:pt x="15" y="38"/>
                      <a:pt x="14" y="38"/>
                      <a:pt x="14" y="38"/>
                    </a:cubicBezTo>
                    <a:cubicBezTo>
                      <a:pt x="14" y="38"/>
                      <a:pt x="13" y="38"/>
                      <a:pt x="13" y="38"/>
                    </a:cubicBezTo>
                    <a:cubicBezTo>
                      <a:pt x="13" y="37"/>
                      <a:pt x="13" y="38"/>
                      <a:pt x="13" y="37"/>
                    </a:cubicBezTo>
                    <a:cubicBezTo>
                      <a:pt x="13" y="37"/>
                      <a:pt x="13" y="37"/>
                      <a:pt x="13" y="36"/>
                    </a:cubicBezTo>
                    <a:cubicBezTo>
                      <a:pt x="13" y="36"/>
                      <a:pt x="12" y="36"/>
                      <a:pt x="12" y="36"/>
                    </a:cubicBezTo>
                    <a:cubicBezTo>
                      <a:pt x="12" y="36"/>
                      <a:pt x="12" y="36"/>
                      <a:pt x="12" y="36"/>
                    </a:cubicBezTo>
                    <a:cubicBezTo>
                      <a:pt x="11" y="35"/>
                      <a:pt x="11" y="35"/>
                      <a:pt x="11" y="35"/>
                    </a:cubicBezTo>
                    <a:cubicBezTo>
                      <a:pt x="11" y="35"/>
                      <a:pt x="11" y="35"/>
                      <a:pt x="11" y="35"/>
                    </a:cubicBezTo>
                    <a:cubicBezTo>
                      <a:pt x="11" y="34"/>
                      <a:pt x="11" y="34"/>
                      <a:pt x="11" y="33"/>
                    </a:cubicBezTo>
                    <a:cubicBezTo>
                      <a:pt x="11" y="33"/>
                      <a:pt x="11" y="33"/>
                      <a:pt x="11" y="32"/>
                    </a:cubicBezTo>
                    <a:cubicBezTo>
                      <a:pt x="11" y="32"/>
                      <a:pt x="11" y="30"/>
                      <a:pt x="11" y="30"/>
                    </a:cubicBezTo>
                    <a:cubicBezTo>
                      <a:pt x="11" y="30"/>
                      <a:pt x="10" y="34"/>
                      <a:pt x="9" y="36"/>
                    </a:cubicBezTo>
                    <a:cubicBezTo>
                      <a:pt x="9" y="36"/>
                      <a:pt x="10" y="36"/>
                      <a:pt x="10" y="37"/>
                    </a:cubicBezTo>
                    <a:cubicBezTo>
                      <a:pt x="10" y="37"/>
                      <a:pt x="10" y="38"/>
                      <a:pt x="10" y="38"/>
                    </a:cubicBezTo>
                    <a:cubicBezTo>
                      <a:pt x="10" y="39"/>
                      <a:pt x="10" y="38"/>
                      <a:pt x="10" y="40"/>
                    </a:cubicBezTo>
                    <a:cubicBezTo>
                      <a:pt x="10" y="41"/>
                      <a:pt x="10" y="42"/>
                      <a:pt x="10" y="42"/>
                    </a:cubicBezTo>
                    <a:cubicBezTo>
                      <a:pt x="10" y="42"/>
                      <a:pt x="9" y="43"/>
                      <a:pt x="9" y="44"/>
                    </a:cubicBezTo>
                    <a:cubicBezTo>
                      <a:pt x="9" y="44"/>
                      <a:pt x="10" y="45"/>
                      <a:pt x="10" y="46"/>
                    </a:cubicBezTo>
                    <a:cubicBezTo>
                      <a:pt x="10" y="46"/>
                      <a:pt x="10" y="46"/>
                      <a:pt x="10" y="46"/>
                    </a:cubicBezTo>
                    <a:cubicBezTo>
                      <a:pt x="10" y="47"/>
                      <a:pt x="10" y="48"/>
                      <a:pt x="10" y="47"/>
                    </a:cubicBezTo>
                    <a:cubicBezTo>
                      <a:pt x="11" y="45"/>
                      <a:pt x="11" y="45"/>
                      <a:pt x="11" y="45"/>
                    </a:cubicBezTo>
                    <a:cubicBezTo>
                      <a:pt x="12" y="45"/>
                      <a:pt x="12" y="45"/>
                      <a:pt x="12" y="45"/>
                    </a:cubicBezTo>
                    <a:cubicBezTo>
                      <a:pt x="12" y="45"/>
                      <a:pt x="12" y="44"/>
                      <a:pt x="13" y="44"/>
                    </a:cubicBezTo>
                    <a:cubicBezTo>
                      <a:pt x="14" y="44"/>
                      <a:pt x="14" y="44"/>
                      <a:pt x="14" y="44"/>
                    </a:cubicBezTo>
                    <a:cubicBezTo>
                      <a:pt x="14" y="45"/>
                      <a:pt x="14" y="46"/>
                      <a:pt x="14" y="46"/>
                    </a:cubicBezTo>
                    <a:cubicBezTo>
                      <a:pt x="14" y="46"/>
                      <a:pt x="16" y="45"/>
                      <a:pt x="16" y="45"/>
                    </a:cubicBezTo>
                    <a:cubicBezTo>
                      <a:pt x="16" y="45"/>
                      <a:pt x="17" y="45"/>
                      <a:pt x="17" y="46"/>
                    </a:cubicBezTo>
                    <a:cubicBezTo>
                      <a:pt x="17" y="47"/>
                      <a:pt x="17" y="47"/>
                      <a:pt x="18" y="48"/>
                    </a:cubicBezTo>
                    <a:cubicBezTo>
                      <a:pt x="18" y="48"/>
                      <a:pt x="18" y="49"/>
                      <a:pt x="18" y="49"/>
                    </a:cubicBezTo>
                    <a:cubicBezTo>
                      <a:pt x="18" y="50"/>
                      <a:pt x="20" y="50"/>
                      <a:pt x="20" y="50"/>
                    </a:cubicBezTo>
                    <a:cubicBezTo>
                      <a:pt x="20" y="50"/>
                      <a:pt x="21" y="50"/>
                      <a:pt x="22" y="50"/>
                    </a:cubicBezTo>
                    <a:cubicBezTo>
                      <a:pt x="22" y="50"/>
                      <a:pt x="22" y="51"/>
                      <a:pt x="22" y="51"/>
                    </a:cubicBezTo>
                    <a:cubicBezTo>
                      <a:pt x="23" y="51"/>
                      <a:pt x="23" y="53"/>
                      <a:pt x="23" y="53"/>
                    </a:cubicBezTo>
                    <a:cubicBezTo>
                      <a:pt x="23" y="53"/>
                      <a:pt x="24" y="54"/>
                      <a:pt x="23" y="54"/>
                    </a:cubicBezTo>
                    <a:cubicBezTo>
                      <a:pt x="23" y="55"/>
                      <a:pt x="23" y="55"/>
                      <a:pt x="24" y="55"/>
                    </a:cubicBezTo>
                    <a:cubicBezTo>
                      <a:pt x="24" y="55"/>
                      <a:pt x="25" y="56"/>
                      <a:pt x="25" y="56"/>
                    </a:cubicBezTo>
                    <a:cubicBezTo>
                      <a:pt x="25" y="56"/>
                      <a:pt x="25" y="57"/>
                      <a:pt x="26" y="57"/>
                    </a:cubicBezTo>
                    <a:cubicBezTo>
                      <a:pt x="27" y="57"/>
                      <a:pt x="27" y="58"/>
                      <a:pt x="28" y="58"/>
                    </a:cubicBezTo>
                    <a:cubicBezTo>
                      <a:pt x="28" y="58"/>
                      <a:pt x="27" y="59"/>
                      <a:pt x="28" y="59"/>
                    </a:cubicBezTo>
                    <a:cubicBezTo>
                      <a:pt x="29" y="59"/>
                      <a:pt x="30" y="58"/>
                      <a:pt x="31" y="59"/>
                    </a:cubicBezTo>
                    <a:cubicBezTo>
                      <a:pt x="31" y="59"/>
                      <a:pt x="31" y="60"/>
                      <a:pt x="32" y="61"/>
                    </a:cubicBezTo>
                    <a:cubicBezTo>
                      <a:pt x="34" y="61"/>
                      <a:pt x="34" y="62"/>
                      <a:pt x="35" y="62"/>
                    </a:cubicBezTo>
                    <a:cubicBezTo>
                      <a:pt x="35" y="62"/>
                      <a:pt x="36" y="62"/>
                      <a:pt x="35" y="63"/>
                    </a:cubicBezTo>
                    <a:cubicBezTo>
                      <a:pt x="35" y="64"/>
                      <a:pt x="35" y="65"/>
                      <a:pt x="35" y="65"/>
                    </a:cubicBezTo>
                    <a:cubicBezTo>
                      <a:pt x="34" y="66"/>
                      <a:pt x="33" y="67"/>
                      <a:pt x="33" y="67"/>
                    </a:cubicBezTo>
                    <a:cubicBezTo>
                      <a:pt x="33" y="68"/>
                      <a:pt x="32" y="69"/>
                      <a:pt x="33" y="69"/>
                    </a:cubicBezTo>
                    <a:cubicBezTo>
                      <a:pt x="33" y="70"/>
                      <a:pt x="33" y="71"/>
                      <a:pt x="33" y="71"/>
                    </a:cubicBezTo>
                    <a:cubicBezTo>
                      <a:pt x="33" y="72"/>
                      <a:pt x="34" y="73"/>
                      <a:pt x="33" y="73"/>
                    </a:cubicBezTo>
                    <a:cubicBezTo>
                      <a:pt x="33" y="74"/>
                      <a:pt x="33" y="75"/>
                      <a:pt x="33" y="75"/>
                    </a:cubicBezTo>
                    <a:cubicBezTo>
                      <a:pt x="33" y="75"/>
                      <a:pt x="34" y="76"/>
                      <a:pt x="33" y="76"/>
                    </a:cubicBezTo>
                    <a:cubicBezTo>
                      <a:pt x="32" y="77"/>
                      <a:pt x="31" y="78"/>
                      <a:pt x="31" y="78"/>
                    </a:cubicBezTo>
                    <a:cubicBezTo>
                      <a:pt x="30" y="78"/>
                      <a:pt x="29" y="79"/>
                      <a:pt x="29" y="79"/>
                    </a:cubicBezTo>
                    <a:cubicBezTo>
                      <a:pt x="29" y="79"/>
                      <a:pt x="29" y="81"/>
                      <a:pt x="29" y="82"/>
                    </a:cubicBezTo>
                    <a:cubicBezTo>
                      <a:pt x="29" y="82"/>
                      <a:pt x="27" y="86"/>
                      <a:pt x="28" y="86"/>
                    </a:cubicBezTo>
                    <a:cubicBezTo>
                      <a:pt x="28" y="87"/>
                      <a:pt x="28" y="88"/>
                      <a:pt x="28" y="89"/>
                    </a:cubicBezTo>
                    <a:cubicBezTo>
                      <a:pt x="28" y="89"/>
                      <a:pt x="28" y="89"/>
                      <a:pt x="28" y="89"/>
                    </a:cubicBezTo>
                    <a:cubicBezTo>
                      <a:pt x="27" y="90"/>
                      <a:pt x="26" y="89"/>
                      <a:pt x="27" y="91"/>
                    </a:cubicBezTo>
                    <a:cubicBezTo>
                      <a:pt x="28" y="92"/>
                      <a:pt x="28" y="92"/>
                      <a:pt x="29" y="93"/>
                    </a:cubicBezTo>
                    <a:cubicBezTo>
                      <a:pt x="29" y="94"/>
                      <a:pt x="29" y="94"/>
                      <a:pt x="29" y="94"/>
                    </a:cubicBezTo>
                    <a:cubicBezTo>
                      <a:pt x="30" y="95"/>
                      <a:pt x="30" y="96"/>
                      <a:pt x="31" y="96"/>
                    </a:cubicBezTo>
                    <a:cubicBezTo>
                      <a:pt x="31" y="97"/>
                      <a:pt x="32" y="97"/>
                      <a:pt x="32" y="98"/>
                    </a:cubicBezTo>
                    <a:cubicBezTo>
                      <a:pt x="32" y="98"/>
                      <a:pt x="33" y="100"/>
                      <a:pt x="32" y="99"/>
                    </a:cubicBezTo>
                    <a:cubicBezTo>
                      <a:pt x="30" y="98"/>
                      <a:pt x="32" y="99"/>
                      <a:pt x="30" y="97"/>
                    </a:cubicBezTo>
                    <a:cubicBezTo>
                      <a:pt x="28" y="95"/>
                      <a:pt x="27" y="96"/>
                      <a:pt x="26" y="95"/>
                    </a:cubicBezTo>
                    <a:cubicBezTo>
                      <a:pt x="25" y="94"/>
                      <a:pt x="27" y="98"/>
                      <a:pt x="25" y="93"/>
                    </a:cubicBezTo>
                    <a:cubicBezTo>
                      <a:pt x="23" y="89"/>
                      <a:pt x="23" y="90"/>
                      <a:pt x="22" y="89"/>
                    </a:cubicBezTo>
                    <a:cubicBezTo>
                      <a:pt x="22" y="88"/>
                      <a:pt x="22" y="89"/>
                      <a:pt x="21" y="87"/>
                    </a:cubicBezTo>
                    <a:cubicBezTo>
                      <a:pt x="20" y="84"/>
                      <a:pt x="21" y="86"/>
                      <a:pt x="20" y="84"/>
                    </a:cubicBezTo>
                    <a:cubicBezTo>
                      <a:pt x="19" y="83"/>
                      <a:pt x="19" y="85"/>
                      <a:pt x="18" y="82"/>
                    </a:cubicBezTo>
                    <a:cubicBezTo>
                      <a:pt x="18" y="80"/>
                      <a:pt x="18" y="82"/>
                      <a:pt x="17" y="79"/>
                    </a:cubicBezTo>
                    <a:cubicBezTo>
                      <a:pt x="16" y="76"/>
                      <a:pt x="18" y="76"/>
                      <a:pt x="16" y="74"/>
                    </a:cubicBezTo>
                    <a:cubicBezTo>
                      <a:pt x="14" y="73"/>
                      <a:pt x="15" y="74"/>
                      <a:pt x="14" y="73"/>
                    </a:cubicBezTo>
                    <a:cubicBezTo>
                      <a:pt x="13" y="72"/>
                      <a:pt x="14" y="73"/>
                      <a:pt x="13" y="70"/>
                    </a:cubicBezTo>
                    <a:cubicBezTo>
                      <a:pt x="11" y="68"/>
                      <a:pt x="10" y="67"/>
                      <a:pt x="10" y="63"/>
                    </a:cubicBezTo>
                    <a:cubicBezTo>
                      <a:pt x="10" y="59"/>
                      <a:pt x="10" y="58"/>
                      <a:pt x="10" y="58"/>
                    </a:cubicBezTo>
                    <a:cubicBezTo>
                      <a:pt x="10" y="58"/>
                      <a:pt x="8" y="56"/>
                      <a:pt x="8" y="54"/>
                    </a:cubicBezTo>
                    <a:cubicBezTo>
                      <a:pt x="9" y="51"/>
                      <a:pt x="9" y="52"/>
                      <a:pt x="9" y="51"/>
                    </a:cubicBezTo>
                    <a:cubicBezTo>
                      <a:pt x="9" y="51"/>
                      <a:pt x="8" y="51"/>
                      <a:pt x="8" y="50"/>
                    </a:cubicBezTo>
                    <a:cubicBezTo>
                      <a:pt x="7" y="49"/>
                      <a:pt x="7" y="49"/>
                      <a:pt x="7" y="48"/>
                    </a:cubicBezTo>
                    <a:cubicBezTo>
                      <a:pt x="7" y="48"/>
                      <a:pt x="6" y="46"/>
                      <a:pt x="6" y="46"/>
                    </a:cubicBezTo>
                    <a:cubicBezTo>
                      <a:pt x="6" y="47"/>
                      <a:pt x="6" y="47"/>
                      <a:pt x="6" y="47"/>
                    </a:cubicBezTo>
                    <a:cubicBezTo>
                      <a:pt x="6" y="47"/>
                      <a:pt x="0" y="101"/>
                      <a:pt x="55" y="110"/>
                    </a:cubicBezTo>
                    <a:cubicBezTo>
                      <a:pt x="55" y="110"/>
                      <a:pt x="42" y="107"/>
                      <a:pt x="41" y="104"/>
                    </a:cubicBezTo>
                    <a:cubicBezTo>
                      <a:pt x="41" y="104"/>
                      <a:pt x="41" y="102"/>
                      <a:pt x="41" y="102"/>
                    </a:cubicBezTo>
                    <a:cubicBezTo>
                      <a:pt x="42" y="102"/>
                      <a:pt x="43" y="102"/>
                      <a:pt x="44" y="102"/>
                    </a:cubicBezTo>
                    <a:cubicBezTo>
                      <a:pt x="44" y="101"/>
                      <a:pt x="45" y="100"/>
                      <a:pt x="45" y="100"/>
                    </a:cubicBezTo>
                    <a:cubicBezTo>
                      <a:pt x="45" y="101"/>
                      <a:pt x="45" y="101"/>
                      <a:pt x="45" y="101"/>
                    </a:cubicBezTo>
                    <a:cubicBezTo>
                      <a:pt x="45" y="101"/>
                      <a:pt x="45" y="101"/>
                      <a:pt x="47" y="101"/>
                    </a:cubicBezTo>
                    <a:cubicBezTo>
                      <a:pt x="49" y="101"/>
                      <a:pt x="49" y="101"/>
                      <a:pt x="50" y="101"/>
                    </a:cubicBezTo>
                    <a:cubicBezTo>
                      <a:pt x="51" y="100"/>
                      <a:pt x="52" y="98"/>
                      <a:pt x="53" y="99"/>
                    </a:cubicBezTo>
                    <a:cubicBezTo>
                      <a:pt x="53" y="101"/>
                      <a:pt x="52" y="100"/>
                      <a:pt x="53" y="101"/>
                    </a:cubicBezTo>
                    <a:cubicBezTo>
                      <a:pt x="55" y="101"/>
                      <a:pt x="57" y="100"/>
                      <a:pt x="57" y="100"/>
                    </a:cubicBezTo>
                    <a:cubicBezTo>
                      <a:pt x="57" y="100"/>
                      <a:pt x="61" y="101"/>
                      <a:pt x="61" y="100"/>
                    </a:cubicBezTo>
                    <a:cubicBezTo>
                      <a:pt x="61" y="100"/>
                      <a:pt x="61" y="99"/>
                      <a:pt x="62" y="99"/>
                    </a:cubicBezTo>
                    <a:cubicBezTo>
                      <a:pt x="63" y="99"/>
                      <a:pt x="63" y="100"/>
                      <a:pt x="63" y="100"/>
                    </a:cubicBezTo>
                    <a:cubicBezTo>
                      <a:pt x="61" y="102"/>
                      <a:pt x="61" y="102"/>
                      <a:pt x="61" y="102"/>
                    </a:cubicBezTo>
                    <a:cubicBezTo>
                      <a:pt x="59" y="103"/>
                      <a:pt x="59" y="103"/>
                      <a:pt x="59" y="103"/>
                    </a:cubicBezTo>
                    <a:cubicBezTo>
                      <a:pt x="59" y="103"/>
                      <a:pt x="58" y="103"/>
                      <a:pt x="59" y="104"/>
                    </a:cubicBezTo>
                    <a:cubicBezTo>
                      <a:pt x="60" y="104"/>
                      <a:pt x="60" y="104"/>
                      <a:pt x="61" y="104"/>
                    </a:cubicBezTo>
                    <a:cubicBezTo>
                      <a:pt x="62" y="104"/>
                      <a:pt x="64" y="106"/>
                      <a:pt x="65" y="105"/>
                    </a:cubicBezTo>
                    <a:cubicBezTo>
                      <a:pt x="65" y="104"/>
                      <a:pt x="65" y="104"/>
                      <a:pt x="66" y="103"/>
                    </a:cubicBezTo>
                    <a:cubicBezTo>
                      <a:pt x="66" y="102"/>
                      <a:pt x="66" y="102"/>
                      <a:pt x="67" y="102"/>
                    </a:cubicBezTo>
                    <a:cubicBezTo>
                      <a:pt x="68" y="102"/>
                      <a:pt x="69" y="102"/>
                      <a:pt x="69" y="102"/>
                    </a:cubicBezTo>
                    <a:cubicBezTo>
                      <a:pt x="68" y="104"/>
                      <a:pt x="68" y="104"/>
                      <a:pt x="68" y="104"/>
                    </a:cubicBezTo>
                    <a:cubicBezTo>
                      <a:pt x="68" y="104"/>
                      <a:pt x="69" y="103"/>
                      <a:pt x="70" y="103"/>
                    </a:cubicBezTo>
                    <a:cubicBezTo>
                      <a:pt x="71" y="103"/>
                      <a:pt x="71" y="104"/>
                      <a:pt x="72" y="104"/>
                    </a:cubicBezTo>
                    <a:cubicBezTo>
                      <a:pt x="73" y="103"/>
                      <a:pt x="73" y="103"/>
                      <a:pt x="74" y="103"/>
                    </a:cubicBezTo>
                    <a:cubicBezTo>
                      <a:pt x="75" y="102"/>
                      <a:pt x="76" y="102"/>
                      <a:pt x="76" y="102"/>
                    </a:cubicBezTo>
                    <a:cubicBezTo>
                      <a:pt x="77" y="102"/>
                      <a:pt x="77" y="102"/>
                      <a:pt x="78" y="102"/>
                    </a:cubicBezTo>
                    <a:cubicBezTo>
                      <a:pt x="78" y="102"/>
                      <a:pt x="80" y="104"/>
                      <a:pt x="80" y="104"/>
                    </a:cubicBezTo>
                    <a:cubicBezTo>
                      <a:pt x="81" y="103"/>
                      <a:pt x="83" y="103"/>
                      <a:pt x="83" y="103"/>
                    </a:cubicBezTo>
                    <a:cubicBezTo>
                      <a:pt x="83" y="103"/>
                      <a:pt x="77" y="109"/>
                      <a:pt x="63" y="110"/>
                    </a:cubicBezTo>
                    <a:cubicBezTo>
                      <a:pt x="63" y="110"/>
                      <a:pt x="94" y="111"/>
                      <a:pt x="110" y="82"/>
                    </a:cubicBezTo>
                    <a:cubicBezTo>
                      <a:pt x="127" y="52"/>
                      <a:pt x="116" y="14"/>
                      <a:pt x="77" y="1"/>
                    </a:cubicBezTo>
                    <a:cubicBezTo>
                      <a:pt x="77" y="1"/>
                      <a:pt x="106" y="12"/>
                      <a:pt x="114" y="40"/>
                    </a:cubicBezTo>
                    <a:cubicBezTo>
                      <a:pt x="113" y="40"/>
                      <a:pt x="113" y="40"/>
                      <a:pt x="113" y="40"/>
                    </a:cubicBezTo>
                    <a:cubicBezTo>
                      <a:pt x="112" y="40"/>
                      <a:pt x="112" y="40"/>
                      <a:pt x="112" y="39"/>
                    </a:cubicBezTo>
                    <a:cubicBezTo>
                      <a:pt x="111" y="37"/>
                      <a:pt x="112" y="38"/>
                      <a:pt x="111" y="37"/>
                    </a:cubicBezTo>
                    <a:cubicBezTo>
                      <a:pt x="111" y="36"/>
                      <a:pt x="111" y="36"/>
                      <a:pt x="110" y="35"/>
                    </a:cubicBezTo>
                    <a:cubicBezTo>
                      <a:pt x="110" y="35"/>
                      <a:pt x="109" y="35"/>
                      <a:pt x="109" y="34"/>
                    </a:cubicBezTo>
                    <a:cubicBezTo>
                      <a:pt x="108" y="34"/>
                      <a:pt x="108" y="32"/>
                      <a:pt x="107" y="31"/>
                    </a:cubicBezTo>
                    <a:cubicBezTo>
                      <a:pt x="107" y="31"/>
                      <a:pt x="106" y="31"/>
                      <a:pt x="105" y="31"/>
                    </a:cubicBezTo>
                    <a:cubicBezTo>
                      <a:pt x="105" y="31"/>
                      <a:pt x="105" y="30"/>
                      <a:pt x="105" y="31"/>
                    </a:cubicBezTo>
                    <a:cubicBezTo>
                      <a:pt x="105" y="31"/>
                      <a:pt x="106" y="32"/>
                      <a:pt x="106" y="32"/>
                    </a:cubicBezTo>
                    <a:cubicBezTo>
                      <a:pt x="106" y="34"/>
                      <a:pt x="106" y="34"/>
                      <a:pt x="106" y="34"/>
                    </a:cubicBezTo>
                    <a:cubicBezTo>
                      <a:pt x="106" y="34"/>
                      <a:pt x="106" y="36"/>
                      <a:pt x="106" y="37"/>
                    </a:cubicBezTo>
                    <a:cubicBezTo>
                      <a:pt x="106" y="37"/>
                      <a:pt x="106" y="39"/>
                      <a:pt x="106" y="39"/>
                    </a:cubicBezTo>
                    <a:cubicBezTo>
                      <a:pt x="106" y="39"/>
                      <a:pt x="105" y="40"/>
                      <a:pt x="105" y="41"/>
                    </a:cubicBezTo>
                    <a:cubicBezTo>
                      <a:pt x="104" y="41"/>
                      <a:pt x="101" y="41"/>
                      <a:pt x="101" y="41"/>
                    </a:cubicBezTo>
                    <a:cubicBezTo>
                      <a:pt x="101" y="41"/>
                      <a:pt x="101" y="40"/>
                      <a:pt x="100" y="39"/>
                    </a:cubicBezTo>
                    <a:cubicBezTo>
                      <a:pt x="100" y="38"/>
                      <a:pt x="98" y="38"/>
                      <a:pt x="98" y="38"/>
                    </a:cubicBezTo>
                    <a:cubicBezTo>
                      <a:pt x="97" y="37"/>
                      <a:pt x="98" y="37"/>
                      <a:pt x="97" y="36"/>
                    </a:cubicBezTo>
                    <a:cubicBezTo>
                      <a:pt x="96" y="35"/>
                      <a:pt x="97" y="35"/>
                      <a:pt x="96" y="34"/>
                    </a:cubicBezTo>
                    <a:cubicBezTo>
                      <a:pt x="95" y="33"/>
                      <a:pt x="95" y="33"/>
                      <a:pt x="95" y="33"/>
                    </a:cubicBezTo>
                    <a:cubicBezTo>
                      <a:pt x="95" y="33"/>
                      <a:pt x="93" y="32"/>
                      <a:pt x="94" y="34"/>
                    </a:cubicBezTo>
                    <a:cubicBezTo>
                      <a:pt x="94" y="35"/>
                      <a:pt x="93" y="36"/>
                      <a:pt x="94" y="36"/>
                    </a:cubicBezTo>
                    <a:cubicBezTo>
                      <a:pt x="95" y="37"/>
                      <a:pt x="95" y="36"/>
                      <a:pt x="96" y="37"/>
                    </a:cubicBezTo>
                    <a:cubicBezTo>
                      <a:pt x="96" y="38"/>
                      <a:pt x="96" y="39"/>
                      <a:pt x="97" y="39"/>
                    </a:cubicBezTo>
                    <a:cubicBezTo>
                      <a:pt x="97" y="40"/>
                      <a:pt x="97" y="41"/>
                      <a:pt x="98" y="41"/>
                    </a:cubicBezTo>
                    <a:cubicBezTo>
                      <a:pt x="98" y="42"/>
                      <a:pt x="100" y="41"/>
                      <a:pt x="100" y="42"/>
                    </a:cubicBezTo>
                    <a:cubicBezTo>
                      <a:pt x="99" y="43"/>
                      <a:pt x="99" y="44"/>
                      <a:pt x="100" y="44"/>
                    </a:cubicBezTo>
                    <a:cubicBezTo>
                      <a:pt x="100" y="44"/>
                      <a:pt x="101" y="45"/>
                      <a:pt x="101" y="44"/>
                    </a:cubicBezTo>
                    <a:cubicBezTo>
                      <a:pt x="102" y="44"/>
                      <a:pt x="101" y="45"/>
                      <a:pt x="102" y="44"/>
                    </a:cubicBezTo>
                    <a:cubicBezTo>
                      <a:pt x="103" y="44"/>
                      <a:pt x="104" y="44"/>
                      <a:pt x="104" y="44"/>
                    </a:cubicBezTo>
                    <a:cubicBezTo>
                      <a:pt x="104" y="44"/>
                      <a:pt x="105" y="45"/>
                      <a:pt x="105" y="45"/>
                    </a:cubicBezTo>
                    <a:cubicBezTo>
                      <a:pt x="105" y="45"/>
                      <a:pt x="105" y="48"/>
                      <a:pt x="105" y="48"/>
                    </a:cubicBezTo>
                    <a:cubicBezTo>
                      <a:pt x="104" y="50"/>
                      <a:pt x="104" y="50"/>
                      <a:pt x="104" y="50"/>
                    </a:cubicBezTo>
                    <a:cubicBezTo>
                      <a:pt x="104" y="50"/>
                      <a:pt x="104" y="54"/>
                      <a:pt x="103" y="54"/>
                    </a:cubicBezTo>
                    <a:cubicBezTo>
                      <a:pt x="103" y="54"/>
                      <a:pt x="102" y="55"/>
                      <a:pt x="101" y="56"/>
                    </a:cubicBezTo>
                    <a:cubicBezTo>
                      <a:pt x="101" y="56"/>
                      <a:pt x="101" y="59"/>
                      <a:pt x="101" y="59"/>
                    </a:cubicBezTo>
                    <a:cubicBezTo>
                      <a:pt x="100" y="60"/>
                      <a:pt x="100" y="60"/>
                      <a:pt x="100" y="60"/>
                    </a:cubicBezTo>
                    <a:cubicBezTo>
                      <a:pt x="100" y="60"/>
                      <a:pt x="100" y="62"/>
                      <a:pt x="100" y="62"/>
                    </a:cubicBezTo>
                    <a:cubicBezTo>
                      <a:pt x="100" y="63"/>
                      <a:pt x="100" y="65"/>
                      <a:pt x="100" y="66"/>
                    </a:cubicBezTo>
                    <a:cubicBezTo>
                      <a:pt x="100" y="67"/>
                      <a:pt x="98" y="68"/>
                      <a:pt x="98" y="68"/>
                    </a:cubicBezTo>
                    <a:cubicBezTo>
                      <a:pt x="98" y="68"/>
                      <a:pt x="100" y="70"/>
                      <a:pt x="99" y="70"/>
                    </a:cubicBezTo>
                    <a:cubicBezTo>
                      <a:pt x="98" y="70"/>
                      <a:pt x="97" y="72"/>
                      <a:pt x="97" y="72"/>
                    </a:cubicBezTo>
                    <a:cubicBezTo>
                      <a:pt x="97" y="73"/>
                      <a:pt x="97" y="74"/>
                      <a:pt x="96" y="74"/>
                    </a:cubicBezTo>
                    <a:cubicBezTo>
                      <a:pt x="95" y="74"/>
                      <a:pt x="94" y="74"/>
                      <a:pt x="94" y="74"/>
                    </a:cubicBezTo>
                    <a:cubicBezTo>
                      <a:pt x="94" y="75"/>
                      <a:pt x="94" y="76"/>
                      <a:pt x="94" y="76"/>
                    </a:cubicBezTo>
                    <a:cubicBezTo>
                      <a:pt x="92" y="79"/>
                      <a:pt x="92" y="79"/>
                      <a:pt x="92" y="79"/>
                    </a:cubicBezTo>
                    <a:cubicBezTo>
                      <a:pt x="90" y="81"/>
                      <a:pt x="90" y="81"/>
                      <a:pt x="90" y="81"/>
                    </a:cubicBezTo>
                    <a:cubicBezTo>
                      <a:pt x="90" y="81"/>
                      <a:pt x="90" y="83"/>
                      <a:pt x="89" y="83"/>
                    </a:cubicBezTo>
                    <a:cubicBezTo>
                      <a:pt x="88" y="83"/>
                      <a:pt x="86" y="84"/>
                      <a:pt x="85" y="85"/>
                    </a:cubicBezTo>
                    <a:cubicBezTo>
                      <a:pt x="85" y="85"/>
                      <a:pt x="83" y="86"/>
                      <a:pt x="82" y="86"/>
                    </a:cubicBezTo>
                    <a:cubicBezTo>
                      <a:pt x="82" y="86"/>
                      <a:pt x="83" y="88"/>
                      <a:pt x="82" y="86"/>
                    </a:cubicBezTo>
                    <a:cubicBezTo>
                      <a:pt x="81" y="84"/>
                      <a:pt x="82" y="85"/>
                      <a:pt x="81" y="83"/>
                    </a:cubicBezTo>
                    <a:cubicBezTo>
                      <a:pt x="80" y="81"/>
                      <a:pt x="80" y="83"/>
                      <a:pt x="80" y="81"/>
                    </a:cubicBezTo>
                    <a:cubicBezTo>
                      <a:pt x="80" y="79"/>
                      <a:pt x="80" y="81"/>
                      <a:pt x="80" y="79"/>
                    </a:cubicBezTo>
                    <a:cubicBezTo>
                      <a:pt x="80" y="78"/>
                      <a:pt x="80" y="79"/>
                      <a:pt x="79" y="77"/>
                    </a:cubicBezTo>
                    <a:cubicBezTo>
                      <a:pt x="79" y="76"/>
                      <a:pt x="79" y="76"/>
                      <a:pt x="78" y="75"/>
                    </a:cubicBezTo>
                    <a:cubicBezTo>
                      <a:pt x="77" y="74"/>
                      <a:pt x="76" y="75"/>
                      <a:pt x="76" y="73"/>
                    </a:cubicBezTo>
                    <a:cubicBezTo>
                      <a:pt x="77" y="72"/>
                      <a:pt x="77" y="73"/>
                      <a:pt x="77" y="72"/>
                    </a:cubicBezTo>
                    <a:cubicBezTo>
                      <a:pt x="77" y="70"/>
                      <a:pt x="77" y="70"/>
                      <a:pt x="78" y="69"/>
                    </a:cubicBezTo>
                    <a:cubicBezTo>
                      <a:pt x="79" y="68"/>
                      <a:pt x="80" y="68"/>
                      <a:pt x="80" y="67"/>
                    </a:cubicBezTo>
                    <a:cubicBezTo>
                      <a:pt x="80" y="66"/>
                      <a:pt x="80" y="66"/>
                      <a:pt x="79" y="65"/>
                    </a:cubicBezTo>
                    <a:cubicBezTo>
                      <a:pt x="79" y="64"/>
                      <a:pt x="78" y="63"/>
                      <a:pt x="78" y="63"/>
                    </a:cubicBezTo>
                    <a:cubicBezTo>
                      <a:pt x="78" y="63"/>
                      <a:pt x="78" y="63"/>
                      <a:pt x="77" y="62"/>
                    </a:cubicBezTo>
                    <a:cubicBezTo>
                      <a:pt x="76" y="61"/>
                      <a:pt x="76" y="60"/>
                      <a:pt x="76" y="60"/>
                    </a:cubicBezTo>
                    <a:cubicBezTo>
                      <a:pt x="76" y="60"/>
                      <a:pt x="76" y="57"/>
                      <a:pt x="76" y="56"/>
                    </a:cubicBezTo>
                    <a:cubicBezTo>
                      <a:pt x="76" y="55"/>
                      <a:pt x="75" y="57"/>
                      <a:pt x="76" y="55"/>
                    </a:cubicBezTo>
                    <a:cubicBezTo>
                      <a:pt x="76" y="53"/>
                      <a:pt x="76" y="52"/>
                      <a:pt x="76" y="52"/>
                    </a:cubicBezTo>
                    <a:cubicBezTo>
                      <a:pt x="76" y="52"/>
                      <a:pt x="74" y="51"/>
                      <a:pt x="73" y="51"/>
                    </a:cubicBezTo>
                    <a:cubicBezTo>
                      <a:pt x="73" y="51"/>
                      <a:pt x="73" y="52"/>
                      <a:pt x="72" y="52"/>
                    </a:cubicBezTo>
                    <a:cubicBezTo>
                      <a:pt x="70" y="51"/>
                      <a:pt x="71" y="50"/>
                      <a:pt x="70" y="50"/>
                    </a:cubicBezTo>
                    <a:cubicBezTo>
                      <a:pt x="70" y="49"/>
                      <a:pt x="69" y="49"/>
                      <a:pt x="68" y="50"/>
                    </a:cubicBezTo>
                    <a:cubicBezTo>
                      <a:pt x="68" y="50"/>
                      <a:pt x="66" y="50"/>
                      <a:pt x="65" y="51"/>
                    </a:cubicBezTo>
                    <a:cubicBezTo>
                      <a:pt x="64" y="51"/>
                      <a:pt x="64" y="51"/>
                      <a:pt x="62" y="51"/>
                    </a:cubicBezTo>
                    <a:cubicBezTo>
                      <a:pt x="61" y="51"/>
                      <a:pt x="59" y="52"/>
                      <a:pt x="58" y="51"/>
                    </a:cubicBezTo>
                    <a:cubicBezTo>
                      <a:pt x="56" y="51"/>
                      <a:pt x="56" y="51"/>
                      <a:pt x="56" y="50"/>
                    </a:cubicBezTo>
                    <a:cubicBezTo>
                      <a:pt x="55" y="49"/>
                      <a:pt x="56" y="49"/>
                      <a:pt x="55" y="48"/>
                    </a:cubicBezTo>
                    <a:cubicBezTo>
                      <a:pt x="53" y="48"/>
                      <a:pt x="53" y="48"/>
                      <a:pt x="53" y="47"/>
                    </a:cubicBezTo>
                    <a:cubicBezTo>
                      <a:pt x="53" y="46"/>
                      <a:pt x="53" y="46"/>
                      <a:pt x="53" y="45"/>
                    </a:cubicBezTo>
                    <a:cubicBezTo>
                      <a:pt x="52" y="44"/>
                      <a:pt x="53" y="46"/>
                      <a:pt x="52" y="44"/>
                    </a:cubicBezTo>
                    <a:cubicBezTo>
                      <a:pt x="50" y="42"/>
                      <a:pt x="50" y="44"/>
                      <a:pt x="50" y="42"/>
                    </a:cubicBezTo>
                    <a:cubicBezTo>
                      <a:pt x="51" y="41"/>
                      <a:pt x="51" y="42"/>
                      <a:pt x="51" y="40"/>
                    </a:cubicBezTo>
                    <a:cubicBezTo>
                      <a:pt x="51" y="39"/>
                      <a:pt x="53" y="41"/>
                      <a:pt x="52" y="38"/>
                    </a:cubicBezTo>
                    <a:cubicBezTo>
                      <a:pt x="51" y="35"/>
                      <a:pt x="50" y="35"/>
                      <a:pt x="52" y="33"/>
                    </a:cubicBezTo>
                    <a:cubicBezTo>
                      <a:pt x="53" y="31"/>
                      <a:pt x="55" y="30"/>
                      <a:pt x="55" y="30"/>
                    </a:cubicBezTo>
                    <a:cubicBezTo>
                      <a:pt x="55" y="29"/>
                      <a:pt x="56" y="28"/>
                      <a:pt x="56" y="27"/>
                    </a:cubicBezTo>
                    <a:cubicBezTo>
                      <a:pt x="57" y="27"/>
                      <a:pt x="56" y="27"/>
                      <a:pt x="58" y="27"/>
                    </a:cubicBezTo>
                    <a:cubicBezTo>
                      <a:pt x="59" y="27"/>
                      <a:pt x="60" y="26"/>
                      <a:pt x="61" y="26"/>
                    </a:cubicBezTo>
                    <a:cubicBezTo>
                      <a:pt x="62" y="25"/>
                      <a:pt x="63" y="24"/>
                      <a:pt x="63" y="23"/>
                    </a:cubicBezTo>
                    <a:cubicBezTo>
                      <a:pt x="64" y="23"/>
                      <a:pt x="63" y="24"/>
                      <a:pt x="65" y="23"/>
                    </a:cubicBezTo>
                    <a:cubicBezTo>
                      <a:pt x="66" y="23"/>
                      <a:pt x="66" y="23"/>
                      <a:pt x="67" y="23"/>
                    </a:cubicBezTo>
                    <a:cubicBezTo>
                      <a:pt x="68" y="23"/>
                      <a:pt x="66" y="23"/>
                      <a:pt x="68" y="23"/>
                    </a:cubicBezTo>
                    <a:cubicBezTo>
                      <a:pt x="70" y="22"/>
                      <a:pt x="70" y="22"/>
                      <a:pt x="70" y="22"/>
                    </a:cubicBezTo>
                    <a:cubicBezTo>
                      <a:pt x="71" y="22"/>
                      <a:pt x="71" y="23"/>
                      <a:pt x="72" y="23"/>
                    </a:cubicBezTo>
                    <a:cubicBezTo>
                      <a:pt x="72" y="23"/>
                      <a:pt x="72" y="21"/>
                      <a:pt x="72" y="23"/>
                    </a:cubicBezTo>
                    <a:cubicBezTo>
                      <a:pt x="73" y="25"/>
                      <a:pt x="72" y="26"/>
                      <a:pt x="73" y="26"/>
                    </a:cubicBezTo>
                    <a:cubicBezTo>
                      <a:pt x="75" y="26"/>
                      <a:pt x="73" y="26"/>
                      <a:pt x="75" y="26"/>
                    </a:cubicBezTo>
                    <a:cubicBezTo>
                      <a:pt x="76" y="26"/>
                      <a:pt x="76" y="26"/>
                      <a:pt x="77" y="27"/>
                    </a:cubicBezTo>
                    <a:cubicBezTo>
                      <a:pt x="77" y="27"/>
                      <a:pt x="78" y="27"/>
                      <a:pt x="79" y="27"/>
                    </a:cubicBezTo>
                    <a:cubicBezTo>
                      <a:pt x="80" y="27"/>
                      <a:pt x="79" y="29"/>
                      <a:pt x="80" y="27"/>
                    </a:cubicBezTo>
                    <a:cubicBezTo>
                      <a:pt x="82" y="26"/>
                      <a:pt x="79" y="26"/>
                      <a:pt x="82" y="26"/>
                    </a:cubicBezTo>
                    <a:cubicBezTo>
                      <a:pt x="85" y="26"/>
                      <a:pt x="85" y="27"/>
                      <a:pt x="86" y="26"/>
                    </a:cubicBezTo>
                    <a:cubicBezTo>
                      <a:pt x="86" y="26"/>
                      <a:pt x="86" y="27"/>
                      <a:pt x="88" y="26"/>
                    </a:cubicBezTo>
                    <a:cubicBezTo>
                      <a:pt x="89" y="25"/>
                      <a:pt x="89" y="25"/>
                      <a:pt x="90" y="26"/>
                    </a:cubicBezTo>
                    <a:cubicBezTo>
                      <a:pt x="90" y="26"/>
                      <a:pt x="90" y="27"/>
                      <a:pt x="91" y="26"/>
                    </a:cubicBezTo>
                    <a:cubicBezTo>
                      <a:pt x="91" y="25"/>
                      <a:pt x="92" y="25"/>
                      <a:pt x="91" y="24"/>
                    </a:cubicBezTo>
                    <a:cubicBezTo>
                      <a:pt x="89" y="24"/>
                      <a:pt x="89" y="24"/>
                      <a:pt x="88" y="23"/>
                    </a:cubicBezTo>
                    <a:cubicBezTo>
                      <a:pt x="88" y="22"/>
                      <a:pt x="90" y="23"/>
                      <a:pt x="88" y="22"/>
                    </a:cubicBezTo>
                    <a:cubicBezTo>
                      <a:pt x="87" y="22"/>
                      <a:pt x="87" y="22"/>
                      <a:pt x="86" y="22"/>
                    </a:cubicBezTo>
                    <a:cubicBezTo>
                      <a:pt x="84" y="21"/>
                      <a:pt x="83" y="23"/>
                      <a:pt x="83" y="22"/>
                    </a:cubicBezTo>
                    <a:cubicBezTo>
                      <a:pt x="83" y="21"/>
                      <a:pt x="80" y="23"/>
                      <a:pt x="83" y="21"/>
                    </a:cubicBezTo>
                    <a:cubicBezTo>
                      <a:pt x="85" y="19"/>
                      <a:pt x="84" y="18"/>
                      <a:pt x="85" y="18"/>
                    </a:cubicBezTo>
                    <a:cubicBezTo>
                      <a:pt x="87" y="19"/>
                      <a:pt x="86" y="20"/>
                      <a:pt x="87" y="19"/>
                    </a:cubicBezTo>
                    <a:cubicBezTo>
                      <a:pt x="88" y="18"/>
                      <a:pt x="90" y="18"/>
                      <a:pt x="88" y="17"/>
                    </a:cubicBezTo>
                    <a:cubicBezTo>
                      <a:pt x="86" y="16"/>
                      <a:pt x="88" y="16"/>
                      <a:pt x="86" y="15"/>
                    </a:cubicBezTo>
                    <a:cubicBezTo>
                      <a:pt x="84" y="14"/>
                      <a:pt x="83" y="18"/>
                      <a:pt x="82" y="18"/>
                    </a:cubicBezTo>
                    <a:cubicBezTo>
                      <a:pt x="81" y="17"/>
                      <a:pt x="81" y="17"/>
                      <a:pt x="80" y="17"/>
                    </a:cubicBezTo>
                    <a:cubicBezTo>
                      <a:pt x="80" y="17"/>
                      <a:pt x="80" y="19"/>
                      <a:pt x="80" y="20"/>
                    </a:cubicBezTo>
                    <a:cubicBezTo>
                      <a:pt x="79" y="21"/>
                      <a:pt x="80" y="21"/>
                      <a:pt x="79" y="20"/>
                    </a:cubicBezTo>
                    <a:cubicBezTo>
                      <a:pt x="77" y="20"/>
                      <a:pt x="81" y="20"/>
                      <a:pt x="77" y="18"/>
                    </a:cubicBezTo>
                    <a:cubicBezTo>
                      <a:pt x="73" y="17"/>
                      <a:pt x="72" y="17"/>
                      <a:pt x="71" y="18"/>
                    </a:cubicBezTo>
                    <a:cubicBezTo>
                      <a:pt x="71" y="18"/>
                      <a:pt x="70" y="18"/>
                      <a:pt x="70" y="19"/>
                    </a:cubicBezTo>
                    <a:cubicBezTo>
                      <a:pt x="69" y="19"/>
                      <a:pt x="71" y="20"/>
                      <a:pt x="69" y="19"/>
                    </a:cubicBezTo>
                    <a:cubicBezTo>
                      <a:pt x="68" y="18"/>
                      <a:pt x="66" y="20"/>
                      <a:pt x="66" y="20"/>
                    </a:cubicBezTo>
                    <a:cubicBezTo>
                      <a:pt x="66" y="20"/>
                      <a:pt x="66" y="19"/>
                      <a:pt x="65" y="20"/>
                    </a:cubicBezTo>
                    <a:cubicBezTo>
                      <a:pt x="64" y="20"/>
                      <a:pt x="63" y="21"/>
                      <a:pt x="62" y="21"/>
                    </a:cubicBezTo>
                    <a:cubicBezTo>
                      <a:pt x="61" y="20"/>
                      <a:pt x="60" y="21"/>
                      <a:pt x="61" y="19"/>
                    </a:cubicBezTo>
                    <a:cubicBezTo>
                      <a:pt x="63" y="17"/>
                      <a:pt x="62" y="18"/>
                      <a:pt x="64" y="17"/>
                    </a:cubicBezTo>
                    <a:cubicBezTo>
                      <a:pt x="66" y="16"/>
                      <a:pt x="69" y="16"/>
                      <a:pt x="66" y="16"/>
                    </a:cubicBezTo>
                    <a:cubicBezTo>
                      <a:pt x="63" y="15"/>
                      <a:pt x="68" y="15"/>
                      <a:pt x="64" y="13"/>
                    </a:cubicBezTo>
                    <a:cubicBezTo>
                      <a:pt x="60" y="11"/>
                      <a:pt x="60" y="14"/>
                      <a:pt x="60" y="11"/>
                    </a:cubicBezTo>
                    <a:cubicBezTo>
                      <a:pt x="61" y="9"/>
                      <a:pt x="60" y="9"/>
                      <a:pt x="59" y="9"/>
                    </a:cubicBezTo>
                    <a:cubicBezTo>
                      <a:pt x="59" y="9"/>
                      <a:pt x="56" y="10"/>
                      <a:pt x="55" y="10"/>
                    </a:cubicBezTo>
                    <a:cubicBezTo>
                      <a:pt x="54" y="10"/>
                      <a:pt x="55" y="11"/>
                      <a:pt x="54" y="10"/>
                    </a:cubicBezTo>
                    <a:cubicBezTo>
                      <a:pt x="52" y="9"/>
                      <a:pt x="51" y="10"/>
                      <a:pt x="52" y="9"/>
                    </a:cubicBezTo>
                    <a:cubicBezTo>
                      <a:pt x="53" y="7"/>
                      <a:pt x="53" y="7"/>
                      <a:pt x="54" y="6"/>
                    </a:cubicBezTo>
                    <a:cubicBezTo>
                      <a:pt x="55" y="5"/>
                      <a:pt x="55" y="2"/>
                      <a:pt x="57" y="3"/>
                    </a:cubicBezTo>
                    <a:cubicBezTo>
                      <a:pt x="60" y="4"/>
                      <a:pt x="59" y="4"/>
                      <a:pt x="61" y="4"/>
                    </a:cubicBezTo>
                    <a:cubicBezTo>
                      <a:pt x="63" y="4"/>
                      <a:pt x="64" y="4"/>
                      <a:pt x="64" y="3"/>
                    </a:cubicBezTo>
                    <a:cubicBezTo>
                      <a:pt x="64" y="3"/>
                      <a:pt x="62" y="2"/>
                      <a:pt x="62" y="2"/>
                    </a:cubicBezTo>
                    <a:cubicBezTo>
                      <a:pt x="62" y="2"/>
                      <a:pt x="61" y="2"/>
                      <a:pt x="61" y="2"/>
                    </a:cubicBezTo>
                    <a:cubicBezTo>
                      <a:pt x="61" y="1"/>
                      <a:pt x="62" y="0"/>
                      <a:pt x="62" y="0"/>
                    </a:cubicBezTo>
                    <a:cubicBezTo>
                      <a:pt x="61" y="0"/>
                      <a:pt x="61" y="0"/>
                      <a:pt x="61" y="0"/>
                    </a:cubicBezTo>
                    <a:cubicBezTo>
                      <a:pt x="61" y="0"/>
                      <a:pt x="54" y="0"/>
                      <a:pt x="52" y="0"/>
                    </a:cubicBez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Freeform 3769"/>
              <p:cNvSpPr>
                <a:spLocks/>
              </p:cNvSpPr>
              <p:nvPr/>
            </p:nvSpPr>
            <p:spPr bwMode="auto">
              <a:xfrm>
                <a:off x="8374565" y="4646548"/>
                <a:ext cx="110687" cy="128296"/>
              </a:xfrm>
              <a:custGeom>
                <a:avLst/>
                <a:gdLst>
                  <a:gd name="T0" fmla="*/ 26 w 37"/>
                  <a:gd name="T1" fmla="*/ 2 h 43"/>
                  <a:gd name="T2" fmla="*/ 26 w 37"/>
                  <a:gd name="T3" fmla="*/ 16 h 43"/>
                  <a:gd name="T4" fmla="*/ 15 w 37"/>
                  <a:gd name="T5" fmla="*/ 25 h 43"/>
                  <a:gd name="T6" fmla="*/ 1 w 37"/>
                  <a:gd name="T7" fmla="*/ 35 h 43"/>
                  <a:gd name="T8" fmla="*/ 37 w 37"/>
                  <a:gd name="T9" fmla="*/ 43 h 43"/>
                  <a:gd name="T10" fmla="*/ 37 w 37"/>
                  <a:gd name="T11" fmla="*/ 0 h 43"/>
                  <a:gd name="T12" fmla="*/ 26 w 37"/>
                  <a:gd name="T13" fmla="*/ 2 h 43"/>
                </a:gdLst>
                <a:ahLst/>
                <a:cxnLst>
                  <a:cxn ang="0">
                    <a:pos x="T0" y="T1"/>
                  </a:cxn>
                  <a:cxn ang="0">
                    <a:pos x="T2" y="T3"/>
                  </a:cxn>
                  <a:cxn ang="0">
                    <a:pos x="T4" y="T5"/>
                  </a:cxn>
                  <a:cxn ang="0">
                    <a:pos x="T6" y="T7"/>
                  </a:cxn>
                  <a:cxn ang="0">
                    <a:pos x="T8" y="T9"/>
                  </a:cxn>
                  <a:cxn ang="0">
                    <a:pos x="T10" y="T11"/>
                  </a:cxn>
                  <a:cxn ang="0">
                    <a:pos x="T12" y="T13"/>
                  </a:cxn>
                </a:cxnLst>
                <a:rect l="0" t="0" r="r" b="b"/>
                <a:pathLst>
                  <a:path w="37" h="43">
                    <a:moveTo>
                      <a:pt x="26" y="2"/>
                    </a:moveTo>
                    <a:cubicBezTo>
                      <a:pt x="26" y="16"/>
                      <a:pt x="26" y="16"/>
                      <a:pt x="26" y="16"/>
                    </a:cubicBezTo>
                    <a:cubicBezTo>
                      <a:pt x="26" y="16"/>
                      <a:pt x="22" y="22"/>
                      <a:pt x="15" y="25"/>
                    </a:cubicBezTo>
                    <a:cubicBezTo>
                      <a:pt x="7" y="27"/>
                      <a:pt x="0" y="31"/>
                      <a:pt x="1" y="35"/>
                    </a:cubicBezTo>
                    <a:cubicBezTo>
                      <a:pt x="2" y="39"/>
                      <a:pt x="11" y="43"/>
                      <a:pt x="37" y="43"/>
                    </a:cubicBezTo>
                    <a:cubicBezTo>
                      <a:pt x="37" y="0"/>
                      <a:pt x="37" y="0"/>
                      <a:pt x="37" y="0"/>
                    </a:cubicBezTo>
                    <a:lnTo>
                      <a:pt x="26" y="2"/>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Freeform 3770"/>
              <p:cNvSpPr>
                <a:spLocks/>
              </p:cNvSpPr>
              <p:nvPr/>
            </p:nvSpPr>
            <p:spPr bwMode="auto">
              <a:xfrm>
                <a:off x="8472672" y="4646548"/>
                <a:ext cx="101882" cy="128296"/>
              </a:xfrm>
              <a:custGeom>
                <a:avLst/>
                <a:gdLst>
                  <a:gd name="T0" fmla="*/ 8 w 34"/>
                  <a:gd name="T1" fmla="*/ 2 h 43"/>
                  <a:gd name="T2" fmla="*/ 8 w 34"/>
                  <a:gd name="T3" fmla="*/ 16 h 43"/>
                  <a:gd name="T4" fmla="*/ 18 w 34"/>
                  <a:gd name="T5" fmla="*/ 25 h 43"/>
                  <a:gd name="T6" fmla="*/ 34 w 34"/>
                  <a:gd name="T7" fmla="*/ 35 h 43"/>
                  <a:gd name="T8" fmla="*/ 0 w 34"/>
                  <a:gd name="T9" fmla="*/ 43 h 43"/>
                  <a:gd name="T10" fmla="*/ 0 w 34"/>
                  <a:gd name="T11" fmla="*/ 0 h 43"/>
                  <a:gd name="T12" fmla="*/ 8 w 34"/>
                  <a:gd name="T13" fmla="*/ 2 h 43"/>
                </a:gdLst>
                <a:ahLst/>
                <a:cxnLst>
                  <a:cxn ang="0">
                    <a:pos x="T0" y="T1"/>
                  </a:cxn>
                  <a:cxn ang="0">
                    <a:pos x="T2" y="T3"/>
                  </a:cxn>
                  <a:cxn ang="0">
                    <a:pos x="T4" y="T5"/>
                  </a:cxn>
                  <a:cxn ang="0">
                    <a:pos x="T6" y="T7"/>
                  </a:cxn>
                  <a:cxn ang="0">
                    <a:pos x="T8" y="T9"/>
                  </a:cxn>
                  <a:cxn ang="0">
                    <a:pos x="T10" y="T11"/>
                  </a:cxn>
                  <a:cxn ang="0">
                    <a:pos x="T12" y="T13"/>
                  </a:cxn>
                </a:cxnLst>
                <a:rect l="0" t="0" r="r" b="b"/>
                <a:pathLst>
                  <a:path w="34" h="43">
                    <a:moveTo>
                      <a:pt x="8" y="2"/>
                    </a:moveTo>
                    <a:cubicBezTo>
                      <a:pt x="8" y="16"/>
                      <a:pt x="8" y="16"/>
                      <a:pt x="8" y="16"/>
                    </a:cubicBezTo>
                    <a:cubicBezTo>
                      <a:pt x="8" y="16"/>
                      <a:pt x="10" y="22"/>
                      <a:pt x="18" y="25"/>
                    </a:cubicBezTo>
                    <a:cubicBezTo>
                      <a:pt x="25" y="27"/>
                      <a:pt x="34" y="31"/>
                      <a:pt x="34" y="35"/>
                    </a:cubicBezTo>
                    <a:cubicBezTo>
                      <a:pt x="33" y="39"/>
                      <a:pt x="19" y="43"/>
                      <a:pt x="0" y="43"/>
                    </a:cubicBezTo>
                    <a:cubicBezTo>
                      <a:pt x="0" y="0"/>
                      <a:pt x="0" y="0"/>
                      <a:pt x="0" y="0"/>
                    </a:cubicBezTo>
                    <a:lnTo>
                      <a:pt x="8" y="2"/>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Freeform 3771"/>
              <p:cNvSpPr>
                <a:spLocks/>
              </p:cNvSpPr>
              <p:nvPr/>
            </p:nvSpPr>
            <p:spPr bwMode="auto">
              <a:xfrm>
                <a:off x="8291548" y="4274238"/>
                <a:ext cx="381114" cy="384887"/>
              </a:xfrm>
              <a:custGeom>
                <a:avLst/>
                <a:gdLst>
                  <a:gd name="T0" fmla="*/ 94 w 128"/>
                  <a:gd name="T1" fmla="*/ 7 h 129"/>
                  <a:gd name="T2" fmla="*/ 120 w 128"/>
                  <a:gd name="T3" fmla="*/ 58 h 129"/>
                  <a:gd name="T4" fmla="*/ 57 w 128"/>
                  <a:gd name="T5" fmla="*/ 121 h 129"/>
                  <a:gd name="T6" fmla="*/ 7 w 128"/>
                  <a:gd name="T7" fmla="*/ 96 h 129"/>
                  <a:gd name="T8" fmla="*/ 0 w 128"/>
                  <a:gd name="T9" fmla="*/ 101 h 129"/>
                  <a:gd name="T10" fmla="*/ 57 w 128"/>
                  <a:gd name="T11" fmla="*/ 129 h 129"/>
                  <a:gd name="T12" fmla="*/ 128 w 128"/>
                  <a:gd name="T13" fmla="*/ 58 h 129"/>
                  <a:gd name="T14" fmla="*/ 99 w 128"/>
                  <a:gd name="T15" fmla="*/ 0 h 129"/>
                  <a:gd name="T16" fmla="*/ 94 w 128"/>
                  <a:gd name="T17" fmla="*/ 7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9">
                    <a:moveTo>
                      <a:pt x="94" y="7"/>
                    </a:moveTo>
                    <a:cubicBezTo>
                      <a:pt x="110" y="18"/>
                      <a:pt x="120" y="37"/>
                      <a:pt x="120" y="58"/>
                    </a:cubicBezTo>
                    <a:cubicBezTo>
                      <a:pt x="120" y="93"/>
                      <a:pt x="92" y="121"/>
                      <a:pt x="57" y="121"/>
                    </a:cubicBezTo>
                    <a:cubicBezTo>
                      <a:pt x="37" y="121"/>
                      <a:pt x="18" y="111"/>
                      <a:pt x="7" y="96"/>
                    </a:cubicBezTo>
                    <a:cubicBezTo>
                      <a:pt x="0" y="101"/>
                      <a:pt x="0" y="101"/>
                      <a:pt x="0" y="101"/>
                    </a:cubicBezTo>
                    <a:cubicBezTo>
                      <a:pt x="13" y="118"/>
                      <a:pt x="34" y="129"/>
                      <a:pt x="57" y="129"/>
                    </a:cubicBezTo>
                    <a:cubicBezTo>
                      <a:pt x="97" y="129"/>
                      <a:pt x="128" y="97"/>
                      <a:pt x="128" y="58"/>
                    </a:cubicBezTo>
                    <a:cubicBezTo>
                      <a:pt x="128" y="34"/>
                      <a:pt x="117" y="13"/>
                      <a:pt x="99" y="0"/>
                    </a:cubicBezTo>
                    <a:lnTo>
                      <a:pt x="94" y="7"/>
                    </a:ln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Freeform 3772"/>
              <p:cNvSpPr>
                <a:spLocks noEditPoints="1"/>
              </p:cNvSpPr>
              <p:nvPr/>
            </p:nvSpPr>
            <p:spPr bwMode="auto">
              <a:xfrm>
                <a:off x="8294064" y="4284301"/>
                <a:ext cx="339606" cy="335833"/>
              </a:xfrm>
              <a:custGeom>
                <a:avLst/>
                <a:gdLst>
                  <a:gd name="T0" fmla="*/ 57 w 114"/>
                  <a:gd name="T1" fmla="*/ 0 h 113"/>
                  <a:gd name="T2" fmla="*/ 0 w 114"/>
                  <a:gd name="T3" fmla="*/ 56 h 113"/>
                  <a:gd name="T4" fmla="*/ 57 w 114"/>
                  <a:gd name="T5" fmla="*/ 113 h 113"/>
                  <a:gd name="T6" fmla="*/ 114 w 114"/>
                  <a:gd name="T7" fmla="*/ 56 h 113"/>
                  <a:gd name="T8" fmla="*/ 57 w 114"/>
                  <a:gd name="T9" fmla="*/ 0 h 113"/>
                  <a:gd name="T10" fmla="*/ 57 w 114"/>
                  <a:gd name="T11" fmla="*/ 110 h 113"/>
                  <a:gd name="T12" fmla="*/ 3 w 114"/>
                  <a:gd name="T13" fmla="*/ 56 h 113"/>
                  <a:gd name="T14" fmla="*/ 57 w 114"/>
                  <a:gd name="T15" fmla="*/ 2 h 113"/>
                  <a:gd name="T16" fmla="*/ 111 w 114"/>
                  <a:gd name="T17" fmla="*/ 56 h 113"/>
                  <a:gd name="T18" fmla="*/ 57 w 114"/>
                  <a:gd name="T19" fmla="*/ 11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57" y="0"/>
                    </a:moveTo>
                    <a:cubicBezTo>
                      <a:pt x="26" y="0"/>
                      <a:pt x="0" y="25"/>
                      <a:pt x="0" y="56"/>
                    </a:cubicBezTo>
                    <a:cubicBezTo>
                      <a:pt x="0" y="87"/>
                      <a:pt x="26" y="113"/>
                      <a:pt x="57" y="113"/>
                    </a:cubicBezTo>
                    <a:cubicBezTo>
                      <a:pt x="88" y="113"/>
                      <a:pt x="114" y="87"/>
                      <a:pt x="114" y="56"/>
                    </a:cubicBezTo>
                    <a:cubicBezTo>
                      <a:pt x="114" y="25"/>
                      <a:pt x="88" y="0"/>
                      <a:pt x="57" y="0"/>
                    </a:cubicBezTo>
                    <a:close/>
                    <a:moveTo>
                      <a:pt x="57" y="110"/>
                    </a:moveTo>
                    <a:cubicBezTo>
                      <a:pt x="27" y="110"/>
                      <a:pt x="3" y="86"/>
                      <a:pt x="3" y="56"/>
                    </a:cubicBezTo>
                    <a:cubicBezTo>
                      <a:pt x="3" y="26"/>
                      <a:pt x="27" y="2"/>
                      <a:pt x="57" y="2"/>
                    </a:cubicBezTo>
                    <a:cubicBezTo>
                      <a:pt x="87" y="2"/>
                      <a:pt x="111" y="26"/>
                      <a:pt x="111" y="56"/>
                    </a:cubicBezTo>
                    <a:cubicBezTo>
                      <a:pt x="111" y="86"/>
                      <a:pt x="87" y="110"/>
                      <a:pt x="57" y="110"/>
                    </a:cubicBez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Freeform 3773"/>
              <p:cNvSpPr>
                <a:spLocks/>
              </p:cNvSpPr>
              <p:nvPr/>
            </p:nvSpPr>
            <p:spPr bwMode="auto">
              <a:xfrm>
                <a:off x="8285261" y="4289332"/>
                <a:ext cx="378597" cy="330800"/>
              </a:xfrm>
              <a:custGeom>
                <a:avLst/>
                <a:gdLst>
                  <a:gd name="T0" fmla="*/ 37 w 127"/>
                  <a:gd name="T1" fmla="*/ 8 h 111"/>
                  <a:gd name="T2" fmla="*/ 35 w 127"/>
                  <a:gd name="T3" fmla="*/ 13 h 111"/>
                  <a:gd name="T4" fmla="*/ 32 w 127"/>
                  <a:gd name="T5" fmla="*/ 16 h 111"/>
                  <a:gd name="T6" fmla="*/ 30 w 127"/>
                  <a:gd name="T7" fmla="*/ 14 h 111"/>
                  <a:gd name="T8" fmla="*/ 30 w 127"/>
                  <a:gd name="T9" fmla="*/ 18 h 111"/>
                  <a:gd name="T10" fmla="*/ 24 w 127"/>
                  <a:gd name="T11" fmla="*/ 19 h 111"/>
                  <a:gd name="T12" fmla="*/ 20 w 127"/>
                  <a:gd name="T13" fmla="*/ 23 h 111"/>
                  <a:gd name="T14" fmla="*/ 16 w 127"/>
                  <a:gd name="T15" fmla="*/ 30 h 111"/>
                  <a:gd name="T16" fmla="*/ 12 w 127"/>
                  <a:gd name="T17" fmla="*/ 34 h 111"/>
                  <a:gd name="T18" fmla="*/ 15 w 127"/>
                  <a:gd name="T19" fmla="*/ 37 h 111"/>
                  <a:gd name="T20" fmla="*/ 16 w 127"/>
                  <a:gd name="T21" fmla="*/ 39 h 111"/>
                  <a:gd name="T22" fmla="*/ 13 w 127"/>
                  <a:gd name="T23" fmla="*/ 36 h 111"/>
                  <a:gd name="T24" fmla="*/ 11 w 127"/>
                  <a:gd name="T25" fmla="*/ 33 h 111"/>
                  <a:gd name="T26" fmla="*/ 10 w 127"/>
                  <a:gd name="T27" fmla="*/ 38 h 111"/>
                  <a:gd name="T28" fmla="*/ 10 w 127"/>
                  <a:gd name="T29" fmla="*/ 46 h 111"/>
                  <a:gd name="T30" fmla="*/ 14 w 127"/>
                  <a:gd name="T31" fmla="*/ 44 h 111"/>
                  <a:gd name="T32" fmla="*/ 18 w 127"/>
                  <a:gd name="T33" fmla="*/ 49 h 111"/>
                  <a:gd name="T34" fmla="*/ 23 w 127"/>
                  <a:gd name="T35" fmla="*/ 54 h 111"/>
                  <a:gd name="T36" fmla="*/ 28 w 127"/>
                  <a:gd name="T37" fmla="*/ 59 h 111"/>
                  <a:gd name="T38" fmla="*/ 35 w 127"/>
                  <a:gd name="T39" fmla="*/ 65 h 111"/>
                  <a:gd name="T40" fmla="*/ 33 w 127"/>
                  <a:gd name="T41" fmla="*/ 75 h 111"/>
                  <a:gd name="T42" fmla="*/ 28 w 127"/>
                  <a:gd name="T43" fmla="*/ 86 h 111"/>
                  <a:gd name="T44" fmla="*/ 29 w 127"/>
                  <a:gd name="T45" fmla="*/ 94 h 111"/>
                  <a:gd name="T46" fmla="*/ 26 w 127"/>
                  <a:gd name="T47" fmla="*/ 95 h 111"/>
                  <a:gd name="T48" fmla="*/ 18 w 127"/>
                  <a:gd name="T49" fmla="*/ 82 h 111"/>
                  <a:gd name="T50" fmla="*/ 10 w 127"/>
                  <a:gd name="T51" fmla="*/ 63 h 111"/>
                  <a:gd name="T52" fmla="*/ 7 w 127"/>
                  <a:gd name="T53" fmla="*/ 48 h 111"/>
                  <a:gd name="T54" fmla="*/ 41 w 127"/>
                  <a:gd name="T55" fmla="*/ 102 h 111"/>
                  <a:gd name="T56" fmla="*/ 50 w 127"/>
                  <a:gd name="T57" fmla="*/ 101 h 111"/>
                  <a:gd name="T58" fmla="*/ 62 w 127"/>
                  <a:gd name="T59" fmla="*/ 99 h 111"/>
                  <a:gd name="T60" fmla="*/ 61 w 127"/>
                  <a:gd name="T61" fmla="*/ 104 h 111"/>
                  <a:gd name="T62" fmla="*/ 68 w 127"/>
                  <a:gd name="T63" fmla="*/ 104 h 111"/>
                  <a:gd name="T64" fmla="*/ 78 w 127"/>
                  <a:gd name="T65" fmla="*/ 102 h 111"/>
                  <a:gd name="T66" fmla="*/ 77 w 127"/>
                  <a:gd name="T67" fmla="*/ 1 h 111"/>
                  <a:gd name="T68" fmla="*/ 110 w 127"/>
                  <a:gd name="T69" fmla="*/ 35 h 111"/>
                  <a:gd name="T70" fmla="*/ 106 w 127"/>
                  <a:gd name="T71" fmla="*/ 32 h 111"/>
                  <a:gd name="T72" fmla="*/ 101 w 127"/>
                  <a:gd name="T73" fmla="*/ 41 h 111"/>
                  <a:gd name="T74" fmla="*/ 95 w 127"/>
                  <a:gd name="T75" fmla="*/ 33 h 111"/>
                  <a:gd name="T76" fmla="*/ 98 w 127"/>
                  <a:gd name="T77" fmla="*/ 41 h 111"/>
                  <a:gd name="T78" fmla="*/ 104 w 127"/>
                  <a:gd name="T79" fmla="*/ 44 h 111"/>
                  <a:gd name="T80" fmla="*/ 101 w 127"/>
                  <a:gd name="T81" fmla="*/ 56 h 111"/>
                  <a:gd name="T82" fmla="*/ 98 w 127"/>
                  <a:gd name="T83" fmla="*/ 68 h 111"/>
                  <a:gd name="T84" fmla="*/ 94 w 127"/>
                  <a:gd name="T85" fmla="*/ 76 h 111"/>
                  <a:gd name="T86" fmla="*/ 82 w 127"/>
                  <a:gd name="T87" fmla="*/ 86 h 111"/>
                  <a:gd name="T88" fmla="*/ 79 w 127"/>
                  <a:gd name="T89" fmla="*/ 77 h 111"/>
                  <a:gd name="T90" fmla="*/ 80 w 127"/>
                  <a:gd name="T91" fmla="*/ 67 h 111"/>
                  <a:gd name="T92" fmla="*/ 76 w 127"/>
                  <a:gd name="T93" fmla="*/ 56 h 111"/>
                  <a:gd name="T94" fmla="*/ 70 w 127"/>
                  <a:gd name="T95" fmla="*/ 50 h 111"/>
                  <a:gd name="T96" fmla="*/ 56 w 127"/>
                  <a:gd name="T97" fmla="*/ 50 h 111"/>
                  <a:gd name="T98" fmla="*/ 50 w 127"/>
                  <a:gd name="T99" fmla="*/ 42 h 111"/>
                  <a:gd name="T100" fmla="*/ 56 w 127"/>
                  <a:gd name="T101" fmla="*/ 27 h 111"/>
                  <a:gd name="T102" fmla="*/ 67 w 127"/>
                  <a:gd name="T103" fmla="*/ 23 h 111"/>
                  <a:gd name="T104" fmla="*/ 73 w 127"/>
                  <a:gd name="T105" fmla="*/ 26 h 111"/>
                  <a:gd name="T106" fmla="*/ 82 w 127"/>
                  <a:gd name="T107" fmla="*/ 26 h 111"/>
                  <a:gd name="T108" fmla="*/ 91 w 127"/>
                  <a:gd name="T109" fmla="*/ 24 h 111"/>
                  <a:gd name="T110" fmla="*/ 83 w 127"/>
                  <a:gd name="T111" fmla="*/ 21 h 111"/>
                  <a:gd name="T112" fmla="*/ 82 w 127"/>
                  <a:gd name="T113" fmla="*/ 18 h 111"/>
                  <a:gd name="T114" fmla="*/ 71 w 127"/>
                  <a:gd name="T115" fmla="*/ 18 h 111"/>
                  <a:gd name="T116" fmla="*/ 62 w 127"/>
                  <a:gd name="T117" fmla="*/ 21 h 111"/>
                  <a:gd name="T118" fmla="*/ 60 w 127"/>
                  <a:gd name="T119" fmla="*/ 11 h 111"/>
                  <a:gd name="T120" fmla="*/ 54 w 127"/>
                  <a:gd name="T121" fmla="*/ 6 h 111"/>
                  <a:gd name="T122" fmla="*/ 61 w 127"/>
                  <a:gd name="T123" fmla="*/ 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7" h="111">
                    <a:moveTo>
                      <a:pt x="52" y="0"/>
                    </a:moveTo>
                    <a:cubicBezTo>
                      <a:pt x="52" y="0"/>
                      <a:pt x="33" y="3"/>
                      <a:pt x="20" y="17"/>
                    </a:cubicBezTo>
                    <a:cubicBezTo>
                      <a:pt x="20" y="17"/>
                      <a:pt x="30" y="7"/>
                      <a:pt x="36" y="7"/>
                    </a:cubicBezTo>
                    <a:cubicBezTo>
                      <a:pt x="37" y="8"/>
                      <a:pt x="37" y="8"/>
                      <a:pt x="37" y="8"/>
                    </a:cubicBezTo>
                    <a:cubicBezTo>
                      <a:pt x="37" y="8"/>
                      <a:pt x="37" y="8"/>
                      <a:pt x="37" y="8"/>
                    </a:cubicBezTo>
                    <a:cubicBezTo>
                      <a:pt x="37" y="9"/>
                      <a:pt x="36" y="10"/>
                      <a:pt x="36" y="10"/>
                    </a:cubicBezTo>
                    <a:cubicBezTo>
                      <a:pt x="36" y="10"/>
                      <a:pt x="36" y="11"/>
                      <a:pt x="36" y="11"/>
                    </a:cubicBezTo>
                    <a:cubicBezTo>
                      <a:pt x="36" y="12"/>
                      <a:pt x="36" y="12"/>
                      <a:pt x="36" y="12"/>
                    </a:cubicBezTo>
                    <a:cubicBezTo>
                      <a:pt x="36" y="12"/>
                      <a:pt x="35" y="12"/>
                      <a:pt x="35" y="12"/>
                    </a:cubicBezTo>
                    <a:cubicBezTo>
                      <a:pt x="35" y="12"/>
                      <a:pt x="35" y="12"/>
                      <a:pt x="35" y="13"/>
                    </a:cubicBezTo>
                    <a:cubicBezTo>
                      <a:pt x="35" y="13"/>
                      <a:pt x="35" y="14"/>
                      <a:pt x="35" y="14"/>
                    </a:cubicBezTo>
                    <a:cubicBezTo>
                      <a:pt x="35" y="15"/>
                      <a:pt x="35" y="15"/>
                      <a:pt x="35" y="15"/>
                    </a:cubicBezTo>
                    <a:cubicBezTo>
                      <a:pt x="35" y="16"/>
                      <a:pt x="35" y="16"/>
                      <a:pt x="35" y="16"/>
                    </a:cubicBezTo>
                    <a:cubicBezTo>
                      <a:pt x="34" y="16"/>
                      <a:pt x="34" y="16"/>
                      <a:pt x="34" y="16"/>
                    </a:cubicBezTo>
                    <a:cubicBezTo>
                      <a:pt x="34" y="16"/>
                      <a:pt x="33" y="16"/>
                      <a:pt x="32" y="16"/>
                    </a:cubicBezTo>
                    <a:cubicBezTo>
                      <a:pt x="32" y="16"/>
                      <a:pt x="32" y="15"/>
                      <a:pt x="32" y="15"/>
                    </a:cubicBezTo>
                    <a:cubicBezTo>
                      <a:pt x="33" y="14"/>
                      <a:pt x="33" y="14"/>
                      <a:pt x="33" y="14"/>
                    </a:cubicBezTo>
                    <a:cubicBezTo>
                      <a:pt x="33" y="14"/>
                      <a:pt x="33" y="14"/>
                      <a:pt x="33" y="14"/>
                    </a:cubicBezTo>
                    <a:cubicBezTo>
                      <a:pt x="32" y="14"/>
                      <a:pt x="32" y="13"/>
                      <a:pt x="32" y="13"/>
                    </a:cubicBezTo>
                    <a:cubicBezTo>
                      <a:pt x="31" y="13"/>
                      <a:pt x="30" y="14"/>
                      <a:pt x="30" y="14"/>
                    </a:cubicBezTo>
                    <a:cubicBezTo>
                      <a:pt x="29" y="15"/>
                      <a:pt x="29" y="15"/>
                      <a:pt x="29" y="15"/>
                    </a:cubicBezTo>
                    <a:cubicBezTo>
                      <a:pt x="29" y="15"/>
                      <a:pt x="29" y="16"/>
                      <a:pt x="29" y="16"/>
                    </a:cubicBezTo>
                    <a:cubicBezTo>
                      <a:pt x="29" y="16"/>
                      <a:pt x="30" y="16"/>
                      <a:pt x="30" y="16"/>
                    </a:cubicBezTo>
                    <a:cubicBezTo>
                      <a:pt x="30" y="16"/>
                      <a:pt x="30" y="17"/>
                      <a:pt x="30" y="17"/>
                    </a:cubicBezTo>
                    <a:cubicBezTo>
                      <a:pt x="30" y="17"/>
                      <a:pt x="30" y="18"/>
                      <a:pt x="30" y="18"/>
                    </a:cubicBezTo>
                    <a:cubicBezTo>
                      <a:pt x="30" y="18"/>
                      <a:pt x="29" y="18"/>
                      <a:pt x="29" y="18"/>
                    </a:cubicBezTo>
                    <a:cubicBezTo>
                      <a:pt x="28" y="18"/>
                      <a:pt x="28" y="18"/>
                      <a:pt x="27" y="18"/>
                    </a:cubicBezTo>
                    <a:cubicBezTo>
                      <a:pt x="27" y="18"/>
                      <a:pt x="26" y="17"/>
                      <a:pt x="26" y="18"/>
                    </a:cubicBezTo>
                    <a:cubicBezTo>
                      <a:pt x="26" y="18"/>
                      <a:pt x="26" y="18"/>
                      <a:pt x="25" y="18"/>
                    </a:cubicBezTo>
                    <a:cubicBezTo>
                      <a:pt x="25" y="18"/>
                      <a:pt x="24" y="19"/>
                      <a:pt x="24" y="19"/>
                    </a:cubicBezTo>
                    <a:cubicBezTo>
                      <a:pt x="24" y="19"/>
                      <a:pt x="24" y="19"/>
                      <a:pt x="24" y="19"/>
                    </a:cubicBezTo>
                    <a:cubicBezTo>
                      <a:pt x="24" y="20"/>
                      <a:pt x="23" y="21"/>
                      <a:pt x="23" y="21"/>
                    </a:cubicBezTo>
                    <a:cubicBezTo>
                      <a:pt x="23" y="21"/>
                      <a:pt x="23" y="21"/>
                      <a:pt x="22" y="21"/>
                    </a:cubicBezTo>
                    <a:cubicBezTo>
                      <a:pt x="21" y="21"/>
                      <a:pt x="21" y="22"/>
                      <a:pt x="21" y="22"/>
                    </a:cubicBezTo>
                    <a:cubicBezTo>
                      <a:pt x="20" y="23"/>
                      <a:pt x="20" y="23"/>
                      <a:pt x="20" y="23"/>
                    </a:cubicBezTo>
                    <a:cubicBezTo>
                      <a:pt x="20" y="23"/>
                      <a:pt x="20" y="23"/>
                      <a:pt x="19" y="24"/>
                    </a:cubicBezTo>
                    <a:cubicBezTo>
                      <a:pt x="19" y="24"/>
                      <a:pt x="17" y="25"/>
                      <a:pt x="17" y="25"/>
                    </a:cubicBezTo>
                    <a:cubicBezTo>
                      <a:pt x="17" y="25"/>
                      <a:pt x="17" y="26"/>
                      <a:pt x="16" y="27"/>
                    </a:cubicBezTo>
                    <a:cubicBezTo>
                      <a:pt x="16" y="27"/>
                      <a:pt x="16" y="28"/>
                      <a:pt x="16" y="28"/>
                    </a:cubicBezTo>
                    <a:cubicBezTo>
                      <a:pt x="16" y="28"/>
                      <a:pt x="16" y="29"/>
                      <a:pt x="16" y="30"/>
                    </a:cubicBezTo>
                    <a:cubicBezTo>
                      <a:pt x="15" y="30"/>
                      <a:pt x="15" y="31"/>
                      <a:pt x="15" y="31"/>
                    </a:cubicBezTo>
                    <a:cubicBezTo>
                      <a:pt x="15" y="31"/>
                      <a:pt x="14" y="32"/>
                      <a:pt x="14" y="32"/>
                    </a:cubicBezTo>
                    <a:cubicBezTo>
                      <a:pt x="14" y="32"/>
                      <a:pt x="13" y="32"/>
                      <a:pt x="12" y="32"/>
                    </a:cubicBezTo>
                    <a:cubicBezTo>
                      <a:pt x="12" y="33"/>
                      <a:pt x="12" y="33"/>
                      <a:pt x="12" y="33"/>
                    </a:cubicBezTo>
                    <a:cubicBezTo>
                      <a:pt x="12" y="34"/>
                      <a:pt x="12" y="34"/>
                      <a:pt x="12" y="34"/>
                    </a:cubicBezTo>
                    <a:cubicBezTo>
                      <a:pt x="13" y="34"/>
                      <a:pt x="13" y="34"/>
                      <a:pt x="13" y="34"/>
                    </a:cubicBezTo>
                    <a:cubicBezTo>
                      <a:pt x="13" y="34"/>
                      <a:pt x="13" y="35"/>
                      <a:pt x="13" y="35"/>
                    </a:cubicBezTo>
                    <a:cubicBezTo>
                      <a:pt x="13" y="36"/>
                      <a:pt x="13" y="37"/>
                      <a:pt x="13" y="37"/>
                    </a:cubicBezTo>
                    <a:cubicBezTo>
                      <a:pt x="14" y="37"/>
                      <a:pt x="14" y="37"/>
                      <a:pt x="14" y="37"/>
                    </a:cubicBezTo>
                    <a:cubicBezTo>
                      <a:pt x="15" y="37"/>
                      <a:pt x="15" y="37"/>
                      <a:pt x="15" y="37"/>
                    </a:cubicBezTo>
                    <a:cubicBezTo>
                      <a:pt x="16" y="38"/>
                      <a:pt x="16" y="38"/>
                      <a:pt x="16" y="38"/>
                    </a:cubicBezTo>
                    <a:cubicBezTo>
                      <a:pt x="17" y="38"/>
                      <a:pt x="17" y="38"/>
                      <a:pt x="17" y="38"/>
                    </a:cubicBezTo>
                    <a:cubicBezTo>
                      <a:pt x="17" y="38"/>
                      <a:pt x="17" y="39"/>
                      <a:pt x="16" y="39"/>
                    </a:cubicBezTo>
                    <a:cubicBezTo>
                      <a:pt x="16" y="39"/>
                      <a:pt x="16" y="39"/>
                      <a:pt x="16" y="39"/>
                    </a:cubicBezTo>
                    <a:cubicBezTo>
                      <a:pt x="16" y="39"/>
                      <a:pt x="16" y="39"/>
                      <a:pt x="16" y="39"/>
                    </a:cubicBezTo>
                    <a:cubicBezTo>
                      <a:pt x="15" y="38"/>
                      <a:pt x="15" y="38"/>
                      <a:pt x="15" y="38"/>
                    </a:cubicBezTo>
                    <a:cubicBezTo>
                      <a:pt x="15" y="38"/>
                      <a:pt x="14" y="38"/>
                      <a:pt x="14" y="38"/>
                    </a:cubicBezTo>
                    <a:cubicBezTo>
                      <a:pt x="14" y="38"/>
                      <a:pt x="13" y="38"/>
                      <a:pt x="13" y="38"/>
                    </a:cubicBezTo>
                    <a:cubicBezTo>
                      <a:pt x="13" y="37"/>
                      <a:pt x="13" y="38"/>
                      <a:pt x="13" y="37"/>
                    </a:cubicBezTo>
                    <a:cubicBezTo>
                      <a:pt x="13" y="37"/>
                      <a:pt x="13" y="37"/>
                      <a:pt x="13" y="36"/>
                    </a:cubicBezTo>
                    <a:cubicBezTo>
                      <a:pt x="13" y="36"/>
                      <a:pt x="12" y="36"/>
                      <a:pt x="12" y="36"/>
                    </a:cubicBezTo>
                    <a:cubicBezTo>
                      <a:pt x="12" y="36"/>
                      <a:pt x="12" y="36"/>
                      <a:pt x="12" y="36"/>
                    </a:cubicBezTo>
                    <a:cubicBezTo>
                      <a:pt x="11" y="35"/>
                      <a:pt x="11" y="35"/>
                      <a:pt x="11" y="35"/>
                    </a:cubicBezTo>
                    <a:cubicBezTo>
                      <a:pt x="11" y="35"/>
                      <a:pt x="11" y="35"/>
                      <a:pt x="11" y="35"/>
                    </a:cubicBezTo>
                    <a:cubicBezTo>
                      <a:pt x="11" y="34"/>
                      <a:pt x="11" y="34"/>
                      <a:pt x="11" y="33"/>
                    </a:cubicBezTo>
                    <a:cubicBezTo>
                      <a:pt x="11" y="33"/>
                      <a:pt x="11" y="33"/>
                      <a:pt x="11" y="32"/>
                    </a:cubicBezTo>
                    <a:cubicBezTo>
                      <a:pt x="11" y="32"/>
                      <a:pt x="11" y="30"/>
                      <a:pt x="11" y="30"/>
                    </a:cubicBezTo>
                    <a:cubicBezTo>
                      <a:pt x="11" y="30"/>
                      <a:pt x="10" y="34"/>
                      <a:pt x="9" y="36"/>
                    </a:cubicBezTo>
                    <a:cubicBezTo>
                      <a:pt x="9" y="36"/>
                      <a:pt x="10" y="36"/>
                      <a:pt x="10" y="37"/>
                    </a:cubicBezTo>
                    <a:cubicBezTo>
                      <a:pt x="10" y="37"/>
                      <a:pt x="10" y="38"/>
                      <a:pt x="10" y="38"/>
                    </a:cubicBezTo>
                    <a:cubicBezTo>
                      <a:pt x="10" y="39"/>
                      <a:pt x="10" y="38"/>
                      <a:pt x="10" y="40"/>
                    </a:cubicBezTo>
                    <a:cubicBezTo>
                      <a:pt x="10" y="41"/>
                      <a:pt x="10" y="42"/>
                      <a:pt x="10" y="42"/>
                    </a:cubicBezTo>
                    <a:cubicBezTo>
                      <a:pt x="10" y="42"/>
                      <a:pt x="9" y="43"/>
                      <a:pt x="9" y="44"/>
                    </a:cubicBezTo>
                    <a:cubicBezTo>
                      <a:pt x="9" y="44"/>
                      <a:pt x="10" y="45"/>
                      <a:pt x="10" y="46"/>
                    </a:cubicBezTo>
                    <a:cubicBezTo>
                      <a:pt x="10" y="46"/>
                      <a:pt x="10" y="46"/>
                      <a:pt x="10" y="46"/>
                    </a:cubicBezTo>
                    <a:cubicBezTo>
                      <a:pt x="10" y="47"/>
                      <a:pt x="10" y="48"/>
                      <a:pt x="10" y="47"/>
                    </a:cubicBezTo>
                    <a:cubicBezTo>
                      <a:pt x="11" y="45"/>
                      <a:pt x="11" y="45"/>
                      <a:pt x="11" y="45"/>
                    </a:cubicBezTo>
                    <a:cubicBezTo>
                      <a:pt x="12" y="45"/>
                      <a:pt x="12" y="45"/>
                      <a:pt x="12" y="45"/>
                    </a:cubicBezTo>
                    <a:cubicBezTo>
                      <a:pt x="12" y="45"/>
                      <a:pt x="12" y="44"/>
                      <a:pt x="13" y="44"/>
                    </a:cubicBezTo>
                    <a:cubicBezTo>
                      <a:pt x="14" y="44"/>
                      <a:pt x="14" y="44"/>
                      <a:pt x="14" y="44"/>
                    </a:cubicBezTo>
                    <a:cubicBezTo>
                      <a:pt x="14" y="45"/>
                      <a:pt x="14" y="46"/>
                      <a:pt x="14" y="46"/>
                    </a:cubicBezTo>
                    <a:cubicBezTo>
                      <a:pt x="14" y="46"/>
                      <a:pt x="16" y="45"/>
                      <a:pt x="16" y="45"/>
                    </a:cubicBezTo>
                    <a:cubicBezTo>
                      <a:pt x="16" y="45"/>
                      <a:pt x="17" y="45"/>
                      <a:pt x="17" y="46"/>
                    </a:cubicBezTo>
                    <a:cubicBezTo>
                      <a:pt x="17" y="47"/>
                      <a:pt x="17" y="47"/>
                      <a:pt x="18" y="48"/>
                    </a:cubicBezTo>
                    <a:cubicBezTo>
                      <a:pt x="18" y="48"/>
                      <a:pt x="18" y="49"/>
                      <a:pt x="18" y="49"/>
                    </a:cubicBezTo>
                    <a:cubicBezTo>
                      <a:pt x="18" y="50"/>
                      <a:pt x="20" y="50"/>
                      <a:pt x="20" y="50"/>
                    </a:cubicBezTo>
                    <a:cubicBezTo>
                      <a:pt x="20" y="50"/>
                      <a:pt x="21" y="50"/>
                      <a:pt x="22" y="50"/>
                    </a:cubicBezTo>
                    <a:cubicBezTo>
                      <a:pt x="22" y="50"/>
                      <a:pt x="22" y="51"/>
                      <a:pt x="22" y="51"/>
                    </a:cubicBezTo>
                    <a:cubicBezTo>
                      <a:pt x="23" y="51"/>
                      <a:pt x="23" y="53"/>
                      <a:pt x="23" y="53"/>
                    </a:cubicBezTo>
                    <a:cubicBezTo>
                      <a:pt x="23" y="53"/>
                      <a:pt x="24" y="54"/>
                      <a:pt x="23" y="54"/>
                    </a:cubicBezTo>
                    <a:cubicBezTo>
                      <a:pt x="23" y="55"/>
                      <a:pt x="23" y="55"/>
                      <a:pt x="24" y="55"/>
                    </a:cubicBezTo>
                    <a:cubicBezTo>
                      <a:pt x="24" y="55"/>
                      <a:pt x="25" y="56"/>
                      <a:pt x="25" y="56"/>
                    </a:cubicBezTo>
                    <a:cubicBezTo>
                      <a:pt x="25" y="56"/>
                      <a:pt x="25" y="57"/>
                      <a:pt x="26" y="57"/>
                    </a:cubicBezTo>
                    <a:cubicBezTo>
                      <a:pt x="27" y="57"/>
                      <a:pt x="27" y="58"/>
                      <a:pt x="28" y="58"/>
                    </a:cubicBezTo>
                    <a:cubicBezTo>
                      <a:pt x="28" y="58"/>
                      <a:pt x="27" y="59"/>
                      <a:pt x="28" y="59"/>
                    </a:cubicBezTo>
                    <a:cubicBezTo>
                      <a:pt x="29" y="59"/>
                      <a:pt x="30" y="58"/>
                      <a:pt x="31" y="59"/>
                    </a:cubicBezTo>
                    <a:cubicBezTo>
                      <a:pt x="31" y="59"/>
                      <a:pt x="31" y="60"/>
                      <a:pt x="32" y="61"/>
                    </a:cubicBezTo>
                    <a:cubicBezTo>
                      <a:pt x="34" y="61"/>
                      <a:pt x="34" y="62"/>
                      <a:pt x="35" y="62"/>
                    </a:cubicBezTo>
                    <a:cubicBezTo>
                      <a:pt x="35" y="62"/>
                      <a:pt x="36" y="62"/>
                      <a:pt x="35" y="63"/>
                    </a:cubicBezTo>
                    <a:cubicBezTo>
                      <a:pt x="35" y="64"/>
                      <a:pt x="35" y="65"/>
                      <a:pt x="35" y="65"/>
                    </a:cubicBezTo>
                    <a:cubicBezTo>
                      <a:pt x="34" y="66"/>
                      <a:pt x="33" y="67"/>
                      <a:pt x="33" y="67"/>
                    </a:cubicBezTo>
                    <a:cubicBezTo>
                      <a:pt x="33" y="68"/>
                      <a:pt x="32" y="69"/>
                      <a:pt x="33" y="69"/>
                    </a:cubicBezTo>
                    <a:cubicBezTo>
                      <a:pt x="33" y="70"/>
                      <a:pt x="33" y="71"/>
                      <a:pt x="33" y="71"/>
                    </a:cubicBezTo>
                    <a:cubicBezTo>
                      <a:pt x="33" y="72"/>
                      <a:pt x="34" y="73"/>
                      <a:pt x="33" y="73"/>
                    </a:cubicBezTo>
                    <a:cubicBezTo>
                      <a:pt x="33" y="74"/>
                      <a:pt x="33" y="75"/>
                      <a:pt x="33" y="75"/>
                    </a:cubicBezTo>
                    <a:cubicBezTo>
                      <a:pt x="33" y="75"/>
                      <a:pt x="34" y="76"/>
                      <a:pt x="33" y="76"/>
                    </a:cubicBezTo>
                    <a:cubicBezTo>
                      <a:pt x="32" y="77"/>
                      <a:pt x="31" y="78"/>
                      <a:pt x="31" y="78"/>
                    </a:cubicBezTo>
                    <a:cubicBezTo>
                      <a:pt x="30" y="78"/>
                      <a:pt x="29" y="79"/>
                      <a:pt x="29" y="79"/>
                    </a:cubicBezTo>
                    <a:cubicBezTo>
                      <a:pt x="29" y="79"/>
                      <a:pt x="29" y="81"/>
                      <a:pt x="29" y="82"/>
                    </a:cubicBezTo>
                    <a:cubicBezTo>
                      <a:pt x="29" y="82"/>
                      <a:pt x="27" y="86"/>
                      <a:pt x="28" y="86"/>
                    </a:cubicBezTo>
                    <a:cubicBezTo>
                      <a:pt x="28" y="87"/>
                      <a:pt x="28" y="88"/>
                      <a:pt x="28" y="89"/>
                    </a:cubicBezTo>
                    <a:cubicBezTo>
                      <a:pt x="28" y="89"/>
                      <a:pt x="28" y="89"/>
                      <a:pt x="28" y="89"/>
                    </a:cubicBezTo>
                    <a:cubicBezTo>
                      <a:pt x="27" y="90"/>
                      <a:pt x="26" y="89"/>
                      <a:pt x="27" y="91"/>
                    </a:cubicBezTo>
                    <a:cubicBezTo>
                      <a:pt x="28" y="92"/>
                      <a:pt x="28" y="92"/>
                      <a:pt x="29" y="93"/>
                    </a:cubicBezTo>
                    <a:cubicBezTo>
                      <a:pt x="29" y="94"/>
                      <a:pt x="29" y="94"/>
                      <a:pt x="29" y="94"/>
                    </a:cubicBezTo>
                    <a:cubicBezTo>
                      <a:pt x="30" y="95"/>
                      <a:pt x="30" y="96"/>
                      <a:pt x="31" y="96"/>
                    </a:cubicBezTo>
                    <a:cubicBezTo>
                      <a:pt x="31" y="97"/>
                      <a:pt x="32" y="97"/>
                      <a:pt x="32" y="98"/>
                    </a:cubicBezTo>
                    <a:cubicBezTo>
                      <a:pt x="32" y="98"/>
                      <a:pt x="33" y="100"/>
                      <a:pt x="32" y="99"/>
                    </a:cubicBezTo>
                    <a:cubicBezTo>
                      <a:pt x="30" y="98"/>
                      <a:pt x="32" y="99"/>
                      <a:pt x="30" y="97"/>
                    </a:cubicBezTo>
                    <a:cubicBezTo>
                      <a:pt x="28" y="95"/>
                      <a:pt x="27" y="96"/>
                      <a:pt x="26" y="95"/>
                    </a:cubicBezTo>
                    <a:cubicBezTo>
                      <a:pt x="25" y="94"/>
                      <a:pt x="27" y="98"/>
                      <a:pt x="25" y="93"/>
                    </a:cubicBezTo>
                    <a:cubicBezTo>
                      <a:pt x="23" y="89"/>
                      <a:pt x="23" y="90"/>
                      <a:pt x="22" y="89"/>
                    </a:cubicBezTo>
                    <a:cubicBezTo>
                      <a:pt x="22" y="88"/>
                      <a:pt x="22" y="89"/>
                      <a:pt x="21" y="87"/>
                    </a:cubicBezTo>
                    <a:cubicBezTo>
                      <a:pt x="20" y="84"/>
                      <a:pt x="21" y="86"/>
                      <a:pt x="20" y="84"/>
                    </a:cubicBezTo>
                    <a:cubicBezTo>
                      <a:pt x="19" y="83"/>
                      <a:pt x="19" y="85"/>
                      <a:pt x="18" y="82"/>
                    </a:cubicBezTo>
                    <a:cubicBezTo>
                      <a:pt x="18" y="80"/>
                      <a:pt x="18" y="82"/>
                      <a:pt x="17" y="79"/>
                    </a:cubicBezTo>
                    <a:cubicBezTo>
                      <a:pt x="16" y="76"/>
                      <a:pt x="18" y="76"/>
                      <a:pt x="16" y="74"/>
                    </a:cubicBezTo>
                    <a:cubicBezTo>
                      <a:pt x="14" y="73"/>
                      <a:pt x="15" y="74"/>
                      <a:pt x="14" y="73"/>
                    </a:cubicBezTo>
                    <a:cubicBezTo>
                      <a:pt x="13" y="72"/>
                      <a:pt x="14" y="73"/>
                      <a:pt x="13" y="70"/>
                    </a:cubicBezTo>
                    <a:cubicBezTo>
                      <a:pt x="11" y="68"/>
                      <a:pt x="10" y="67"/>
                      <a:pt x="10" y="63"/>
                    </a:cubicBezTo>
                    <a:cubicBezTo>
                      <a:pt x="10" y="59"/>
                      <a:pt x="10" y="58"/>
                      <a:pt x="10" y="58"/>
                    </a:cubicBezTo>
                    <a:cubicBezTo>
                      <a:pt x="10" y="58"/>
                      <a:pt x="8" y="56"/>
                      <a:pt x="8" y="54"/>
                    </a:cubicBezTo>
                    <a:cubicBezTo>
                      <a:pt x="9" y="51"/>
                      <a:pt x="9" y="52"/>
                      <a:pt x="9" y="51"/>
                    </a:cubicBezTo>
                    <a:cubicBezTo>
                      <a:pt x="9" y="51"/>
                      <a:pt x="8" y="51"/>
                      <a:pt x="8" y="50"/>
                    </a:cubicBezTo>
                    <a:cubicBezTo>
                      <a:pt x="7" y="49"/>
                      <a:pt x="7" y="49"/>
                      <a:pt x="7" y="48"/>
                    </a:cubicBezTo>
                    <a:cubicBezTo>
                      <a:pt x="7" y="48"/>
                      <a:pt x="6" y="46"/>
                      <a:pt x="6" y="46"/>
                    </a:cubicBezTo>
                    <a:cubicBezTo>
                      <a:pt x="6" y="47"/>
                      <a:pt x="6" y="47"/>
                      <a:pt x="6" y="47"/>
                    </a:cubicBezTo>
                    <a:cubicBezTo>
                      <a:pt x="6" y="47"/>
                      <a:pt x="0" y="101"/>
                      <a:pt x="55" y="110"/>
                    </a:cubicBezTo>
                    <a:cubicBezTo>
                      <a:pt x="55" y="110"/>
                      <a:pt x="42" y="107"/>
                      <a:pt x="41" y="104"/>
                    </a:cubicBezTo>
                    <a:cubicBezTo>
                      <a:pt x="41" y="104"/>
                      <a:pt x="41" y="102"/>
                      <a:pt x="41" y="102"/>
                    </a:cubicBezTo>
                    <a:cubicBezTo>
                      <a:pt x="42" y="102"/>
                      <a:pt x="43" y="102"/>
                      <a:pt x="44" y="102"/>
                    </a:cubicBezTo>
                    <a:cubicBezTo>
                      <a:pt x="44" y="101"/>
                      <a:pt x="45" y="100"/>
                      <a:pt x="45" y="100"/>
                    </a:cubicBezTo>
                    <a:cubicBezTo>
                      <a:pt x="45" y="101"/>
                      <a:pt x="45" y="101"/>
                      <a:pt x="45" y="101"/>
                    </a:cubicBezTo>
                    <a:cubicBezTo>
                      <a:pt x="45" y="101"/>
                      <a:pt x="45" y="101"/>
                      <a:pt x="47" y="101"/>
                    </a:cubicBezTo>
                    <a:cubicBezTo>
                      <a:pt x="49" y="101"/>
                      <a:pt x="49" y="101"/>
                      <a:pt x="50" y="101"/>
                    </a:cubicBezTo>
                    <a:cubicBezTo>
                      <a:pt x="51" y="100"/>
                      <a:pt x="52" y="98"/>
                      <a:pt x="53" y="99"/>
                    </a:cubicBezTo>
                    <a:cubicBezTo>
                      <a:pt x="53" y="101"/>
                      <a:pt x="52" y="100"/>
                      <a:pt x="53" y="101"/>
                    </a:cubicBezTo>
                    <a:cubicBezTo>
                      <a:pt x="55" y="101"/>
                      <a:pt x="57" y="100"/>
                      <a:pt x="57" y="100"/>
                    </a:cubicBezTo>
                    <a:cubicBezTo>
                      <a:pt x="57" y="100"/>
                      <a:pt x="61" y="101"/>
                      <a:pt x="61" y="100"/>
                    </a:cubicBezTo>
                    <a:cubicBezTo>
                      <a:pt x="61" y="100"/>
                      <a:pt x="61" y="99"/>
                      <a:pt x="62" y="99"/>
                    </a:cubicBezTo>
                    <a:cubicBezTo>
                      <a:pt x="63" y="99"/>
                      <a:pt x="63" y="100"/>
                      <a:pt x="63" y="100"/>
                    </a:cubicBezTo>
                    <a:cubicBezTo>
                      <a:pt x="61" y="102"/>
                      <a:pt x="61" y="102"/>
                      <a:pt x="61" y="102"/>
                    </a:cubicBezTo>
                    <a:cubicBezTo>
                      <a:pt x="59" y="103"/>
                      <a:pt x="59" y="103"/>
                      <a:pt x="59" y="103"/>
                    </a:cubicBezTo>
                    <a:cubicBezTo>
                      <a:pt x="59" y="103"/>
                      <a:pt x="58" y="103"/>
                      <a:pt x="59" y="104"/>
                    </a:cubicBezTo>
                    <a:cubicBezTo>
                      <a:pt x="60" y="104"/>
                      <a:pt x="60" y="104"/>
                      <a:pt x="61" y="104"/>
                    </a:cubicBezTo>
                    <a:cubicBezTo>
                      <a:pt x="62" y="104"/>
                      <a:pt x="64" y="106"/>
                      <a:pt x="65" y="105"/>
                    </a:cubicBezTo>
                    <a:cubicBezTo>
                      <a:pt x="65" y="104"/>
                      <a:pt x="65" y="104"/>
                      <a:pt x="66" y="103"/>
                    </a:cubicBezTo>
                    <a:cubicBezTo>
                      <a:pt x="66" y="102"/>
                      <a:pt x="66" y="102"/>
                      <a:pt x="67" y="102"/>
                    </a:cubicBezTo>
                    <a:cubicBezTo>
                      <a:pt x="68" y="102"/>
                      <a:pt x="69" y="102"/>
                      <a:pt x="69" y="102"/>
                    </a:cubicBezTo>
                    <a:cubicBezTo>
                      <a:pt x="68" y="104"/>
                      <a:pt x="68" y="104"/>
                      <a:pt x="68" y="104"/>
                    </a:cubicBezTo>
                    <a:cubicBezTo>
                      <a:pt x="68" y="104"/>
                      <a:pt x="69" y="103"/>
                      <a:pt x="70" y="103"/>
                    </a:cubicBezTo>
                    <a:cubicBezTo>
                      <a:pt x="71" y="103"/>
                      <a:pt x="71" y="104"/>
                      <a:pt x="72" y="104"/>
                    </a:cubicBezTo>
                    <a:cubicBezTo>
                      <a:pt x="73" y="103"/>
                      <a:pt x="73" y="103"/>
                      <a:pt x="74" y="103"/>
                    </a:cubicBezTo>
                    <a:cubicBezTo>
                      <a:pt x="75" y="102"/>
                      <a:pt x="76" y="102"/>
                      <a:pt x="76" y="102"/>
                    </a:cubicBezTo>
                    <a:cubicBezTo>
                      <a:pt x="77" y="102"/>
                      <a:pt x="77" y="102"/>
                      <a:pt x="78" y="102"/>
                    </a:cubicBezTo>
                    <a:cubicBezTo>
                      <a:pt x="78" y="102"/>
                      <a:pt x="80" y="104"/>
                      <a:pt x="80" y="104"/>
                    </a:cubicBezTo>
                    <a:cubicBezTo>
                      <a:pt x="81" y="103"/>
                      <a:pt x="83" y="103"/>
                      <a:pt x="83" y="103"/>
                    </a:cubicBezTo>
                    <a:cubicBezTo>
                      <a:pt x="83" y="103"/>
                      <a:pt x="77" y="109"/>
                      <a:pt x="63" y="110"/>
                    </a:cubicBezTo>
                    <a:cubicBezTo>
                      <a:pt x="63" y="110"/>
                      <a:pt x="94" y="111"/>
                      <a:pt x="110" y="82"/>
                    </a:cubicBezTo>
                    <a:cubicBezTo>
                      <a:pt x="127" y="52"/>
                      <a:pt x="116" y="14"/>
                      <a:pt x="77" y="1"/>
                    </a:cubicBezTo>
                    <a:cubicBezTo>
                      <a:pt x="77" y="1"/>
                      <a:pt x="106" y="12"/>
                      <a:pt x="114" y="40"/>
                    </a:cubicBezTo>
                    <a:cubicBezTo>
                      <a:pt x="113" y="40"/>
                      <a:pt x="113" y="40"/>
                      <a:pt x="113" y="40"/>
                    </a:cubicBezTo>
                    <a:cubicBezTo>
                      <a:pt x="112" y="40"/>
                      <a:pt x="112" y="40"/>
                      <a:pt x="112" y="39"/>
                    </a:cubicBezTo>
                    <a:cubicBezTo>
                      <a:pt x="111" y="37"/>
                      <a:pt x="112" y="38"/>
                      <a:pt x="111" y="37"/>
                    </a:cubicBezTo>
                    <a:cubicBezTo>
                      <a:pt x="111" y="36"/>
                      <a:pt x="111" y="36"/>
                      <a:pt x="110" y="35"/>
                    </a:cubicBezTo>
                    <a:cubicBezTo>
                      <a:pt x="110" y="35"/>
                      <a:pt x="109" y="35"/>
                      <a:pt x="109" y="34"/>
                    </a:cubicBezTo>
                    <a:cubicBezTo>
                      <a:pt x="108" y="34"/>
                      <a:pt x="108" y="32"/>
                      <a:pt x="107" y="31"/>
                    </a:cubicBezTo>
                    <a:cubicBezTo>
                      <a:pt x="107" y="31"/>
                      <a:pt x="106" y="31"/>
                      <a:pt x="105" y="31"/>
                    </a:cubicBezTo>
                    <a:cubicBezTo>
                      <a:pt x="105" y="31"/>
                      <a:pt x="105" y="30"/>
                      <a:pt x="105" y="31"/>
                    </a:cubicBezTo>
                    <a:cubicBezTo>
                      <a:pt x="105" y="31"/>
                      <a:pt x="106" y="32"/>
                      <a:pt x="106" y="32"/>
                    </a:cubicBezTo>
                    <a:cubicBezTo>
                      <a:pt x="106" y="34"/>
                      <a:pt x="106" y="34"/>
                      <a:pt x="106" y="34"/>
                    </a:cubicBezTo>
                    <a:cubicBezTo>
                      <a:pt x="106" y="34"/>
                      <a:pt x="106" y="36"/>
                      <a:pt x="106" y="37"/>
                    </a:cubicBezTo>
                    <a:cubicBezTo>
                      <a:pt x="106" y="37"/>
                      <a:pt x="106" y="39"/>
                      <a:pt x="106" y="39"/>
                    </a:cubicBezTo>
                    <a:cubicBezTo>
                      <a:pt x="106" y="39"/>
                      <a:pt x="105" y="40"/>
                      <a:pt x="105" y="41"/>
                    </a:cubicBezTo>
                    <a:cubicBezTo>
                      <a:pt x="104" y="41"/>
                      <a:pt x="101" y="41"/>
                      <a:pt x="101" y="41"/>
                    </a:cubicBezTo>
                    <a:cubicBezTo>
                      <a:pt x="101" y="41"/>
                      <a:pt x="101" y="40"/>
                      <a:pt x="100" y="39"/>
                    </a:cubicBezTo>
                    <a:cubicBezTo>
                      <a:pt x="100" y="38"/>
                      <a:pt x="98" y="38"/>
                      <a:pt x="98" y="38"/>
                    </a:cubicBezTo>
                    <a:cubicBezTo>
                      <a:pt x="97" y="37"/>
                      <a:pt x="98" y="37"/>
                      <a:pt x="97" y="36"/>
                    </a:cubicBezTo>
                    <a:cubicBezTo>
                      <a:pt x="96" y="35"/>
                      <a:pt x="97" y="35"/>
                      <a:pt x="96" y="34"/>
                    </a:cubicBezTo>
                    <a:cubicBezTo>
                      <a:pt x="95" y="33"/>
                      <a:pt x="95" y="33"/>
                      <a:pt x="95" y="33"/>
                    </a:cubicBezTo>
                    <a:cubicBezTo>
                      <a:pt x="95" y="33"/>
                      <a:pt x="93" y="32"/>
                      <a:pt x="94" y="34"/>
                    </a:cubicBezTo>
                    <a:cubicBezTo>
                      <a:pt x="94" y="35"/>
                      <a:pt x="93" y="36"/>
                      <a:pt x="94" y="36"/>
                    </a:cubicBezTo>
                    <a:cubicBezTo>
                      <a:pt x="95" y="37"/>
                      <a:pt x="95" y="36"/>
                      <a:pt x="96" y="37"/>
                    </a:cubicBezTo>
                    <a:cubicBezTo>
                      <a:pt x="96" y="38"/>
                      <a:pt x="96" y="39"/>
                      <a:pt x="97" y="39"/>
                    </a:cubicBezTo>
                    <a:cubicBezTo>
                      <a:pt x="97" y="40"/>
                      <a:pt x="97" y="41"/>
                      <a:pt x="98" y="41"/>
                    </a:cubicBezTo>
                    <a:cubicBezTo>
                      <a:pt x="98" y="42"/>
                      <a:pt x="100" y="41"/>
                      <a:pt x="100" y="42"/>
                    </a:cubicBezTo>
                    <a:cubicBezTo>
                      <a:pt x="99" y="43"/>
                      <a:pt x="99" y="44"/>
                      <a:pt x="100" y="44"/>
                    </a:cubicBezTo>
                    <a:cubicBezTo>
                      <a:pt x="100" y="44"/>
                      <a:pt x="101" y="45"/>
                      <a:pt x="101" y="44"/>
                    </a:cubicBezTo>
                    <a:cubicBezTo>
                      <a:pt x="102" y="44"/>
                      <a:pt x="101" y="45"/>
                      <a:pt x="102" y="44"/>
                    </a:cubicBezTo>
                    <a:cubicBezTo>
                      <a:pt x="103" y="44"/>
                      <a:pt x="104" y="44"/>
                      <a:pt x="104" y="44"/>
                    </a:cubicBezTo>
                    <a:cubicBezTo>
                      <a:pt x="104" y="44"/>
                      <a:pt x="105" y="45"/>
                      <a:pt x="105" y="45"/>
                    </a:cubicBezTo>
                    <a:cubicBezTo>
                      <a:pt x="105" y="45"/>
                      <a:pt x="105" y="48"/>
                      <a:pt x="105" y="48"/>
                    </a:cubicBezTo>
                    <a:cubicBezTo>
                      <a:pt x="104" y="50"/>
                      <a:pt x="104" y="50"/>
                      <a:pt x="104" y="50"/>
                    </a:cubicBezTo>
                    <a:cubicBezTo>
                      <a:pt x="104" y="50"/>
                      <a:pt x="104" y="54"/>
                      <a:pt x="103" y="54"/>
                    </a:cubicBezTo>
                    <a:cubicBezTo>
                      <a:pt x="103" y="54"/>
                      <a:pt x="102" y="55"/>
                      <a:pt x="101" y="56"/>
                    </a:cubicBezTo>
                    <a:cubicBezTo>
                      <a:pt x="101" y="56"/>
                      <a:pt x="101" y="59"/>
                      <a:pt x="101" y="59"/>
                    </a:cubicBezTo>
                    <a:cubicBezTo>
                      <a:pt x="100" y="60"/>
                      <a:pt x="100" y="60"/>
                      <a:pt x="100" y="60"/>
                    </a:cubicBezTo>
                    <a:cubicBezTo>
                      <a:pt x="100" y="60"/>
                      <a:pt x="100" y="62"/>
                      <a:pt x="100" y="62"/>
                    </a:cubicBezTo>
                    <a:cubicBezTo>
                      <a:pt x="100" y="63"/>
                      <a:pt x="100" y="65"/>
                      <a:pt x="100" y="66"/>
                    </a:cubicBezTo>
                    <a:cubicBezTo>
                      <a:pt x="100" y="67"/>
                      <a:pt x="98" y="68"/>
                      <a:pt x="98" y="68"/>
                    </a:cubicBezTo>
                    <a:cubicBezTo>
                      <a:pt x="98" y="68"/>
                      <a:pt x="100" y="70"/>
                      <a:pt x="99" y="70"/>
                    </a:cubicBezTo>
                    <a:cubicBezTo>
                      <a:pt x="98" y="70"/>
                      <a:pt x="97" y="72"/>
                      <a:pt x="97" y="72"/>
                    </a:cubicBezTo>
                    <a:cubicBezTo>
                      <a:pt x="97" y="73"/>
                      <a:pt x="97" y="74"/>
                      <a:pt x="96" y="74"/>
                    </a:cubicBezTo>
                    <a:cubicBezTo>
                      <a:pt x="95" y="74"/>
                      <a:pt x="94" y="74"/>
                      <a:pt x="94" y="74"/>
                    </a:cubicBezTo>
                    <a:cubicBezTo>
                      <a:pt x="94" y="75"/>
                      <a:pt x="94" y="76"/>
                      <a:pt x="94" y="76"/>
                    </a:cubicBezTo>
                    <a:cubicBezTo>
                      <a:pt x="92" y="79"/>
                      <a:pt x="92" y="79"/>
                      <a:pt x="92" y="79"/>
                    </a:cubicBezTo>
                    <a:cubicBezTo>
                      <a:pt x="90" y="81"/>
                      <a:pt x="90" y="81"/>
                      <a:pt x="90" y="81"/>
                    </a:cubicBezTo>
                    <a:cubicBezTo>
                      <a:pt x="90" y="81"/>
                      <a:pt x="90" y="83"/>
                      <a:pt x="89" y="83"/>
                    </a:cubicBezTo>
                    <a:cubicBezTo>
                      <a:pt x="88" y="83"/>
                      <a:pt x="86" y="84"/>
                      <a:pt x="85" y="85"/>
                    </a:cubicBezTo>
                    <a:cubicBezTo>
                      <a:pt x="85" y="85"/>
                      <a:pt x="83" y="86"/>
                      <a:pt x="82" y="86"/>
                    </a:cubicBezTo>
                    <a:cubicBezTo>
                      <a:pt x="82" y="86"/>
                      <a:pt x="83" y="88"/>
                      <a:pt x="82" y="86"/>
                    </a:cubicBezTo>
                    <a:cubicBezTo>
                      <a:pt x="81" y="84"/>
                      <a:pt x="82" y="85"/>
                      <a:pt x="81" y="83"/>
                    </a:cubicBezTo>
                    <a:cubicBezTo>
                      <a:pt x="80" y="81"/>
                      <a:pt x="80" y="83"/>
                      <a:pt x="80" y="81"/>
                    </a:cubicBezTo>
                    <a:cubicBezTo>
                      <a:pt x="80" y="79"/>
                      <a:pt x="80" y="81"/>
                      <a:pt x="80" y="79"/>
                    </a:cubicBezTo>
                    <a:cubicBezTo>
                      <a:pt x="80" y="78"/>
                      <a:pt x="80" y="79"/>
                      <a:pt x="79" y="77"/>
                    </a:cubicBezTo>
                    <a:cubicBezTo>
                      <a:pt x="79" y="76"/>
                      <a:pt x="79" y="76"/>
                      <a:pt x="78" y="75"/>
                    </a:cubicBezTo>
                    <a:cubicBezTo>
                      <a:pt x="77" y="74"/>
                      <a:pt x="76" y="75"/>
                      <a:pt x="76" y="73"/>
                    </a:cubicBezTo>
                    <a:cubicBezTo>
                      <a:pt x="77" y="72"/>
                      <a:pt x="77" y="73"/>
                      <a:pt x="77" y="72"/>
                    </a:cubicBezTo>
                    <a:cubicBezTo>
                      <a:pt x="77" y="70"/>
                      <a:pt x="77" y="70"/>
                      <a:pt x="78" y="69"/>
                    </a:cubicBezTo>
                    <a:cubicBezTo>
                      <a:pt x="79" y="68"/>
                      <a:pt x="80" y="68"/>
                      <a:pt x="80" y="67"/>
                    </a:cubicBezTo>
                    <a:cubicBezTo>
                      <a:pt x="80" y="66"/>
                      <a:pt x="80" y="66"/>
                      <a:pt x="79" y="65"/>
                    </a:cubicBezTo>
                    <a:cubicBezTo>
                      <a:pt x="79" y="64"/>
                      <a:pt x="78" y="63"/>
                      <a:pt x="78" y="63"/>
                    </a:cubicBezTo>
                    <a:cubicBezTo>
                      <a:pt x="78" y="63"/>
                      <a:pt x="78" y="63"/>
                      <a:pt x="77" y="62"/>
                    </a:cubicBezTo>
                    <a:cubicBezTo>
                      <a:pt x="76" y="61"/>
                      <a:pt x="76" y="60"/>
                      <a:pt x="76" y="60"/>
                    </a:cubicBezTo>
                    <a:cubicBezTo>
                      <a:pt x="76" y="60"/>
                      <a:pt x="76" y="57"/>
                      <a:pt x="76" y="56"/>
                    </a:cubicBezTo>
                    <a:cubicBezTo>
                      <a:pt x="76" y="55"/>
                      <a:pt x="75" y="57"/>
                      <a:pt x="76" y="55"/>
                    </a:cubicBezTo>
                    <a:cubicBezTo>
                      <a:pt x="76" y="53"/>
                      <a:pt x="76" y="52"/>
                      <a:pt x="76" y="52"/>
                    </a:cubicBezTo>
                    <a:cubicBezTo>
                      <a:pt x="76" y="52"/>
                      <a:pt x="74" y="51"/>
                      <a:pt x="73" y="51"/>
                    </a:cubicBezTo>
                    <a:cubicBezTo>
                      <a:pt x="73" y="51"/>
                      <a:pt x="73" y="52"/>
                      <a:pt x="72" y="52"/>
                    </a:cubicBezTo>
                    <a:cubicBezTo>
                      <a:pt x="70" y="51"/>
                      <a:pt x="71" y="50"/>
                      <a:pt x="70" y="50"/>
                    </a:cubicBezTo>
                    <a:cubicBezTo>
                      <a:pt x="70" y="49"/>
                      <a:pt x="69" y="49"/>
                      <a:pt x="68" y="50"/>
                    </a:cubicBezTo>
                    <a:cubicBezTo>
                      <a:pt x="68" y="50"/>
                      <a:pt x="66" y="50"/>
                      <a:pt x="65" y="51"/>
                    </a:cubicBezTo>
                    <a:cubicBezTo>
                      <a:pt x="64" y="51"/>
                      <a:pt x="64" y="51"/>
                      <a:pt x="62" y="51"/>
                    </a:cubicBezTo>
                    <a:cubicBezTo>
                      <a:pt x="61" y="51"/>
                      <a:pt x="59" y="52"/>
                      <a:pt x="58" y="51"/>
                    </a:cubicBezTo>
                    <a:cubicBezTo>
                      <a:pt x="56" y="51"/>
                      <a:pt x="56" y="51"/>
                      <a:pt x="56" y="50"/>
                    </a:cubicBezTo>
                    <a:cubicBezTo>
                      <a:pt x="55" y="49"/>
                      <a:pt x="56" y="49"/>
                      <a:pt x="55" y="48"/>
                    </a:cubicBezTo>
                    <a:cubicBezTo>
                      <a:pt x="53" y="48"/>
                      <a:pt x="53" y="48"/>
                      <a:pt x="53" y="47"/>
                    </a:cubicBezTo>
                    <a:cubicBezTo>
                      <a:pt x="53" y="46"/>
                      <a:pt x="53" y="46"/>
                      <a:pt x="53" y="45"/>
                    </a:cubicBezTo>
                    <a:cubicBezTo>
                      <a:pt x="52" y="44"/>
                      <a:pt x="53" y="46"/>
                      <a:pt x="52" y="44"/>
                    </a:cubicBezTo>
                    <a:cubicBezTo>
                      <a:pt x="50" y="42"/>
                      <a:pt x="50" y="44"/>
                      <a:pt x="50" y="42"/>
                    </a:cubicBezTo>
                    <a:cubicBezTo>
                      <a:pt x="51" y="41"/>
                      <a:pt x="51" y="42"/>
                      <a:pt x="51" y="40"/>
                    </a:cubicBezTo>
                    <a:cubicBezTo>
                      <a:pt x="51" y="39"/>
                      <a:pt x="53" y="41"/>
                      <a:pt x="52" y="38"/>
                    </a:cubicBezTo>
                    <a:cubicBezTo>
                      <a:pt x="51" y="35"/>
                      <a:pt x="50" y="35"/>
                      <a:pt x="52" y="33"/>
                    </a:cubicBezTo>
                    <a:cubicBezTo>
                      <a:pt x="53" y="31"/>
                      <a:pt x="55" y="30"/>
                      <a:pt x="55" y="30"/>
                    </a:cubicBezTo>
                    <a:cubicBezTo>
                      <a:pt x="55" y="29"/>
                      <a:pt x="56" y="28"/>
                      <a:pt x="56" y="27"/>
                    </a:cubicBezTo>
                    <a:cubicBezTo>
                      <a:pt x="57" y="27"/>
                      <a:pt x="56" y="27"/>
                      <a:pt x="58" y="27"/>
                    </a:cubicBezTo>
                    <a:cubicBezTo>
                      <a:pt x="59" y="27"/>
                      <a:pt x="60" y="26"/>
                      <a:pt x="61" y="26"/>
                    </a:cubicBezTo>
                    <a:cubicBezTo>
                      <a:pt x="62" y="25"/>
                      <a:pt x="63" y="24"/>
                      <a:pt x="63" y="23"/>
                    </a:cubicBezTo>
                    <a:cubicBezTo>
                      <a:pt x="64" y="23"/>
                      <a:pt x="63" y="24"/>
                      <a:pt x="65" y="23"/>
                    </a:cubicBezTo>
                    <a:cubicBezTo>
                      <a:pt x="66" y="23"/>
                      <a:pt x="66" y="23"/>
                      <a:pt x="67" y="23"/>
                    </a:cubicBezTo>
                    <a:cubicBezTo>
                      <a:pt x="68" y="23"/>
                      <a:pt x="66" y="23"/>
                      <a:pt x="68" y="23"/>
                    </a:cubicBezTo>
                    <a:cubicBezTo>
                      <a:pt x="70" y="22"/>
                      <a:pt x="70" y="22"/>
                      <a:pt x="70" y="22"/>
                    </a:cubicBezTo>
                    <a:cubicBezTo>
                      <a:pt x="71" y="22"/>
                      <a:pt x="71" y="23"/>
                      <a:pt x="72" y="23"/>
                    </a:cubicBezTo>
                    <a:cubicBezTo>
                      <a:pt x="72" y="23"/>
                      <a:pt x="72" y="21"/>
                      <a:pt x="72" y="23"/>
                    </a:cubicBezTo>
                    <a:cubicBezTo>
                      <a:pt x="73" y="25"/>
                      <a:pt x="72" y="26"/>
                      <a:pt x="73" y="26"/>
                    </a:cubicBezTo>
                    <a:cubicBezTo>
                      <a:pt x="75" y="26"/>
                      <a:pt x="73" y="26"/>
                      <a:pt x="75" y="26"/>
                    </a:cubicBezTo>
                    <a:cubicBezTo>
                      <a:pt x="76" y="26"/>
                      <a:pt x="76" y="26"/>
                      <a:pt x="77" y="27"/>
                    </a:cubicBezTo>
                    <a:cubicBezTo>
                      <a:pt x="77" y="27"/>
                      <a:pt x="78" y="27"/>
                      <a:pt x="79" y="27"/>
                    </a:cubicBezTo>
                    <a:cubicBezTo>
                      <a:pt x="80" y="27"/>
                      <a:pt x="79" y="29"/>
                      <a:pt x="80" y="27"/>
                    </a:cubicBezTo>
                    <a:cubicBezTo>
                      <a:pt x="82" y="26"/>
                      <a:pt x="79" y="26"/>
                      <a:pt x="82" y="26"/>
                    </a:cubicBezTo>
                    <a:cubicBezTo>
                      <a:pt x="85" y="26"/>
                      <a:pt x="85" y="27"/>
                      <a:pt x="86" y="26"/>
                    </a:cubicBezTo>
                    <a:cubicBezTo>
                      <a:pt x="86" y="26"/>
                      <a:pt x="86" y="27"/>
                      <a:pt x="88" y="26"/>
                    </a:cubicBezTo>
                    <a:cubicBezTo>
                      <a:pt x="89" y="25"/>
                      <a:pt x="89" y="25"/>
                      <a:pt x="90" y="26"/>
                    </a:cubicBezTo>
                    <a:cubicBezTo>
                      <a:pt x="90" y="26"/>
                      <a:pt x="90" y="27"/>
                      <a:pt x="91" y="26"/>
                    </a:cubicBezTo>
                    <a:cubicBezTo>
                      <a:pt x="91" y="25"/>
                      <a:pt x="92" y="25"/>
                      <a:pt x="91" y="24"/>
                    </a:cubicBezTo>
                    <a:cubicBezTo>
                      <a:pt x="89" y="24"/>
                      <a:pt x="89" y="24"/>
                      <a:pt x="88" y="23"/>
                    </a:cubicBezTo>
                    <a:cubicBezTo>
                      <a:pt x="88" y="22"/>
                      <a:pt x="90" y="23"/>
                      <a:pt x="88" y="22"/>
                    </a:cubicBezTo>
                    <a:cubicBezTo>
                      <a:pt x="87" y="22"/>
                      <a:pt x="87" y="22"/>
                      <a:pt x="86" y="22"/>
                    </a:cubicBezTo>
                    <a:cubicBezTo>
                      <a:pt x="84" y="21"/>
                      <a:pt x="83" y="23"/>
                      <a:pt x="83" y="22"/>
                    </a:cubicBezTo>
                    <a:cubicBezTo>
                      <a:pt x="83" y="21"/>
                      <a:pt x="80" y="23"/>
                      <a:pt x="83" y="21"/>
                    </a:cubicBezTo>
                    <a:cubicBezTo>
                      <a:pt x="85" y="19"/>
                      <a:pt x="84" y="18"/>
                      <a:pt x="85" y="18"/>
                    </a:cubicBezTo>
                    <a:cubicBezTo>
                      <a:pt x="87" y="19"/>
                      <a:pt x="86" y="20"/>
                      <a:pt x="87" y="19"/>
                    </a:cubicBezTo>
                    <a:cubicBezTo>
                      <a:pt x="88" y="18"/>
                      <a:pt x="90" y="18"/>
                      <a:pt x="88" y="17"/>
                    </a:cubicBezTo>
                    <a:cubicBezTo>
                      <a:pt x="86" y="16"/>
                      <a:pt x="88" y="16"/>
                      <a:pt x="86" y="15"/>
                    </a:cubicBezTo>
                    <a:cubicBezTo>
                      <a:pt x="84" y="14"/>
                      <a:pt x="83" y="18"/>
                      <a:pt x="82" y="18"/>
                    </a:cubicBezTo>
                    <a:cubicBezTo>
                      <a:pt x="81" y="17"/>
                      <a:pt x="81" y="17"/>
                      <a:pt x="80" y="17"/>
                    </a:cubicBezTo>
                    <a:cubicBezTo>
                      <a:pt x="80" y="17"/>
                      <a:pt x="80" y="19"/>
                      <a:pt x="80" y="20"/>
                    </a:cubicBezTo>
                    <a:cubicBezTo>
                      <a:pt x="79" y="21"/>
                      <a:pt x="80" y="21"/>
                      <a:pt x="79" y="20"/>
                    </a:cubicBezTo>
                    <a:cubicBezTo>
                      <a:pt x="77" y="20"/>
                      <a:pt x="81" y="20"/>
                      <a:pt x="77" y="18"/>
                    </a:cubicBezTo>
                    <a:cubicBezTo>
                      <a:pt x="73" y="17"/>
                      <a:pt x="72" y="17"/>
                      <a:pt x="71" y="18"/>
                    </a:cubicBezTo>
                    <a:cubicBezTo>
                      <a:pt x="71" y="18"/>
                      <a:pt x="70" y="18"/>
                      <a:pt x="70" y="19"/>
                    </a:cubicBezTo>
                    <a:cubicBezTo>
                      <a:pt x="69" y="19"/>
                      <a:pt x="71" y="20"/>
                      <a:pt x="69" y="19"/>
                    </a:cubicBezTo>
                    <a:cubicBezTo>
                      <a:pt x="68" y="18"/>
                      <a:pt x="66" y="20"/>
                      <a:pt x="66" y="20"/>
                    </a:cubicBezTo>
                    <a:cubicBezTo>
                      <a:pt x="66" y="20"/>
                      <a:pt x="66" y="19"/>
                      <a:pt x="65" y="20"/>
                    </a:cubicBezTo>
                    <a:cubicBezTo>
                      <a:pt x="64" y="20"/>
                      <a:pt x="63" y="21"/>
                      <a:pt x="62" y="21"/>
                    </a:cubicBezTo>
                    <a:cubicBezTo>
                      <a:pt x="61" y="20"/>
                      <a:pt x="60" y="21"/>
                      <a:pt x="61" y="19"/>
                    </a:cubicBezTo>
                    <a:cubicBezTo>
                      <a:pt x="63" y="17"/>
                      <a:pt x="62" y="18"/>
                      <a:pt x="64" y="17"/>
                    </a:cubicBezTo>
                    <a:cubicBezTo>
                      <a:pt x="66" y="16"/>
                      <a:pt x="69" y="16"/>
                      <a:pt x="66" y="16"/>
                    </a:cubicBezTo>
                    <a:cubicBezTo>
                      <a:pt x="63" y="15"/>
                      <a:pt x="68" y="15"/>
                      <a:pt x="64" y="13"/>
                    </a:cubicBezTo>
                    <a:cubicBezTo>
                      <a:pt x="60" y="11"/>
                      <a:pt x="60" y="14"/>
                      <a:pt x="60" y="11"/>
                    </a:cubicBezTo>
                    <a:cubicBezTo>
                      <a:pt x="61" y="9"/>
                      <a:pt x="60" y="9"/>
                      <a:pt x="59" y="9"/>
                    </a:cubicBezTo>
                    <a:cubicBezTo>
                      <a:pt x="59" y="9"/>
                      <a:pt x="56" y="10"/>
                      <a:pt x="55" y="10"/>
                    </a:cubicBezTo>
                    <a:cubicBezTo>
                      <a:pt x="54" y="10"/>
                      <a:pt x="55" y="11"/>
                      <a:pt x="54" y="10"/>
                    </a:cubicBezTo>
                    <a:cubicBezTo>
                      <a:pt x="52" y="9"/>
                      <a:pt x="51" y="10"/>
                      <a:pt x="52" y="9"/>
                    </a:cubicBezTo>
                    <a:cubicBezTo>
                      <a:pt x="53" y="7"/>
                      <a:pt x="53" y="7"/>
                      <a:pt x="54" y="6"/>
                    </a:cubicBezTo>
                    <a:cubicBezTo>
                      <a:pt x="55" y="5"/>
                      <a:pt x="55" y="2"/>
                      <a:pt x="57" y="3"/>
                    </a:cubicBezTo>
                    <a:cubicBezTo>
                      <a:pt x="60" y="4"/>
                      <a:pt x="59" y="4"/>
                      <a:pt x="61" y="4"/>
                    </a:cubicBezTo>
                    <a:cubicBezTo>
                      <a:pt x="63" y="4"/>
                      <a:pt x="64" y="4"/>
                      <a:pt x="64" y="3"/>
                    </a:cubicBezTo>
                    <a:cubicBezTo>
                      <a:pt x="64" y="3"/>
                      <a:pt x="62" y="2"/>
                      <a:pt x="62" y="2"/>
                    </a:cubicBezTo>
                    <a:cubicBezTo>
                      <a:pt x="62" y="2"/>
                      <a:pt x="61" y="2"/>
                      <a:pt x="61" y="2"/>
                    </a:cubicBezTo>
                    <a:cubicBezTo>
                      <a:pt x="61" y="1"/>
                      <a:pt x="62" y="0"/>
                      <a:pt x="62" y="0"/>
                    </a:cubicBezTo>
                    <a:cubicBezTo>
                      <a:pt x="61" y="0"/>
                      <a:pt x="61" y="0"/>
                      <a:pt x="61" y="0"/>
                    </a:cubicBezTo>
                    <a:cubicBezTo>
                      <a:pt x="61" y="0"/>
                      <a:pt x="54" y="0"/>
                      <a:pt x="52" y="0"/>
                    </a:cubicBez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107" name="组合 106"/>
          <p:cNvGrpSpPr/>
          <p:nvPr/>
        </p:nvGrpSpPr>
        <p:grpSpPr>
          <a:xfrm>
            <a:off x="4054018" y="4873168"/>
            <a:ext cx="642736" cy="642736"/>
            <a:chOff x="4054018" y="4873168"/>
            <a:chExt cx="642736" cy="642736"/>
          </a:xfrm>
        </p:grpSpPr>
        <p:sp>
          <p:nvSpPr>
            <p:cNvPr id="8" name="Oval 3722"/>
            <p:cNvSpPr>
              <a:spLocks noChangeArrowheads="1"/>
            </p:cNvSpPr>
            <p:nvPr/>
          </p:nvSpPr>
          <p:spPr bwMode="auto">
            <a:xfrm>
              <a:off x="4054018" y="4873168"/>
              <a:ext cx="642736" cy="642736"/>
            </a:xfrm>
            <a:prstGeom prst="ellipse">
              <a:avLst/>
            </a:pr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 name="组合 3"/>
            <p:cNvGrpSpPr/>
            <p:nvPr/>
          </p:nvGrpSpPr>
          <p:grpSpPr>
            <a:xfrm>
              <a:off x="4180427" y="4957442"/>
              <a:ext cx="389919" cy="474188"/>
              <a:chOff x="4187345" y="4696860"/>
              <a:chExt cx="389919" cy="474188"/>
            </a:xfrm>
          </p:grpSpPr>
          <p:sp>
            <p:nvSpPr>
              <p:cNvPr id="60" name="Freeform 3774"/>
              <p:cNvSpPr>
                <a:spLocks noEditPoints="1"/>
              </p:cNvSpPr>
              <p:nvPr/>
            </p:nvSpPr>
            <p:spPr bwMode="auto">
              <a:xfrm>
                <a:off x="4252753" y="4696860"/>
                <a:ext cx="217599" cy="221373"/>
              </a:xfrm>
              <a:custGeom>
                <a:avLst/>
                <a:gdLst>
                  <a:gd name="T0" fmla="*/ 137 w 173"/>
                  <a:gd name="T1" fmla="*/ 176 h 176"/>
                  <a:gd name="T2" fmla="*/ 119 w 173"/>
                  <a:gd name="T3" fmla="*/ 131 h 176"/>
                  <a:gd name="T4" fmla="*/ 55 w 173"/>
                  <a:gd name="T5" fmla="*/ 131 h 176"/>
                  <a:gd name="T6" fmla="*/ 36 w 173"/>
                  <a:gd name="T7" fmla="*/ 176 h 176"/>
                  <a:gd name="T8" fmla="*/ 0 w 173"/>
                  <a:gd name="T9" fmla="*/ 176 h 176"/>
                  <a:gd name="T10" fmla="*/ 74 w 173"/>
                  <a:gd name="T11" fmla="*/ 0 h 176"/>
                  <a:gd name="T12" fmla="*/ 100 w 173"/>
                  <a:gd name="T13" fmla="*/ 0 h 176"/>
                  <a:gd name="T14" fmla="*/ 173 w 173"/>
                  <a:gd name="T15" fmla="*/ 176 h 176"/>
                  <a:gd name="T16" fmla="*/ 137 w 173"/>
                  <a:gd name="T17" fmla="*/ 176 h 176"/>
                  <a:gd name="T18" fmla="*/ 85 w 173"/>
                  <a:gd name="T19" fmla="*/ 45 h 176"/>
                  <a:gd name="T20" fmla="*/ 67 w 173"/>
                  <a:gd name="T21" fmla="*/ 100 h 176"/>
                  <a:gd name="T22" fmla="*/ 104 w 173"/>
                  <a:gd name="T23" fmla="*/ 100 h 176"/>
                  <a:gd name="T24" fmla="*/ 85 w 173"/>
                  <a:gd name="T25" fmla="*/ 4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76">
                    <a:moveTo>
                      <a:pt x="137" y="176"/>
                    </a:moveTo>
                    <a:lnTo>
                      <a:pt x="119" y="131"/>
                    </a:lnTo>
                    <a:lnTo>
                      <a:pt x="55" y="131"/>
                    </a:lnTo>
                    <a:lnTo>
                      <a:pt x="36" y="176"/>
                    </a:lnTo>
                    <a:lnTo>
                      <a:pt x="0" y="176"/>
                    </a:lnTo>
                    <a:lnTo>
                      <a:pt x="74" y="0"/>
                    </a:lnTo>
                    <a:lnTo>
                      <a:pt x="100" y="0"/>
                    </a:lnTo>
                    <a:lnTo>
                      <a:pt x="173" y="176"/>
                    </a:lnTo>
                    <a:lnTo>
                      <a:pt x="137" y="176"/>
                    </a:lnTo>
                    <a:close/>
                    <a:moveTo>
                      <a:pt x="85" y="45"/>
                    </a:moveTo>
                    <a:lnTo>
                      <a:pt x="67" y="100"/>
                    </a:lnTo>
                    <a:lnTo>
                      <a:pt x="104" y="100"/>
                    </a:lnTo>
                    <a:lnTo>
                      <a:pt x="85" y="45"/>
                    </a:ln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Freeform 3775"/>
              <p:cNvSpPr>
                <a:spLocks noEditPoints="1"/>
              </p:cNvSpPr>
              <p:nvPr/>
            </p:nvSpPr>
            <p:spPr bwMode="auto">
              <a:xfrm>
                <a:off x="4187345" y="4944645"/>
                <a:ext cx="143390" cy="222631"/>
              </a:xfrm>
              <a:custGeom>
                <a:avLst/>
                <a:gdLst>
                  <a:gd name="T0" fmla="*/ 20 w 48"/>
                  <a:gd name="T1" fmla="*/ 75 h 75"/>
                  <a:gd name="T2" fmla="*/ 0 w 48"/>
                  <a:gd name="T3" fmla="*/ 75 h 75"/>
                  <a:gd name="T4" fmla="*/ 0 w 48"/>
                  <a:gd name="T5" fmla="*/ 0 h 75"/>
                  <a:gd name="T6" fmla="*/ 15 w 48"/>
                  <a:gd name="T7" fmla="*/ 0 h 75"/>
                  <a:gd name="T8" fmla="*/ 35 w 48"/>
                  <a:gd name="T9" fmla="*/ 4 h 75"/>
                  <a:gd name="T10" fmla="*/ 44 w 48"/>
                  <a:gd name="T11" fmla="*/ 20 h 75"/>
                  <a:gd name="T12" fmla="*/ 36 w 48"/>
                  <a:gd name="T13" fmla="*/ 34 h 75"/>
                  <a:gd name="T14" fmla="*/ 48 w 48"/>
                  <a:gd name="T15" fmla="*/ 53 h 75"/>
                  <a:gd name="T16" fmla="*/ 20 w 48"/>
                  <a:gd name="T17" fmla="*/ 75 h 75"/>
                  <a:gd name="T18" fmla="*/ 19 w 48"/>
                  <a:gd name="T19" fmla="*/ 14 h 75"/>
                  <a:gd name="T20" fmla="*/ 14 w 48"/>
                  <a:gd name="T21" fmla="*/ 14 h 75"/>
                  <a:gd name="T22" fmla="*/ 14 w 48"/>
                  <a:gd name="T23" fmla="*/ 29 h 75"/>
                  <a:gd name="T24" fmla="*/ 18 w 48"/>
                  <a:gd name="T25" fmla="*/ 29 h 75"/>
                  <a:gd name="T26" fmla="*/ 30 w 48"/>
                  <a:gd name="T27" fmla="*/ 21 h 75"/>
                  <a:gd name="T28" fmla="*/ 19 w 48"/>
                  <a:gd name="T29" fmla="*/ 14 h 75"/>
                  <a:gd name="T30" fmla="*/ 20 w 48"/>
                  <a:gd name="T31" fmla="*/ 43 h 75"/>
                  <a:gd name="T32" fmla="*/ 14 w 48"/>
                  <a:gd name="T33" fmla="*/ 43 h 75"/>
                  <a:gd name="T34" fmla="*/ 14 w 48"/>
                  <a:gd name="T35" fmla="*/ 62 h 75"/>
                  <a:gd name="T36" fmla="*/ 21 w 48"/>
                  <a:gd name="T37" fmla="*/ 62 h 75"/>
                  <a:gd name="T38" fmla="*/ 34 w 48"/>
                  <a:gd name="T39" fmla="*/ 52 h 75"/>
                  <a:gd name="T40" fmla="*/ 20 w 48"/>
                  <a:gd name="T41"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8" h="75">
                    <a:moveTo>
                      <a:pt x="20" y="75"/>
                    </a:moveTo>
                    <a:cubicBezTo>
                      <a:pt x="0" y="75"/>
                      <a:pt x="0" y="75"/>
                      <a:pt x="0" y="75"/>
                    </a:cubicBezTo>
                    <a:cubicBezTo>
                      <a:pt x="0" y="0"/>
                      <a:pt x="0" y="0"/>
                      <a:pt x="0" y="0"/>
                    </a:cubicBezTo>
                    <a:cubicBezTo>
                      <a:pt x="15" y="0"/>
                      <a:pt x="15" y="0"/>
                      <a:pt x="15" y="0"/>
                    </a:cubicBezTo>
                    <a:cubicBezTo>
                      <a:pt x="26" y="0"/>
                      <a:pt x="31" y="1"/>
                      <a:pt x="35" y="4"/>
                    </a:cubicBezTo>
                    <a:cubicBezTo>
                      <a:pt x="41" y="7"/>
                      <a:pt x="44" y="13"/>
                      <a:pt x="44" y="20"/>
                    </a:cubicBezTo>
                    <a:cubicBezTo>
                      <a:pt x="44" y="27"/>
                      <a:pt x="42" y="31"/>
                      <a:pt x="36" y="34"/>
                    </a:cubicBezTo>
                    <a:cubicBezTo>
                      <a:pt x="45" y="38"/>
                      <a:pt x="48" y="44"/>
                      <a:pt x="48" y="53"/>
                    </a:cubicBezTo>
                    <a:cubicBezTo>
                      <a:pt x="48" y="66"/>
                      <a:pt x="39" y="75"/>
                      <a:pt x="20" y="75"/>
                    </a:cubicBezTo>
                    <a:close/>
                    <a:moveTo>
                      <a:pt x="19" y="14"/>
                    </a:moveTo>
                    <a:cubicBezTo>
                      <a:pt x="14" y="14"/>
                      <a:pt x="14" y="14"/>
                      <a:pt x="14" y="14"/>
                    </a:cubicBezTo>
                    <a:cubicBezTo>
                      <a:pt x="14" y="29"/>
                      <a:pt x="14" y="29"/>
                      <a:pt x="14" y="29"/>
                    </a:cubicBezTo>
                    <a:cubicBezTo>
                      <a:pt x="18" y="29"/>
                      <a:pt x="18" y="29"/>
                      <a:pt x="18" y="29"/>
                    </a:cubicBezTo>
                    <a:cubicBezTo>
                      <a:pt x="27" y="29"/>
                      <a:pt x="30" y="27"/>
                      <a:pt x="30" y="21"/>
                    </a:cubicBezTo>
                    <a:cubicBezTo>
                      <a:pt x="30" y="16"/>
                      <a:pt x="27" y="14"/>
                      <a:pt x="19" y="14"/>
                    </a:cubicBezTo>
                    <a:close/>
                    <a:moveTo>
                      <a:pt x="20" y="43"/>
                    </a:moveTo>
                    <a:cubicBezTo>
                      <a:pt x="14" y="43"/>
                      <a:pt x="14" y="43"/>
                      <a:pt x="14" y="43"/>
                    </a:cubicBezTo>
                    <a:cubicBezTo>
                      <a:pt x="14" y="62"/>
                      <a:pt x="14" y="62"/>
                      <a:pt x="14" y="62"/>
                    </a:cubicBezTo>
                    <a:cubicBezTo>
                      <a:pt x="21" y="62"/>
                      <a:pt x="21" y="62"/>
                      <a:pt x="21" y="62"/>
                    </a:cubicBezTo>
                    <a:cubicBezTo>
                      <a:pt x="30" y="62"/>
                      <a:pt x="34" y="59"/>
                      <a:pt x="34" y="52"/>
                    </a:cubicBezTo>
                    <a:cubicBezTo>
                      <a:pt x="34" y="46"/>
                      <a:pt x="30" y="43"/>
                      <a:pt x="20" y="43"/>
                    </a:cubicBez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Freeform 3776"/>
              <p:cNvSpPr>
                <a:spLocks/>
              </p:cNvSpPr>
              <p:nvPr/>
            </p:nvSpPr>
            <p:spPr bwMode="auto">
              <a:xfrm>
                <a:off x="4357148" y="4940871"/>
                <a:ext cx="220116" cy="230177"/>
              </a:xfrm>
              <a:custGeom>
                <a:avLst/>
                <a:gdLst>
                  <a:gd name="T0" fmla="*/ 39 w 74"/>
                  <a:gd name="T1" fmla="*/ 77 h 77"/>
                  <a:gd name="T2" fmla="*/ 0 w 74"/>
                  <a:gd name="T3" fmla="*/ 38 h 77"/>
                  <a:gd name="T4" fmla="*/ 39 w 74"/>
                  <a:gd name="T5" fmla="*/ 0 h 77"/>
                  <a:gd name="T6" fmla="*/ 74 w 74"/>
                  <a:gd name="T7" fmla="*/ 23 h 77"/>
                  <a:gd name="T8" fmla="*/ 58 w 74"/>
                  <a:gd name="T9" fmla="*/ 23 h 77"/>
                  <a:gd name="T10" fmla="*/ 39 w 74"/>
                  <a:gd name="T11" fmla="*/ 13 h 77"/>
                  <a:gd name="T12" fmla="*/ 14 w 74"/>
                  <a:gd name="T13" fmla="*/ 38 h 77"/>
                  <a:gd name="T14" fmla="*/ 39 w 74"/>
                  <a:gd name="T15" fmla="*/ 64 h 77"/>
                  <a:gd name="T16" fmla="*/ 58 w 74"/>
                  <a:gd name="T17" fmla="*/ 55 h 77"/>
                  <a:gd name="T18" fmla="*/ 74 w 74"/>
                  <a:gd name="T19" fmla="*/ 55 h 77"/>
                  <a:gd name="T20" fmla="*/ 39 w 74"/>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77">
                    <a:moveTo>
                      <a:pt x="39" y="77"/>
                    </a:moveTo>
                    <a:cubicBezTo>
                      <a:pt x="18" y="77"/>
                      <a:pt x="0" y="60"/>
                      <a:pt x="0" y="38"/>
                    </a:cubicBezTo>
                    <a:cubicBezTo>
                      <a:pt x="0" y="17"/>
                      <a:pt x="17" y="0"/>
                      <a:pt x="39" y="0"/>
                    </a:cubicBezTo>
                    <a:cubicBezTo>
                      <a:pt x="54" y="0"/>
                      <a:pt x="67" y="8"/>
                      <a:pt x="74" y="23"/>
                    </a:cubicBezTo>
                    <a:cubicBezTo>
                      <a:pt x="58" y="23"/>
                      <a:pt x="58" y="23"/>
                      <a:pt x="58" y="23"/>
                    </a:cubicBezTo>
                    <a:cubicBezTo>
                      <a:pt x="53" y="16"/>
                      <a:pt x="48" y="13"/>
                      <a:pt x="39" y="13"/>
                    </a:cubicBezTo>
                    <a:cubicBezTo>
                      <a:pt x="25" y="13"/>
                      <a:pt x="14" y="24"/>
                      <a:pt x="14" y="38"/>
                    </a:cubicBezTo>
                    <a:cubicBezTo>
                      <a:pt x="14" y="52"/>
                      <a:pt x="25" y="64"/>
                      <a:pt x="39" y="64"/>
                    </a:cubicBezTo>
                    <a:cubicBezTo>
                      <a:pt x="46" y="64"/>
                      <a:pt x="52" y="61"/>
                      <a:pt x="58" y="55"/>
                    </a:cubicBezTo>
                    <a:cubicBezTo>
                      <a:pt x="74" y="55"/>
                      <a:pt x="74" y="55"/>
                      <a:pt x="74" y="55"/>
                    </a:cubicBezTo>
                    <a:cubicBezTo>
                      <a:pt x="68" y="69"/>
                      <a:pt x="55" y="77"/>
                      <a:pt x="39" y="77"/>
                    </a:cubicBez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104" name="组合 103"/>
          <p:cNvGrpSpPr/>
          <p:nvPr/>
        </p:nvGrpSpPr>
        <p:grpSpPr>
          <a:xfrm>
            <a:off x="8470157" y="3209097"/>
            <a:ext cx="755938" cy="755938"/>
            <a:chOff x="8470157" y="3209097"/>
            <a:chExt cx="755938" cy="755938"/>
          </a:xfrm>
        </p:grpSpPr>
        <p:sp>
          <p:nvSpPr>
            <p:cNvPr id="29" name="Oval 3743"/>
            <p:cNvSpPr>
              <a:spLocks noChangeArrowheads="1"/>
            </p:cNvSpPr>
            <p:nvPr/>
          </p:nvSpPr>
          <p:spPr bwMode="auto">
            <a:xfrm>
              <a:off x="8470157" y="3209097"/>
              <a:ext cx="755938" cy="755938"/>
            </a:xfrm>
            <a:prstGeom prst="ellipse">
              <a:avLst/>
            </a:pr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1" name="组合 90"/>
            <p:cNvGrpSpPr/>
            <p:nvPr/>
          </p:nvGrpSpPr>
          <p:grpSpPr>
            <a:xfrm>
              <a:off x="8593421" y="3417263"/>
              <a:ext cx="509410" cy="339606"/>
              <a:chOff x="8609773" y="3176177"/>
              <a:chExt cx="509410" cy="339606"/>
            </a:xfrm>
          </p:grpSpPr>
          <p:sp>
            <p:nvSpPr>
              <p:cNvPr id="63" name="Freeform 3777"/>
              <p:cNvSpPr>
                <a:spLocks noEditPoints="1"/>
              </p:cNvSpPr>
              <p:nvPr/>
            </p:nvSpPr>
            <p:spPr bwMode="auto">
              <a:xfrm>
                <a:off x="8609773" y="3176177"/>
                <a:ext cx="509410" cy="339606"/>
              </a:xfrm>
              <a:custGeom>
                <a:avLst/>
                <a:gdLst>
                  <a:gd name="T0" fmla="*/ 0 w 405"/>
                  <a:gd name="T1" fmla="*/ 0 h 270"/>
                  <a:gd name="T2" fmla="*/ 0 w 405"/>
                  <a:gd name="T3" fmla="*/ 270 h 270"/>
                  <a:gd name="T4" fmla="*/ 405 w 405"/>
                  <a:gd name="T5" fmla="*/ 270 h 270"/>
                  <a:gd name="T6" fmla="*/ 405 w 405"/>
                  <a:gd name="T7" fmla="*/ 0 h 270"/>
                  <a:gd name="T8" fmla="*/ 0 w 405"/>
                  <a:gd name="T9" fmla="*/ 0 h 270"/>
                  <a:gd name="T10" fmla="*/ 379 w 405"/>
                  <a:gd name="T11" fmla="*/ 246 h 270"/>
                  <a:gd name="T12" fmla="*/ 26 w 405"/>
                  <a:gd name="T13" fmla="*/ 246 h 270"/>
                  <a:gd name="T14" fmla="*/ 26 w 405"/>
                  <a:gd name="T15" fmla="*/ 24 h 270"/>
                  <a:gd name="T16" fmla="*/ 379 w 405"/>
                  <a:gd name="T17" fmla="*/ 24 h 270"/>
                  <a:gd name="T18" fmla="*/ 379 w 405"/>
                  <a:gd name="T19" fmla="*/ 24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5" h="270">
                    <a:moveTo>
                      <a:pt x="0" y="0"/>
                    </a:moveTo>
                    <a:lnTo>
                      <a:pt x="0" y="270"/>
                    </a:lnTo>
                    <a:lnTo>
                      <a:pt x="405" y="270"/>
                    </a:lnTo>
                    <a:lnTo>
                      <a:pt x="405" y="0"/>
                    </a:lnTo>
                    <a:lnTo>
                      <a:pt x="0" y="0"/>
                    </a:lnTo>
                    <a:close/>
                    <a:moveTo>
                      <a:pt x="379" y="246"/>
                    </a:moveTo>
                    <a:lnTo>
                      <a:pt x="26" y="246"/>
                    </a:lnTo>
                    <a:lnTo>
                      <a:pt x="26" y="24"/>
                    </a:lnTo>
                    <a:lnTo>
                      <a:pt x="379" y="24"/>
                    </a:lnTo>
                    <a:lnTo>
                      <a:pt x="379" y="246"/>
                    </a:lnTo>
                    <a:close/>
                  </a:path>
                </a:pathLst>
              </a:custGeom>
              <a:solidFill>
                <a:schemeClr val="accent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3778"/>
              <p:cNvSpPr>
                <a:spLocks/>
              </p:cNvSpPr>
              <p:nvPr/>
            </p:nvSpPr>
            <p:spPr bwMode="auto">
              <a:xfrm>
                <a:off x="8677694" y="3265481"/>
                <a:ext cx="47797" cy="152194"/>
              </a:xfrm>
              <a:custGeom>
                <a:avLst/>
                <a:gdLst>
                  <a:gd name="T0" fmla="*/ 17 w 38"/>
                  <a:gd name="T1" fmla="*/ 121 h 121"/>
                  <a:gd name="T2" fmla="*/ 17 w 38"/>
                  <a:gd name="T3" fmla="*/ 21 h 121"/>
                  <a:gd name="T4" fmla="*/ 0 w 38"/>
                  <a:gd name="T5" fmla="*/ 21 h 121"/>
                  <a:gd name="T6" fmla="*/ 0 w 38"/>
                  <a:gd name="T7" fmla="*/ 0 h 121"/>
                  <a:gd name="T8" fmla="*/ 38 w 38"/>
                  <a:gd name="T9" fmla="*/ 0 h 121"/>
                  <a:gd name="T10" fmla="*/ 38 w 38"/>
                  <a:gd name="T11" fmla="*/ 121 h 121"/>
                  <a:gd name="T12" fmla="*/ 17 w 38"/>
                  <a:gd name="T13" fmla="*/ 121 h 121"/>
                </a:gdLst>
                <a:ahLst/>
                <a:cxnLst>
                  <a:cxn ang="0">
                    <a:pos x="T0" y="T1"/>
                  </a:cxn>
                  <a:cxn ang="0">
                    <a:pos x="T2" y="T3"/>
                  </a:cxn>
                  <a:cxn ang="0">
                    <a:pos x="T4" y="T5"/>
                  </a:cxn>
                  <a:cxn ang="0">
                    <a:pos x="T6" y="T7"/>
                  </a:cxn>
                  <a:cxn ang="0">
                    <a:pos x="T8" y="T9"/>
                  </a:cxn>
                  <a:cxn ang="0">
                    <a:pos x="T10" y="T11"/>
                  </a:cxn>
                  <a:cxn ang="0">
                    <a:pos x="T12" y="T13"/>
                  </a:cxn>
                </a:cxnLst>
                <a:rect l="0" t="0" r="r" b="b"/>
                <a:pathLst>
                  <a:path w="38" h="121">
                    <a:moveTo>
                      <a:pt x="17" y="121"/>
                    </a:moveTo>
                    <a:lnTo>
                      <a:pt x="17" y="21"/>
                    </a:lnTo>
                    <a:lnTo>
                      <a:pt x="0" y="21"/>
                    </a:lnTo>
                    <a:lnTo>
                      <a:pt x="0" y="0"/>
                    </a:lnTo>
                    <a:lnTo>
                      <a:pt x="38" y="0"/>
                    </a:lnTo>
                    <a:lnTo>
                      <a:pt x="38" y="121"/>
                    </a:lnTo>
                    <a:lnTo>
                      <a:pt x="17" y="121"/>
                    </a:lnTo>
                    <a:close/>
                  </a:path>
                </a:pathLst>
              </a:custGeom>
              <a:solidFill>
                <a:schemeClr val="accent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Freeform 3779"/>
              <p:cNvSpPr>
                <a:spLocks/>
              </p:cNvSpPr>
              <p:nvPr/>
            </p:nvSpPr>
            <p:spPr bwMode="auto">
              <a:xfrm>
                <a:off x="8773287" y="3315794"/>
                <a:ext cx="101882" cy="101882"/>
              </a:xfrm>
              <a:custGeom>
                <a:avLst/>
                <a:gdLst>
                  <a:gd name="T0" fmla="*/ 52 w 81"/>
                  <a:gd name="T1" fmla="*/ 52 h 81"/>
                  <a:gd name="T2" fmla="*/ 52 w 81"/>
                  <a:gd name="T3" fmla="*/ 81 h 81"/>
                  <a:gd name="T4" fmla="*/ 31 w 81"/>
                  <a:gd name="T5" fmla="*/ 81 h 81"/>
                  <a:gd name="T6" fmla="*/ 31 w 81"/>
                  <a:gd name="T7" fmla="*/ 52 h 81"/>
                  <a:gd name="T8" fmla="*/ 0 w 81"/>
                  <a:gd name="T9" fmla="*/ 52 h 81"/>
                  <a:gd name="T10" fmla="*/ 0 w 81"/>
                  <a:gd name="T11" fmla="*/ 29 h 81"/>
                  <a:gd name="T12" fmla="*/ 31 w 81"/>
                  <a:gd name="T13" fmla="*/ 29 h 81"/>
                  <a:gd name="T14" fmla="*/ 31 w 81"/>
                  <a:gd name="T15" fmla="*/ 0 h 81"/>
                  <a:gd name="T16" fmla="*/ 52 w 81"/>
                  <a:gd name="T17" fmla="*/ 0 h 81"/>
                  <a:gd name="T18" fmla="*/ 52 w 81"/>
                  <a:gd name="T19" fmla="*/ 29 h 81"/>
                  <a:gd name="T20" fmla="*/ 81 w 81"/>
                  <a:gd name="T21" fmla="*/ 29 h 81"/>
                  <a:gd name="T22" fmla="*/ 81 w 81"/>
                  <a:gd name="T23" fmla="*/ 52 h 81"/>
                  <a:gd name="T24" fmla="*/ 52 w 81"/>
                  <a:gd name="T25" fmla="*/ 5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81">
                    <a:moveTo>
                      <a:pt x="52" y="52"/>
                    </a:moveTo>
                    <a:lnTo>
                      <a:pt x="52" y="81"/>
                    </a:lnTo>
                    <a:lnTo>
                      <a:pt x="31" y="81"/>
                    </a:lnTo>
                    <a:lnTo>
                      <a:pt x="31" y="52"/>
                    </a:lnTo>
                    <a:lnTo>
                      <a:pt x="0" y="52"/>
                    </a:lnTo>
                    <a:lnTo>
                      <a:pt x="0" y="29"/>
                    </a:lnTo>
                    <a:lnTo>
                      <a:pt x="31" y="29"/>
                    </a:lnTo>
                    <a:lnTo>
                      <a:pt x="31" y="0"/>
                    </a:lnTo>
                    <a:lnTo>
                      <a:pt x="52" y="0"/>
                    </a:lnTo>
                    <a:lnTo>
                      <a:pt x="52" y="29"/>
                    </a:lnTo>
                    <a:lnTo>
                      <a:pt x="81" y="29"/>
                    </a:lnTo>
                    <a:lnTo>
                      <a:pt x="81" y="52"/>
                    </a:lnTo>
                    <a:lnTo>
                      <a:pt x="52" y="52"/>
                    </a:lnTo>
                    <a:close/>
                  </a:path>
                </a:pathLst>
              </a:custGeom>
              <a:solidFill>
                <a:schemeClr val="accent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3780"/>
              <p:cNvSpPr>
                <a:spLocks/>
              </p:cNvSpPr>
              <p:nvPr/>
            </p:nvSpPr>
            <p:spPr bwMode="auto">
              <a:xfrm>
                <a:off x="8951895" y="3262965"/>
                <a:ext cx="74142" cy="154710"/>
              </a:xfrm>
              <a:custGeom>
                <a:avLst/>
                <a:gdLst>
                  <a:gd name="T0" fmla="*/ 24 w 34"/>
                  <a:gd name="T1" fmla="*/ 34 h 52"/>
                  <a:gd name="T2" fmla="*/ 13 w 34"/>
                  <a:gd name="T3" fmla="*/ 44 h 52"/>
                  <a:gd name="T4" fmla="*/ 34 w 34"/>
                  <a:gd name="T5" fmla="*/ 44 h 52"/>
                  <a:gd name="T6" fmla="*/ 34 w 34"/>
                  <a:gd name="T7" fmla="*/ 52 h 52"/>
                  <a:gd name="T8" fmla="*/ 0 w 34"/>
                  <a:gd name="T9" fmla="*/ 52 h 52"/>
                  <a:gd name="T10" fmla="*/ 0 w 34"/>
                  <a:gd name="T11" fmla="*/ 44 h 52"/>
                  <a:gd name="T12" fmla="*/ 19 w 34"/>
                  <a:gd name="T13" fmla="*/ 27 h 52"/>
                  <a:gd name="T14" fmla="*/ 25 w 34"/>
                  <a:gd name="T15" fmla="*/ 17 h 52"/>
                  <a:gd name="T16" fmla="*/ 17 w 34"/>
                  <a:gd name="T17" fmla="*/ 9 h 52"/>
                  <a:gd name="T18" fmla="*/ 9 w 34"/>
                  <a:gd name="T19" fmla="*/ 19 h 52"/>
                  <a:gd name="T20" fmla="*/ 0 w 34"/>
                  <a:gd name="T21" fmla="*/ 19 h 52"/>
                  <a:gd name="T22" fmla="*/ 17 w 34"/>
                  <a:gd name="T23" fmla="*/ 0 h 52"/>
                  <a:gd name="T24" fmla="*/ 34 w 34"/>
                  <a:gd name="T25" fmla="*/ 17 h 52"/>
                  <a:gd name="T26" fmla="*/ 24 w 34"/>
                  <a:gd name="T27"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52">
                    <a:moveTo>
                      <a:pt x="24" y="34"/>
                    </a:moveTo>
                    <a:cubicBezTo>
                      <a:pt x="13" y="44"/>
                      <a:pt x="13" y="44"/>
                      <a:pt x="13" y="44"/>
                    </a:cubicBezTo>
                    <a:cubicBezTo>
                      <a:pt x="34" y="44"/>
                      <a:pt x="34" y="44"/>
                      <a:pt x="34" y="44"/>
                    </a:cubicBezTo>
                    <a:cubicBezTo>
                      <a:pt x="34" y="52"/>
                      <a:pt x="34" y="52"/>
                      <a:pt x="34" y="52"/>
                    </a:cubicBezTo>
                    <a:cubicBezTo>
                      <a:pt x="0" y="52"/>
                      <a:pt x="0" y="52"/>
                      <a:pt x="0" y="52"/>
                    </a:cubicBezTo>
                    <a:cubicBezTo>
                      <a:pt x="0" y="44"/>
                      <a:pt x="0" y="44"/>
                      <a:pt x="0" y="44"/>
                    </a:cubicBezTo>
                    <a:cubicBezTo>
                      <a:pt x="19" y="27"/>
                      <a:pt x="19" y="27"/>
                      <a:pt x="19" y="27"/>
                    </a:cubicBezTo>
                    <a:cubicBezTo>
                      <a:pt x="23" y="23"/>
                      <a:pt x="25" y="20"/>
                      <a:pt x="25" y="17"/>
                    </a:cubicBezTo>
                    <a:cubicBezTo>
                      <a:pt x="25" y="12"/>
                      <a:pt x="21" y="9"/>
                      <a:pt x="17" y="9"/>
                    </a:cubicBezTo>
                    <a:cubicBezTo>
                      <a:pt x="12" y="9"/>
                      <a:pt x="9" y="13"/>
                      <a:pt x="9" y="19"/>
                    </a:cubicBezTo>
                    <a:cubicBezTo>
                      <a:pt x="0" y="19"/>
                      <a:pt x="0" y="19"/>
                      <a:pt x="0" y="19"/>
                    </a:cubicBezTo>
                    <a:cubicBezTo>
                      <a:pt x="0" y="7"/>
                      <a:pt x="7" y="0"/>
                      <a:pt x="17" y="0"/>
                    </a:cubicBezTo>
                    <a:cubicBezTo>
                      <a:pt x="27" y="0"/>
                      <a:pt x="34" y="7"/>
                      <a:pt x="34" y="17"/>
                    </a:cubicBezTo>
                    <a:cubicBezTo>
                      <a:pt x="34" y="23"/>
                      <a:pt x="32" y="27"/>
                      <a:pt x="24" y="34"/>
                    </a:cubicBezTo>
                    <a:close/>
                  </a:path>
                </a:pathLst>
              </a:custGeom>
              <a:solidFill>
                <a:schemeClr val="accent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80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105" name="组合 104"/>
          <p:cNvGrpSpPr/>
          <p:nvPr/>
        </p:nvGrpSpPr>
        <p:grpSpPr>
          <a:xfrm>
            <a:off x="3631397" y="3674484"/>
            <a:ext cx="758455" cy="755938"/>
            <a:chOff x="3631397" y="3674484"/>
            <a:chExt cx="758455" cy="755938"/>
          </a:xfrm>
        </p:grpSpPr>
        <p:sp>
          <p:nvSpPr>
            <p:cNvPr id="17" name="Oval 3731"/>
            <p:cNvSpPr>
              <a:spLocks noChangeArrowheads="1"/>
            </p:cNvSpPr>
            <p:nvPr/>
          </p:nvSpPr>
          <p:spPr bwMode="auto">
            <a:xfrm>
              <a:off x="3631397" y="3674484"/>
              <a:ext cx="758455" cy="755938"/>
            </a:xfrm>
            <a:prstGeom prst="ellipse">
              <a:avLst/>
            </a:pr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5" name="组合 4"/>
            <p:cNvGrpSpPr/>
            <p:nvPr/>
          </p:nvGrpSpPr>
          <p:grpSpPr>
            <a:xfrm>
              <a:off x="3690514" y="3895228"/>
              <a:ext cx="640221" cy="314450"/>
              <a:chOff x="3675420" y="3667978"/>
              <a:chExt cx="640221" cy="314450"/>
            </a:xfrm>
          </p:grpSpPr>
          <p:sp>
            <p:nvSpPr>
              <p:cNvPr id="72" name="Freeform 3786"/>
              <p:cNvSpPr>
                <a:spLocks/>
              </p:cNvSpPr>
              <p:nvPr/>
            </p:nvSpPr>
            <p:spPr bwMode="auto">
              <a:xfrm>
                <a:off x="3806231" y="3818914"/>
                <a:ext cx="381114" cy="163514"/>
              </a:xfrm>
              <a:custGeom>
                <a:avLst/>
                <a:gdLst>
                  <a:gd name="T0" fmla="*/ 63 w 128"/>
                  <a:gd name="T1" fmla="*/ 0 h 55"/>
                  <a:gd name="T2" fmla="*/ 0 w 128"/>
                  <a:gd name="T3" fmla="*/ 9 h 55"/>
                  <a:gd name="T4" fmla="*/ 0 w 128"/>
                  <a:gd name="T5" fmla="*/ 55 h 55"/>
                  <a:gd name="T6" fmla="*/ 64 w 128"/>
                  <a:gd name="T7" fmla="*/ 47 h 55"/>
                  <a:gd name="T8" fmla="*/ 64 w 128"/>
                  <a:gd name="T9" fmla="*/ 47 h 55"/>
                  <a:gd name="T10" fmla="*/ 117 w 128"/>
                  <a:gd name="T11" fmla="*/ 53 h 55"/>
                  <a:gd name="T12" fmla="*/ 128 w 128"/>
                  <a:gd name="T13" fmla="*/ 55 h 55"/>
                  <a:gd name="T14" fmla="*/ 128 w 128"/>
                  <a:gd name="T15" fmla="*/ 55 h 55"/>
                  <a:gd name="T16" fmla="*/ 128 w 128"/>
                  <a:gd name="T17" fmla="*/ 9 h 55"/>
                  <a:gd name="T18" fmla="*/ 128 w 128"/>
                  <a:gd name="T19" fmla="*/ 9 h 55"/>
                  <a:gd name="T20" fmla="*/ 121 w 128"/>
                  <a:gd name="T21" fmla="*/ 7 h 55"/>
                  <a:gd name="T22" fmla="*/ 63 w 128"/>
                  <a:gd name="T2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55">
                    <a:moveTo>
                      <a:pt x="63" y="0"/>
                    </a:moveTo>
                    <a:cubicBezTo>
                      <a:pt x="22" y="0"/>
                      <a:pt x="0" y="9"/>
                      <a:pt x="0" y="9"/>
                    </a:cubicBezTo>
                    <a:cubicBezTo>
                      <a:pt x="0" y="55"/>
                      <a:pt x="0" y="55"/>
                      <a:pt x="0" y="55"/>
                    </a:cubicBezTo>
                    <a:cubicBezTo>
                      <a:pt x="0" y="55"/>
                      <a:pt x="31" y="47"/>
                      <a:pt x="64" y="47"/>
                    </a:cubicBezTo>
                    <a:cubicBezTo>
                      <a:pt x="64" y="47"/>
                      <a:pt x="64" y="47"/>
                      <a:pt x="64" y="47"/>
                    </a:cubicBezTo>
                    <a:cubicBezTo>
                      <a:pt x="85" y="47"/>
                      <a:pt x="105" y="50"/>
                      <a:pt x="117" y="53"/>
                    </a:cubicBezTo>
                    <a:cubicBezTo>
                      <a:pt x="124" y="54"/>
                      <a:pt x="128" y="55"/>
                      <a:pt x="128" y="55"/>
                    </a:cubicBezTo>
                    <a:cubicBezTo>
                      <a:pt x="128" y="55"/>
                      <a:pt x="128" y="55"/>
                      <a:pt x="128" y="55"/>
                    </a:cubicBezTo>
                    <a:cubicBezTo>
                      <a:pt x="128" y="9"/>
                      <a:pt x="128" y="9"/>
                      <a:pt x="128" y="9"/>
                    </a:cubicBezTo>
                    <a:cubicBezTo>
                      <a:pt x="128" y="9"/>
                      <a:pt x="128" y="9"/>
                      <a:pt x="128" y="9"/>
                    </a:cubicBezTo>
                    <a:cubicBezTo>
                      <a:pt x="128" y="9"/>
                      <a:pt x="125" y="8"/>
                      <a:pt x="121" y="7"/>
                    </a:cubicBezTo>
                    <a:cubicBezTo>
                      <a:pt x="111" y="4"/>
                      <a:pt x="91" y="0"/>
                      <a:pt x="63" y="0"/>
                    </a:cubicBezTo>
                    <a:close/>
                  </a:path>
                </a:pathLst>
              </a:custGeom>
              <a:solidFill>
                <a:schemeClr val="accent2"/>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3" name="Freeform 3787"/>
              <p:cNvSpPr>
                <a:spLocks/>
              </p:cNvSpPr>
              <p:nvPr/>
            </p:nvSpPr>
            <p:spPr bwMode="auto">
              <a:xfrm>
                <a:off x="3675420" y="3667978"/>
                <a:ext cx="640221" cy="303130"/>
              </a:xfrm>
              <a:custGeom>
                <a:avLst/>
                <a:gdLst>
                  <a:gd name="T0" fmla="*/ 193 w 215"/>
                  <a:gd name="T1" fmla="*/ 84 h 102"/>
                  <a:gd name="T2" fmla="*/ 192 w 215"/>
                  <a:gd name="T3" fmla="*/ 81 h 102"/>
                  <a:gd name="T4" fmla="*/ 192 w 215"/>
                  <a:gd name="T5" fmla="*/ 78 h 102"/>
                  <a:gd name="T6" fmla="*/ 193 w 215"/>
                  <a:gd name="T7" fmla="*/ 75 h 102"/>
                  <a:gd name="T8" fmla="*/ 191 w 215"/>
                  <a:gd name="T9" fmla="*/ 72 h 102"/>
                  <a:gd name="T10" fmla="*/ 191 w 215"/>
                  <a:gd name="T11" fmla="*/ 58 h 102"/>
                  <a:gd name="T12" fmla="*/ 215 w 215"/>
                  <a:gd name="T13" fmla="*/ 48 h 102"/>
                  <a:gd name="T14" fmla="*/ 191 w 215"/>
                  <a:gd name="T15" fmla="*/ 37 h 102"/>
                  <a:gd name="T16" fmla="*/ 190 w 215"/>
                  <a:gd name="T17" fmla="*/ 36 h 102"/>
                  <a:gd name="T18" fmla="*/ 189 w 215"/>
                  <a:gd name="T19" fmla="*/ 36 h 102"/>
                  <a:gd name="T20" fmla="*/ 108 w 215"/>
                  <a:gd name="T21" fmla="*/ 0 h 102"/>
                  <a:gd name="T22" fmla="*/ 0 w 215"/>
                  <a:gd name="T23" fmla="*/ 48 h 102"/>
                  <a:gd name="T24" fmla="*/ 37 w 215"/>
                  <a:gd name="T25" fmla="*/ 64 h 102"/>
                  <a:gd name="T26" fmla="*/ 37 w 215"/>
                  <a:gd name="T27" fmla="*/ 58 h 102"/>
                  <a:gd name="T28" fmla="*/ 107 w 215"/>
                  <a:gd name="T29" fmla="*/ 48 h 102"/>
                  <a:gd name="T30" fmla="*/ 171 w 215"/>
                  <a:gd name="T31" fmla="*/ 56 h 102"/>
                  <a:gd name="T32" fmla="*/ 179 w 215"/>
                  <a:gd name="T33" fmla="*/ 58 h 102"/>
                  <a:gd name="T34" fmla="*/ 179 w 215"/>
                  <a:gd name="T35" fmla="*/ 58 h 102"/>
                  <a:gd name="T36" fmla="*/ 179 w 215"/>
                  <a:gd name="T37" fmla="*/ 64 h 102"/>
                  <a:gd name="T38" fmla="*/ 189 w 215"/>
                  <a:gd name="T39" fmla="*/ 59 h 102"/>
                  <a:gd name="T40" fmla="*/ 189 w 215"/>
                  <a:gd name="T41" fmla="*/ 72 h 102"/>
                  <a:gd name="T42" fmla="*/ 187 w 215"/>
                  <a:gd name="T43" fmla="*/ 75 h 102"/>
                  <a:gd name="T44" fmla="*/ 188 w 215"/>
                  <a:gd name="T45" fmla="*/ 78 h 102"/>
                  <a:gd name="T46" fmla="*/ 188 w 215"/>
                  <a:gd name="T47" fmla="*/ 81 h 102"/>
                  <a:gd name="T48" fmla="*/ 187 w 215"/>
                  <a:gd name="T49" fmla="*/ 84 h 102"/>
                  <a:gd name="T50" fmla="*/ 184 w 215"/>
                  <a:gd name="T51" fmla="*/ 97 h 102"/>
                  <a:gd name="T52" fmla="*/ 190 w 215"/>
                  <a:gd name="T53" fmla="*/ 102 h 102"/>
                  <a:gd name="T54" fmla="*/ 190 w 215"/>
                  <a:gd name="T55" fmla="*/ 102 h 102"/>
                  <a:gd name="T56" fmla="*/ 190 w 215"/>
                  <a:gd name="T57" fmla="*/ 102 h 102"/>
                  <a:gd name="T58" fmla="*/ 196 w 215"/>
                  <a:gd name="T59" fmla="*/ 97 h 102"/>
                  <a:gd name="T60" fmla="*/ 193 w 215"/>
                  <a:gd name="T61" fmla="*/ 8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5" h="102">
                    <a:moveTo>
                      <a:pt x="193" y="84"/>
                    </a:moveTo>
                    <a:cubicBezTo>
                      <a:pt x="193" y="83"/>
                      <a:pt x="193" y="82"/>
                      <a:pt x="192" y="81"/>
                    </a:cubicBezTo>
                    <a:cubicBezTo>
                      <a:pt x="192" y="78"/>
                      <a:pt x="192" y="78"/>
                      <a:pt x="192" y="78"/>
                    </a:cubicBezTo>
                    <a:cubicBezTo>
                      <a:pt x="193" y="78"/>
                      <a:pt x="193" y="76"/>
                      <a:pt x="193" y="75"/>
                    </a:cubicBezTo>
                    <a:cubicBezTo>
                      <a:pt x="193" y="74"/>
                      <a:pt x="192" y="72"/>
                      <a:pt x="191" y="72"/>
                    </a:cubicBezTo>
                    <a:cubicBezTo>
                      <a:pt x="191" y="58"/>
                      <a:pt x="191" y="58"/>
                      <a:pt x="191" y="58"/>
                    </a:cubicBezTo>
                    <a:cubicBezTo>
                      <a:pt x="215" y="48"/>
                      <a:pt x="215" y="48"/>
                      <a:pt x="215" y="48"/>
                    </a:cubicBezTo>
                    <a:cubicBezTo>
                      <a:pt x="191" y="37"/>
                      <a:pt x="191" y="37"/>
                      <a:pt x="191" y="37"/>
                    </a:cubicBezTo>
                    <a:cubicBezTo>
                      <a:pt x="191" y="36"/>
                      <a:pt x="190" y="36"/>
                      <a:pt x="190" y="36"/>
                    </a:cubicBezTo>
                    <a:cubicBezTo>
                      <a:pt x="190" y="36"/>
                      <a:pt x="190" y="36"/>
                      <a:pt x="189" y="36"/>
                    </a:cubicBezTo>
                    <a:cubicBezTo>
                      <a:pt x="108" y="0"/>
                      <a:pt x="108" y="0"/>
                      <a:pt x="108" y="0"/>
                    </a:cubicBezTo>
                    <a:cubicBezTo>
                      <a:pt x="0" y="48"/>
                      <a:pt x="0" y="48"/>
                      <a:pt x="0" y="48"/>
                    </a:cubicBezTo>
                    <a:cubicBezTo>
                      <a:pt x="37" y="64"/>
                      <a:pt x="37" y="64"/>
                      <a:pt x="37" y="64"/>
                    </a:cubicBezTo>
                    <a:cubicBezTo>
                      <a:pt x="37" y="58"/>
                      <a:pt x="37" y="58"/>
                      <a:pt x="37" y="58"/>
                    </a:cubicBezTo>
                    <a:cubicBezTo>
                      <a:pt x="37" y="58"/>
                      <a:pt x="62" y="48"/>
                      <a:pt x="107" y="48"/>
                    </a:cubicBezTo>
                    <a:cubicBezTo>
                      <a:pt x="138" y="48"/>
                      <a:pt x="160" y="53"/>
                      <a:pt x="171" y="56"/>
                    </a:cubicBezTo>
                    <a:cubicBezTo>
                      <a:pt x="176" y="57"/>
                      <a:pt x="179" y="58"/>
                      <a:pt x="179" y="58"/>
                    </a:cubicBezTo>
                    <a:cubicBezTo>
                      <a:pt x="179" y="58"/>
                      <a:pt x="179" y="58"/>
                      <a:pt x="179" y="58"/>
                    </a:cubicBezTo>
                    <a:cubicBezTo>
                      <a:pt x="179" y="64"/>
                      <a:pt x="179" y="64"/>
                      <a:pt x="179" y="64"/>
                    </a:cubicBezTo>
                    <a:cubicBezTo>
                      <a:pt x="189" y="59"/>
                      <a:pt x="189" y="59"/>
                      <a:pt x="189" y="59"/>
                    </a:cubicBezTo>
                    <a:cubicBezTo>
                      <a:pt x="189" y="72"/>
                      <a:pt x="189" y="72"/>
                      <a:pt x="189" y="72"/>
                    </a:cubicBezTo>
                    <a:cubicBezTo>
                      <a:pt x="188" y="72"/>
                      <a:pt x="187" y="74"/>
                      <a:pt x="187" y="75"/>
                    </a:cubicBezTo>
                    <a:cubicBezTo>
                      <a:pt x="187" y="76"/>
                      <a:pt x="187" y="78"/>
                      <a:pt x="188" y="78"/>
                    </a:cubicBezTo>
                    <a:cubicBezTo>
                      <a:pt x="188" y="81"/>
                      <a:pt x="188" y="81"/>
                      <a:pt x="188" y="81"/>
                    </a:cubicBezTo>
                    <a:cubicBezTo>
                      <a:pt x="187" y="82"/>
                      <a:pt x="187" y="83"/>
                      <a:pt x="187" y="84"/>
                    </a:cubicBezTo>
                    <a:cubicBezTo>
                      <a:pt x="186" y="93"/>
                      <a:pt x="185" y="96"/>
                      <a:pt x="184" y="97"/>
                    </a:cubicBezTo>
                    <a:cubicBezTo>
                      <a:pt x="184" y="99"/>
                      <a:pt x="186" y="102"/>
                      <a:pt x="190" y="102"/>
                    </a:cubicBezTo>
                    <a:cubicBezTo>
                      <a:pt x="190" y="102"/>
                      <a:pt x="190" y="102"/>
                      <a:pt x="190" y="102"/>
                    </a:cubicBezTo>
                    <a:cubicBezTo>
                      <a:pt x="190" y="102"/>
                      <a:pt x="190" y="102"/>
                      <a:pt x="190" y="102"/>
                    </a:cubicBezTo>
                    <a:cubicBezTo>
                      <a:pt x="194" y="102"/>
                      <a:pt x="196" y="99"/>
                      <a:pt x="196" y="97"/>
                    </a:cubicBezTo>
                    <a:cubicBezTo>
                      <a:pt x="194" y="96"/>
                      <a:pt x="194" y="93"/>
                      <a:pt x="193" y="84"/>
                    </a:cubicBezTo>
                    <a:close/>
                  </a:path>
                </a:pathLst>
              </a:custGeom>
              <a:solidFill>
                <a:schemeClr val="accent2"/>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75" name="TextBox 74"/>
          <p:cNvSpPr txBox="1"/>
          <p:nvPr/>
        </p:nvSpPr>
        <p:spPr>
          <a:xfrm>
            <a:off x="4771641" y="3842946"/>
            <a:ext cx="1441420" cy="328551"/>
          </a:xfrm>
          <a:prstGeom prst="rect">
            <a:avLst/>
          </a:prstGeom>
          <a:noFill/>
        </p:spPr>
        <p:txBody>
          <a:bodyPr wrap="none" rtlCol="0">
            <a:spAutoFit/>
          </a:bodyPr>
          <a:lstStyle/>
          <a:p>
            <a:pPr algn="just">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TextBox 77"/>
          <p:cNvSpPr txBox="1"/>
          <p:nvPr/>
        </p:nvSpPr>
        <p:spPr>
          <a:xfrm>
            <a:off x="6628783" y="4537287"/>
            <a:ext cx="1441420" cy="328551"/>
          </a:xfrm>
          <a:prstGeom prst="rect">
            <a:avLst/>
          </a:prstGeom>
          <a:noFill/>
        </p:spPr>
        <p:txBody>
          <a:bodyPr wrap="none" rtlCol="0">
            <a:spAutoFit/>
          </a:bodyPr>
          <a:lstStyle/>
          <a:p>
            <a:pPr algn="just">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9" name="TextBox 78"/>
          <p:cNvSpPr txBox="1"/>
          <p:nvPr/>
        </p:nvSpPr>
        <p:spPr>
          <a:xfrm>
            <a:off x="6628783" y="3394162"/>
            <a:ext cx="1441420" cy="328551"/>
          </a:xfrm>
          <a:prstGeom prst="rect">
            <a:avLst/>
          </a:prstGeom>
          <a:noFill/>
        </p:spPr>
        <p:txBody>
          <a:bodyPr wrap="none" rtlCol="0">
            <a:spAutoFit/>
          </a:bodyPr>
          <a:lstStyle/>
          <a:p>
            <a:pPr algn="just">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TextBox 79"/>
          <p:cNvSpPr txBox="1"/>
          <p:nvPr/>
        </p:nvSpPr>
        <p:spPr>
          <a:xfrm>
            <a:off x="6628783" y="2326552"/>
            <a:ext cx="1441420" cy="328551"/>
          </a:xfrm>
          <a:prstGeom prst="rect">
            <a:avLst/>
          </a:prstGeom>
          <a:noFill/>
        </p:spPr>
        <p:txBody>
          <a:bodyPr wrap="none" rtlCol="0">
            <a:spAutoFit/>
          </a:bodyPr>
          <a:lstStyle/>
          <a:p>
            <a:pPr algn="just">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1" name="TextBox 80"/>
          <p:cNvSpPr txBox="1"/>
          <p:nvPr/>
        </p:nvSpPr>
        <p:spPr>
          <a:xfrm>
            <a:off x="4771641" y="2801555"/>
            <a:ext cx="1441420" cy="328551"/>
          </a:xfrm>
          <a:prstGeom prst="rect">
            <a:avLst/>
          </a:prstGeom>
          <a:noFill/>
        </p:spPr>
        <p:txBody>
          <a:bodyPr wrap="none" rtlCol="0">
            <a:spAutoFit/>
          </a:bodyPr>
          <a:lstStyle/>
          <a:p>
            <a:pPr algn="just">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TextBox 81"/>
          <p:cNvSpPr txBox="1"/>
          <p:nvPr/>
        </p:nvSpPr>
        <p:spPr>
          <a:xfrm>
            <a:off x="4771641" y="5013240"/>
            <a:ext cx="1441420" cy="328551"/>
          </a:xfrm>
          <a:prstGeom prst="rect">
            <a:avLst/>
          </a:prstGeom>
          <a:noFill/>
        </p:spPr>
        <p:txBody>
          <a:bodyPr wrap="none" rtlCol="0">
            <a:spAutoFit/>
          </a:bodyPr>
          <a:lstStyle/>
          <a:p>
            <a:pPr algn="just">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3" name="Title 20"/>
          <p:cNvSpPr txBox="1">
            <a:spLocks/>
          </p:cNvSpPr>
          <p:nvPr/>
        </p:nvSpPr>
        <p:spPr>
          <a:xfrm>
            <a:off x="8906914" y="2078316"/>
            <a:ext cx="1770933" cy="707135"/>
          </a:xfrm>
          <a:prstGeom prst="rect">
            <a:avLst/>
          </a:prstGeom>
        </p:spPr>
        <p:txBody>
          <a:bodyPr vert="horz" wrap="square" lIns="128545" tIns="64271" rIns="128545" bIns="64271"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Title 20"/>
          <p:cNvSpPr txBox="1">
            <a:spLocks/>
          </p:cNvSpPr>
          <p:nvPr/>
        </p:nvSpPr>
        <p:spPr>
          <a:xfrm>
            <a:off x="9592722" y="3263610"/>
            <a:ext cx="1740271" cy="707135"/>
          </a:xfrm>
          <a:prstGeom prst="rect">
            <a:avLst/>
          </a:prstGeom>
        </p:spPr>
        <p:txBody>
          <a:bodyPr vert="horz" wrap="square" lIns="128545" tIns="64271" rIns="128545" bIns="64271"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Title 20"/>
          <p:cNvSpPr txBox="1">
            <a:spLocks/>
          </p:cNvSpPr>
          <p:nvPr/>
        </p:nvSpPr>
        <p:spPr>
          <a:xfrm>
            <a:off x="9072992" y="4363169"/>
            <a:ext cx="1720913" cy="707135"/>
          </a:xfrm>
          <a:prstGeom prst="rect">
            <a:avLst/>
          </a:prstGeom>
        </p:spPr>
        <p:txBody>
          <a:bodyPr vert="horz" wrap="square" lIns="128545" tIns="64271" rIns="128545" bIns="64271"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Title 20"/>
          <p:cNvSpPr txBox="1">
            <a:spLocks/>
          </p:cNvSpPr>
          <p:nvPr/>
        </p:nvSpPr>
        <p:spPr>
          <a:xfrm>
            <a:off x="2279897" y="2570624"/>
            <a:ext cx="1691106" cy="707135"/>
          </a:xfrm>
          <a:prstGeom prst="rect">
            <a:avLst/>
          </a:prstGeom>
        </p:spPr>
        <p:txBody>
          <a:bodyPr vert="horz" wrap="square" lIns="128545" tIns="64271" rIns="128545" bIns="64271"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Title 20"/>
          <p:cNvSpPr txBox="1">
            <a:spLocks/>
          </p:cNvSpPr>
          <p:nvPr/>
        </p:nvSpPr>
        <p:spPr>
          <a:xfrm>
            <a:off x="1592504" y="3755917"/>
            <a:ext cx="1746675" cy="707135"/>
          </a:xfrm>
          <a:prstGeom prst="rect">
            <a:avLst/>
          </a:prstGeom>
        </p:spPr>
        <p:txBody>
          <a:bodyPr vert="horz" wrap="square" lIns="128545" tIns="64271" rIns="128545" bIns="64271"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Title 20"/>
          <p:cNvSpPr txBox="1">
            <a:spLocks/>
          </p:cNvSpPr>
          <p:nvPr/>
        </p:nvSpPr>
        <p:spPr>
          <a:xfrm>
            <a:off x="1947345" y="4855478"/>
            <a:ext cx="1859324" cy="707135"/>
          </a:xfrm>
          <a:prstGeom prst="rect">
            <a:avLst/>
          </a:prstGeom>
        </p:spPr>
        <p:txBody>
          <a:bodyPr vert="horz" wrap="square" lIns="128545" tIns="64271" rIns="128545" bIns="64271"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5"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771448159"/>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right)">
                                      <p:cBhvr>
                                        <p:cTn id="7" dur="500"/>
                                        <p:tgtEl>
                                          <p:spTgt spid="94"/>
                                        </p:tgtEl>
                                      </p:cBhvr>
                                    </p:animEffect>
                                  </p:childTnLst>
                                </p:cTn>
                              </p:par>
                              <p:par>
                                <p:cTn id="8" presetID="22" presetClass="entr" presetSubtype="8" fill="hold"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wipe(left)">
                                      <p:cBhvr>
                                        <p:cTn id="10" dur="500"/>
                                        <p:tgtEl>
                                          <p:spTgt spid="95"/>
                                        </p:tgtEl>
                                      </p:cBhvr>
                                    </p:animEffect>
                                  </p:childTnLst>
                                </p:cTn>
                              </p:par>
                              <p:par>
                                <p:cTn id="11" presetID="22" presetClass="entr" presetSubtype="2" fill="hold" nodeType="withEffect">
                                  <p:stCondLst>
                                    <p:cond delay="0"/>
                                  </p:stCondLst>
                                  <p:childTnLst>
                                    <p:set>
                                      <p:cBhvr>
                                        <p:cTn id="12" dur="1" fill="hold">
                                          <p:stCondLst>
                                            <p:cond delay="0"/>
                                          </p:stCondLst>
                                        </p:cTn>
                                        <p:tgtEl>
                                          <p:spTgt spid="101"/>
                                        </p:tgtEl>
                                        <p:attrNameLst>
                                          <p:attrName>style.visibility</p:attrName>
                                        </p:attrNameLst>
                                      </p:cBhvr>
                                      <p:to>
                                        <p:strVal val="visible"/>
                                      </p:to>
                                    </p:set>
                                    <p:animEffect transition="in" filter="wipe(right)">
                                      <p:cBhvr>
                                        <p:cTn id="13" dur="500"/>
                                        <p:tgtEl>
                                          <p:spTgt spid="101"/>
                                        </p:tgtEl>
                                      </p:cBhvr>
                                    </p:animEffect>
                                  </p:childTnLst>
                                </p:cTn>
                              </p:par>
                              <p:par>
                                <p:cTn id="14" presetID="22" presetClass="entr" presetSubtype="8" fill="hold" nodeType="with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wipe(left)">
                                      <p:cBhvr>
                                        <p:cTn id="16" dur="500"/>
                                        <p:tgtEl>
                                          <p:spTgt spid="96"/>
                                        </p:tgtEl>
                                      </p:cBhvr>
                                    </p:animEffect>
                                  </p:childTnLst>
                                </p:cTn>
                              </p:par>
                              <p:par>
                                <p:cTn id="17" presetID="22" presetClass="entr" presetSubtype="2"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animEffect transition="in" filter="wipe(right)">
                                      <p:cBhvr>
                                        <p:cTn id="19" dur="500"/>
                                        <p:tgtEl>
                                          <p:spTgt spid="100"/>
                                        </p:tgtEl>
                                      </p:cBhvr>
                                    </p:animEffect>
                                  </p:childTnLst>
                                </p:cTn>
                              </p:par>
                              <p:par>
                                <p:cTn id="20" presetID="22" presetClass="entr" presetSubtype="8" fill="hold" nodeType="withEffect">
                                  <p:stCondLst>
                                    <p:cond delay="0"/>
                                  </p:stCondLst>
                                  <p:childTnLst>
                                    <p:set>
                                      <p:cBhvr>
                                        <p:cTn id="21" dur="1" fill="hold">
                                          <p:stCondLst>
                                            <p:cond delay="0"/>
                                          </p:stCondLst>
                                        </p:cTn>
                                        <p:tgtEl>
                                          <p:spTgt spid="97"/>
                                        </p:tgtEl>
                                        <p:attrNameLst>
                                          <p:attrName>style.visibility</p:attrName>
                                        </p:attrNameLst>
                                      </p:cBhvr>
                                      <p:to>
                                        <p:strVal val="visible"/>
                                      </p:to>
                                    </p:set>
                                    <p:animEffect transition="in" filter="wipe(left)">
                                      <p:cBhvr>
                                        <p:cTn id="22" dur="500"/>
                                        <p:tgtEl>
                                          <p:spTgt spid="9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fade">
                                      <p:cBhvr>
                                        <p:cTn id="27" dur="500"/>
                                        <p:tgtEl>
                                          <p:spTgt spid="102"/>
                                        </p:tgtEl>
                                      </p:cBhvr>
                                    </p:animEffect>
                                  </p:childTnLst>
                                </p:cTn>
                              </p:par>
                              <p:par>
                                <p:cTn id="28" presetID="10" presetClass="entr" presetSubtype="0" fill="hold"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fade">
                                      <p:cBhvr>
                                        <p:cTn id="30" dur="500"/>
                                        <p:tgtEl>
                                          <p:spTgt spid="107"/>
                                        </p:tgtEl>
                                      </p:cBhvr>
                                    </p:animEffect>
                                  </p:childTnLst>
                                </p:cTn>
                              </p:par>
                              <p:par>
                                <p:cTn id="31" presetID="10" presetClass="entr" presetSubtype="0" fill="hold" nodeType="withEffect">
                                  <p:stCondLst>
                                    <p:cond delay="0"/>
                                  </p:stCondLst>
                                  <p:childTnLst>
                                    <p:set>
                                      <p:cBhvr>
                                        <p:cTn id="32" dur="1" fill="hold">
                                          <p:stCondLst>
                                            <p:cond delay="0"/>
                                          </p:stCondLst>
                                        </p:cTn>
                                        <p:tgtEl>
                                          <p:spTgt spid="105"/>
                                        </p:tgtEl>
                                        <p:attrNameLst>
                                          <p:attrName>style.visibility</p:attrName>
                                        </p:attrNameLst>
                                      </p:cBhvr>
                                      <p:to>
                                        <p:strVal val="visible"/>
                                      </p:to>
                                    </p:set>
                                    <p:animEffect transition="in" filter="fade">
                                      <p:cBhvr>
                                        <p:cTn id="33" dur="500"/>
                                        <p:tgtEl>
                                          <p:spTgt spid="105"/>
                                        </p:tgtEl>
                                      </p:cBhvr>
                                    </p:animEffect>
                                  </p:childTnLst>
                                </p:cTn>
                              </p:par>
                              <p:par>
                                <p:cTn id="34" presetID="10" presetClass="entr" presetSubtype="0" fill="hold" nodeType="withEffect">
                                  <p:stCondLst>
                                    <p:cond delay="0"/>
                                  </p:stCondLst>
                                  <p:childTnLst>
                                    <p:set>
                                      <p:cBhvr>
                                        <p:cTn id="35" dur="1" fill="hold">
                                          <p:stCondLst>
                                            <p:cond delay="0"/>
                                          </p:stCondLst>
                                        </p:cTn>
                                        <p:tgtEl>
                                          <p:spTgt spid="103"/>
                                        </p:tgtEl>
                                        <p:attrNameLst>
                                          <p:attrName>style.visibility</p:attrName>
                                        </p:attrNameLst>
                                      </p:cBhvr>
                                      <p:to>
                                        <p:strVal val="visible"/>
                                      </p:to>
                                    </p:set>
                                    <p:animEffect transition="in" filter="fade">
                                      <p:cBhvr>
                                        <p:cTn id="36" dur="500"/>
                                        <p:tgtEl>
                                          <p:spTgt spid="103"/>
                                        </p:tgtEl>
                                      </p:cBhvr>
                                    </p:animEffect>
                                  </p:childTnLst>
                                </p:cTn>
                              </p:par>
                              <p:par>
                                <p:cTn id="37" presetID="10" presetClass="entr" presetSubtype="0" fill="hold" nodeType="withEffect">
                                  <p:stCondLst>
                                    <p:cond delay="0"/>
                                  </p:stCondLst>
                                  <p:childTnLst>
                                    <p:set>
                                      <p:cBhvr>
                                        <p:cTn id="38" dur="1" fill="hold">
                                          <p:stCondLst>
                                            <p:cond delay="0"/>
                                          </p:stCondLst>
                                        </p:cTn>
                                        <p:tgtEl>
                                          <p:spTgt spid="106"/>
                                        </p:tgtEl>
                                        <p:attrNameLst>
                                          <p:attrName>style.visibility</p:attrName>
                                        </p:attrNameLst>
                                      </p:cBhvr>
                                      <p:to>
                                        <p:strVal val="visible"/>
                                      </p:to>
                                    </p:set>
                                    <p:animEffect transition="in" filter="fade">
                                      <p:cBhvr>
                                        <p:cTn id="39" dur="500"/>
                                        <p:tgtEl>
                                          <p:spTgt spid="106"/>
                                        </p:tgtEl>
                                      </p:cBhvr>
                                    </p:animEffect>
                                  </p:childTnLst>
                                </p:cTn>
                              </p:par>
                              <p:par>
                                <p:cTn id="40" presetID="10" presetClass="entr" presetSubtype="0" fill="hold" nodeType="withEffect">
                                  <p:stCondLst>
                                    <p:cond delay="0"/>
                                  </p:stCondLst>
                                  <p:childTnLst>
                                    <p:set>
                                      <p:cBhvr>
                                        <p:cTn id="41" dur="1" fill="hold">
                                          <p:stCondLst>
                                            <p:cond delay="0"/>
                                          </p:stCondLst>
                                        </p:cTn>
                                        <p:tgtEl>
                                          <p:spTgt spid="104"/>
                                        </p:tgtEl>
                                        <p:attrNameLst>
                                          <p:attrName>style.visibility</p:attrName>
                                        </p:attrNameLst>
                                      </p:cBhvr>
                                      <p:to>
                                        <p:strVal val="visible"/>
                                      </p:to>
                                    </p:set>
                                    <p:animEffect transition="in" filter="fade">
                                      <p:cBhvr>
                                        <p:cTn id="42" dur="500"/>
                                        <p:tgtEl>
                                          <p:spTgt spid="104"/>
                                        </p:tgtEl>
                                      </p:cBhvr>
                                    </p:animEffect>
                                  </p:childTnLst>
                                </p:cTn>
                              </p:par>
                            </p:childTnLst>
                          </p:cTn>
                        </p:par>
                      </p:childTnLst>
                    </p:cTn>
                  </p:par>
                  <p:par>
                    <p:cTn id="43" fill="hold">
                      <p:stCondLst>
                        <p:cond delay="indefinite"/>
                      </p:stCondLst>
                      <p:childTnLst>
                        <p:par>
                          <p:cTn id="44" fill="hold">
                            <p:stCondLst>
                              <p:cond delay="0"/>
                            </p:stCondLst>
                            <p:childTnLst>
                              <p:par>
                                <p:cTn id="45" presetID="56" presetClass="entr" presetSubtype="0" fill="hold" grpId="0" nodeType="clickEffect">
                                  <p:stCondLst>
                                    <p:cond delay="0"/>
                                  </p:stCondLst>
                                  <p:iterate type="lt">
                                    <p:tmPct val="10000"/>
                                  </p:iterate>
                                  <p:childTnLst>
                                    <p:set>
                                      <p:cBhvr>
                                        <p:cTn id="46" dur="1" fill="hold">
                                          <p:stCondLst>
                                            <p:cond delay="0"/>
                                          </p:stCondLst>
                                        </p:cTn>
                                        <p:tgtEl>
                                          <p:spTgt spid="80"/>
                                        </p:tgtEl>
                                        <p:attrNameLst>
                                          <p:attrName>style.visibility</p:attrName>
                                        </p:attrNameLst>
                                      </p:cBhvr>
                                      <p:to>
                                        <p:strVal val="visible"/>
                                      </p:to>
                                    </p:set>
                                    <p:anim by="(-#ppt_w*2)" calcmode="lin" valueType="num">
                                      <p:cBhvr rctx="PPT">
                                        <p:cTn id="47" dur="500" autoRev="1" fill="hold">
                                          <p:stCondLst>
                                            <p:cond delay="0"/>
                                          </p:stCondLst>
                                        </p:cTn>
                                        <p:tgtEl>
                                          <p:spTgt spid="80"/>
                                        </p:tgtEl>
                                        <p:attrNameLst>
                                          <p:attrName>ppt_w</p:attrName>
                                        </p:attrNameLst>
                                      </p:cBhvr>
                                    </p:anim>
                                    <p:anim by="(#ppt_w*0.50)" calcmode="lin" valueType="num">
                                      <p:cBhvr>
                                        <p:cTn id="48" dur="500" decel="50000" autoRev="1" fill="hold">
                                          <p:stCondLst>
                                            <p:cond delay="0"/>
                                          </p:stCondLst>
                                        </p:cTn>
                                        <p:tgtEl>
                                          <p:spTgt spid="80"/>
                                        </p:tgtEl>
                                        <p:attrNameLst>
                                          <p:attrName>ppt_x</p:attrName>
                                        </p:attrNameLst>
                                      </p:cBhvr>
                                    </p:anim>
                                    <p:anim from="(-#ppt_h/2)" to="(#ppt_y)" calcmode="lin" valueType="num">
                                      <p:cBhvr>
                                        <p:cTn id="49" dur="1000" fill="hold">
                                          <p:stCondLst>
                                            <p:cond delay="0"/>
                                          </p:stCondLst>
                                        </p:cTn>
                                        <p:tgtEl>
                                          <p:spTgt spid="80"/>
                                        </p:tgtEl>
                                        <p:attrNameLst>
                                          <p:attrName>ppt_y</p:attrName>
                                        </p:attrNameLst>
                                      </p:cBhvr>
                                    </p:anim>
                                    <p:animRot by="21600000">
                                      <p:cBhvr>
                                        <p:cTn id="50" dur="1000" fill="hold">
                                          <p:stCondLst>
                                            <p:cond delay="0"/>
                                          </p:stCondLst>
                                        </p:cTn>
                                        <p:tgtEl>
                                          <p:spTgt spid="80"/>
                                        </p:tgtEl>
                                        <p:attrNameLst>
                                          <p:attrName>r</p:attrName>
                                        </p:attrNameLst>
                                      </p:cBhvr>
                                    </p:animRot>
                                  </p:childTnLst>
                                </p:cTn>
                              </p:par>
                              <p:par>
                                <p:cTn id="51" presetID="56" presetClass="entr" presetSubtype="0" fill="hold" grpId="0" nodeType="withEffect">
                                  <p:stCondLst>
                                    <p:cond delay="0"/>
                                  </p:stCondLst>
                                  <p:iterate type="lt">
                                    <p:tmPct val="10000"/>
                                  </p:iterate>
                                  <p:childTnLst>
                                    <p:set>
                                      <p:cBhvr>
                                        <p:cTn id="52" dur="1" fill="hold">
                                          <p:stCondLst>
                                            <p:cond delay="0"/>
                                          </p:stCondLst>
                                        </p:cTn>
                                        <p:tgtEl>
                                          <p:spTgt spid="81"/>
                                        </p:tgtEl>
                                        <p:attrNameLst>
                                          <p:attrName>style.visibility</p:attrName>
                                        </p:attrNameLst>
                                      </p:cBhvr>
                                      <p:to>
                                        <p:strVal val="visible"/>
                                      </p:to>
                                    </p:set>
                                    <p:anim by="(-#ppt_w*2)" calcmode="lin" valueType="num">
                                      <p:cBhvr rctx="PPT">
                                        <p:cTn id="53" dur="500" autoRev="1" fill="hold">
                                          <p:stCondLst>
                                            <p:cond delay="0"/>
                                          </p:stCondLst>
                                        </p:cTn>
                                        <p:tgtEl>
                                          <p:spTgt spid="81"/>
                                        </p:tgtEl>
                                        <p:attrNameLst>
                                          <p:attrName>ppt_w</p:attrName>
                                        </p:attrNameLst>
                                      </p:cBhvr>
                                    </p:anim>
                                    <p:anim by="(#ppt_w*0.50)" calcmode="lin" valueType="num">
                                      <p:cBhvr>
                                        <p:cTn id="54" dur="500" decel="50000" autoRev="1" fill="hold">
                                          <p:stCondLst>
                                            <p:cond delay="0"/>
                                          </p:stCondLst>
                                        </p:cTn>
                                        <p:tgtEl>
                                          <p:spTgt spid="81"/>
                                        </p:tgtEl>
                                        <p:attrNameLst>
                                          <p:attrName>ppt_x</p:attrName>
                                        </p:attrNameLst>
                                      </p:cBhvr>
                                    </p:anim>
                                    <p:anim from="(-#ppt_h/2)" to="(#ppt_y)" calcmode="lin" valueType="num">
                                      <p:cBhvr>
                                        <p:cTn id="55" dur="1000" fill="hold">
                                          <p:stCondLst>
                                            <p:cond delay="0"/>
                                          </p:stCondLst>
                                        </p:cTn>
                                        <p:tgtEl>
                                          <p:spTgt spid="81"/>
                                        </p:tgtEl>
                                        <p:attrNameLst>
                                          <p:attrName>ppt_y</p:attrName>
                                        </p:attrNameLst>
                                      </p:cBhvr>
                                    </p:anim>
                                    <p:animRot by="21600000">
                                      <p:cBhvr>
                                        <p:cTn id="56" dur="1000" fill="hold">
                                          <p:stCondLst>
                                            <p:cond delay="0"/>
                                          </p:stCondLst>
                                        </p:cTn>
                                        <p:tgtEl>
                                          <p:spTgt spid="81"/>
                                        </p:tgtEl>
                                        <p:attrNameLst>
                                          <p:attrName>r</p:attrName>
                                        </p:attrNameLst>
                                      </p:cBhvr>
                                    </p:animRot>
                                  </p:childTnLst>
                                </p:cTn>
                              </p:par>
                              <p:par>
                                <p:cTn id="57" presetID="56" presetClass="entr" presetSubtype="0" fill="hold" grpId="0" nodeType="withEffect">
                                  <p:stCondLst>
                                    <p:cond delay="0"/>
                                  </p:stCondLst>
                                  <p:iterate type="lt">
                                    <p:tmPct val="10000"/>
                                  </p:iterate>
                                  <p:childTnLst>
                                    <p:set>
                                      <p:cBhvr>
                                        <p:cTn id="58" dur="1" fill="hold">
                                          <p:stCondLst>
                                            <p:cond delay="0"/>
                                          </p:stCondLst>
                                        </p:cTn>
                                        <p:tgtEl>
                                          <p:spTgt spid="75"/>
                                        </p:tgtEl>
                                        <p:attrNameLst>
                                          <p:attrName>style.visibility</p:attrName>
                                        </p:attrNameLst>
                                      </p:cBhvr>
                                      <p:to>
                                        <p:strVal val="visible"/>
                                      </p:to>
                                    </p:set>
                                    <p:anim by="(-#ppt_w*2)" calcmode="lin" valueType="num">
                                      <p:cBhvr rctx="PPT">
                                        <p:cTn id="59" dur="500" autoRev="1" fill="hold">
                                          <p:stCondLst>
                                            <p:cond delay="0"/>
                                          </p:stCondLst>
                                        </p:cTn>
                                        <p:tgtEl>
                                          <p:spTgt spid="75"/>
                                        </p:tgtEl>
                                        <p:attrNameLst>
                                          <p:attrName>ppt_w</p:attrName>
                                        </p:attrNameLst>
                                      </p:cBhvr>
                                    </p:anim>
                                    <p:anim by="(#ppt_w*0.50)" calcmode="lin" valueType="num">
                                      <p:cBhvr>
                                        <p:cTn id="60" dur="500" decel="50000" autoRev="1" fill="hold">
                                          <p:stCondLst>
                                            <p:cond delay="0"/>
                                          </p:stCondLst>
                                        </p:cTn>
                                        <p:tgtEl>
                                          <p:spTgt spid="75"/>
                                        </p:tgtEl>
                                        <p:attrNameLst>
                                          <p:attrName>ppt_x</p:attrName>
                                        </p:attrNameLst>
                                      </p:cBhvr>
                                    </p:anim>
                                    <p:anim from="(-#ppt_h/2)" to="(#ppt_y)" calcmode="lin" valueType="num">
                                      <p:cBhvr>
                                        <p:cTn id="61" dur="1000" fill="hold">
                                          <p:stCondLst>
                                            <p:cond delay="0"/>
                                          </p:stCondLst>
                                        </p:cTn>
                                        <p:tgtEl>
                                          <p:spTgt spid="75"/>
                                        </p:tgtEl>
                                        <p:attrNameLst>
                                          <p:attrName>ppt_y</p:attrName>
                                        </p:attrNameLst>
                                      </p:cBhvr>
                                    </p:anim>
                                    <p:animRot by="21600000">
                                      <p:cBhvr>
                                        <p:cTn id="62" dur="1000" fill="hold">
                                          <p:stCondLst>
                                            <p:cond delay="0"/>
                                          </p:stCondLst>
                                        </p:cTn>
                                        <p:tgtEl>
                                          <p:spTgt spid="75"/>
                                        </p:tgtEl>
                                        <p:attrNameLst>
                                          <p:attrName>r</p:attrName>
                                        </p:attrNameLst>
                                      </p:cBhvr>
                                    </p:animRot>
                                  </p:childTnLst>
                                </p:cTn>
                              </p:par>
                              <p:par>
                                <p:cTn id="63" presetID="56" presetClass="entr" presetSubtype="0" fill="hold" grpId="0" nodeType="withEffect">
                                  <p:stCondLst>
                                    <p:cond delay="0"/>
                                  </p:stCondLst>
                                  <p:iterate type="lt">
                                    <p:tmPct val="10000"/>
                                  </p:iterate>
                                  <p:childTnLst>
                                    <p:set>
                                      <p:cBhvr>
                                        <p:cTn id="64" dur="1" fill="hold">
                                          <p:stCondLst>
                                            <p:cond delay="0"/>
                                          </p:stCondLst>
                                        </p:cTn>
                                        <p:tgtEl>
                                          <p:spTgt spid="82"/>
                                        </p:tgtEl>
                                        <p:attrNameLst>
                                          <p:attrName>style.visibility</p:attrName>
                                        </p:attrNameLst>
                                      </p:cBhvr>
                                      <p:to>
                                        <p:strVal val="visible"/>
                                      </p:to>
                                    </p:set>
                                    <p:anim by="(-#ppt_w*2)" calcmode="lin" valueType="num">
                                      <p:cBhvr rctx="PPT">
                                        <p:cTn id="65" dur="500" autoRev="1" fill="hold">
                                          <p:stCondLst>
                                            <p:cond delay="0"/>
                                          </p:stCondLst>
                                        </p:cTn>
                                        <p:tgtEl>
                                          <p:spTgt spid="82"/>
                                        </p:tgtEl>
                                        <p:attrNameLst>
                                          <p:attrName>ppt_w</p:attrName>
                                        </p:attrNameLst>
                                      </p:cBhvr>
                                    </p:anim>
                                    <p:anim by="(#ppt_w*0.50)" calcmode="lin" valueType="num">
                                      <p:cBhvr>
                                        <p:cTn id="66" dur="500" decel="50000" autoRev="1" fill="hold">
                                          <p:stCondLst>
                                            <p:cond delay="0"/>
                                          </p:stCondLst>
                                        </p:cTn>
                                        <p:tgtEl>
                                          <p:spTgt spid="82"/>
                                        </p:tgtEl>
                                        <p:attrNameLst>
                                          <p:attrName>ppt_x</p:attrName>
                                        </p:attrNameLst>
                                      </p:cBhvr>
                                    </p:anim>
                                    <p:anim from="(-#ppt_h/2)" to="(#ppt_y)" calcmode="lin" valueType="num">
                                      <p:cBhvr>
                                        <p:cTn id="67" dur="1000" fill="hold">
                                          <p:stCondLst>
                                            <p:cond delay="0"/>
                                          </p:stCondLst>
                                        </p:cTn>
                                        <p:tgtEl>
                                          <p:spTgt spid="82"/>
                                        </p:tgtEl>
                                        <p:attrNameLst>
                                          <p:attrName>ppt_y</p:attrName>
                                        </p:attrNameLst>
                                      </p:cBhvr>
                                    </p:anim>
                                    <p:animRot by="21600000">
                                      <p:cBhvr>
                                        <p:cTn id="68" dur="1000" fill="hold">
                                          <p:stCondLst>
                                            <p:cond delay="0"/>
                                          </p:stCondLst>
                                        </p:cTn>
                                        <p:tgtEl>
                                          <p:spTgt spid="82"/>
                                        </p:tgtEl>
                                        <p:attrNameLst>
                                          <p:attrName>r</p:attrName>
                                        </p:attrNameLst>
                                      </p:cBhvr>
                                    </p:animRot>
                                  </p:childTnLst>
                                </p:cTn>
                              </p:par>
                              <p:par>
                                <p:cTn id="69" presetID="56" presetClass="entr" presetSubtype="0" fill="hold" grpId="0" nodeType="withEffect">
                                  <p:stCondLst>
                                    <p:cond delay="0"/>
                                  </p:stCondLst>
                                  <p:iterate type="lt">
                                    <p:tmPct val="10000"/>
                                  </p:iterate>
                                  <p:childTnLst>
                                    <p:set>
                                      <p:cBhvr>
                                        <p:cTn id="70" dur="1" fill="hold">
                                          <p:stCondLst>
                                            <p:cond delay="0"/>
                                          </p:stCondLst>
                                        </p:cTn>
                                        <p:tgtEl>
                                          <p:spTgt spid="78"/>
                                        </p:tgtEl>
                                        <p:attrNameLst>
                                          <p:attrName>style.visibility</p:attrName>
                                        </p:attrNameLst>
                                      </p:cBhvr>
                                      <p:to>
                                        <p:strVal val="visible"/>
                                      </p:to>
                                    </p:set>
                                    <p:anim by="(-#ppt_w*2)" calcmode="lin" valueType="num">
                                      <p:cBhvr rctx="PPT">
                                        <p:cTn id="71" dur="500" autoRev="1" fill="hold">
                                          <p:stCondLst>
                                            <p:cond delay="0"/>
                                          </p:stCondLst>
                                        </p:cTn>
                                        <p:tgtEl>
                                          <p:spTgt spid="78"/>
                                        </p:tgtEl>
                                        <p:attrNameLst>
                                          <p:attrName>ppt_w</p:attrName>
                                        </p:attrNameLst>
                                      </p:cBhvr>
                                    </p:anim>
                                    <p:anim by="(#ppt_w*0.50)" calcmode="lin" valueType="num">
                                      <p:cBhvr>
                                        <p:cTn id="72" dur="500" decel="50000" autoRev="1" fill="hold">
                                          <p:stCondLst>
                                            <p:cond delay="0"/>
                                          </p:stCondLst>
                                        </p:cTn>
                                        <p:tgtEl>
                                          <p:spTgt spid="78"/>
                                        </p:tgtEl>
                                        <p:attrNameLst>
                                          <p:attrName>ppt_x</p:attrName>
                                        </p:attrNameLst>
                                      </p:cBhvr>
                                    </p:anim>
                                    <p:anim from="(-#ppt_h/2)" to="(#ppt_y)" calcmode="lin" valueType="num">
                                      <p:cBhvr>
                                        <p:cTn id="73" dur="1000" fill="hold">
                                          <p:stCondLst>
                                            <p:cond delay="0"/>
                                          </p:stCondLst>
                                        </p:cTn>
                                        <p:tgtEl>
                                          <p:spTgt spid="78"/>
                                        </p:tgtEl>
                                        <p:attrNameLst>
                                          <p:attrName>ppt_y</p:attrName>
                                        </p:attrNameLst>
                                      </p:cBhvr>
                                    </p:anim>
                                    <p:animRot by="21600000">
                                      <p:cBhvr>
                                        <p:cTn id="74" dur="1000" fill="hold">
                                          <p:stCondLst>
                                            <p:cond delay="0"/>
                                          </p:stCondLst>
                                        </p:cTn>
                                        <p:tgtEl>
                                          <p:spTgt spid="78"/>
                                        </p:tgtEl>
                                        <p:attrNameLst>
                                          <p:attrName>r</p:attrName>
                                        </p:attrNameLst>
                                      </p:cBhvr>
                                    </p:animRot>
                                  </p:childTnLst>
                                </p:cTn>
                              </p:par>
                              <p:par>
                                <p:cTn id="75" presetID="56" presetClass="entr" presetSubtype="0" fill="hold" grpId="0" nodeType="withEffect">
                                  <p:stCondLst>
                                    <p:cond delay="0"/>
                                  </p:stCondLst>
                                  <p:iterate type="lt">
                                    <p:tmPct val="10000"/>
                                  </p:iterate>
                                  <p:childTnLst>
                                    <p:set>
                                      <p:cBhvr>
                                        <p:cTn id="76" dur="1" fill="hold">
                                          <p:stCondLst>
                                            <p:cond delay="0"/>
                                          </p:stCondLst>
                                        </p:cTn>
                                        <p:tgtEl>
                                          <p:spTgt spid="79"/>
                                        </p:tgtEl>
                                        <p:attrNameLst>
                                          <p:attrName>style.visibility</p:attrName>
                                        </p:attrNameLst>
                                      </p:cBhvr>
                                      <p:to>
                                        <p:strVal val="visible"/>
                                      </p:to>
                                    </p:set>
                                    <p:anim by="(-#ppt_w*2)" calcmode="lin" valueType="num">
                                      <p:cBhvr rctx="PPT">
                                        <p:cTn id="77" dur="500" autoRev="1" fill="hold">
                                          <p:stCondLst>
                                            <p:cond delay="0"/>
                                          </p:stCondLst>
                                        </p:cTn>
                                        <p:tgtEl>
                                          <p:spTgt spid="79"/>
                                        </p:tgtEl>
                                        <p:attrNameLst>
                                          <p:attrName>ppt_w</p:attrName>
                                        </p:attrNameLst>
                                      </p:cBhvr>
                                    </p:anim>
                                    <p:anim by="(#ppt_w*0.50)" calcmode="lin" valueType="num">
                                      <p:cBhvr>
                                        <p:cTn id="78" dur="500" decel="50000" autoRev="1" fill="hold">
                                          <p:stCondLst>
                                            <p:cond delay="0"/>
                                          </p:stCondLst>
                                        </p:cTn>
                                        <p:tgtEl>
                                          <p:spTgt spid="79"/>
                                        </p:tgtEl>
                                        <p:attrNameLst>
                                          <p:attrName>ppt_x</p:attrName>
                                        </p:attrNameLst>
                                      </p:cBhvr>
                                    </p:anim>
                                    <p:anim from="(-#ppt_h/2)" to="(#ppt_y)" calcmode="lin" valueType="num">
                                      <p:cBhvr>
                                        <p:cTn id="79" dur="1000" fill="hold">
                                          <p:stCondLst>
                                            <p:cond delay="0"/>
                                          </p:stCondLst>
                                        </p:cTn>
                                        <p:tgtEl>
                                          <p:spTgt spid="79"/>
                                        </p:tgtEl>
                                        <p:attrNameLst>
                                          <p:attrName>ppt_y</p:attrName>
                                        </p:attrNameLst>
                                      </p:cBhvr>
                                    </p:anim>
                                    <p:animRot by="21600000">
                                      <p:cBhvr>
                                        <p:cTn id="80" dur="1000" fill="hold">
                                          <p:stCondLst>
                                            <p:cond delay="0"/>
                                          </p:stCondLst>
                                        </p:cTn>
                                        <p:tgtEl>
                                          <p:spTgt spid="79"/>
                                        </p:tgtEl>
                                        <p:attrNameLst>
                                          <p:attrName>r</p:attrName>
                                        </p:attrNameLst>
                                      </p:cBhvr>
                                    </p:animRot>
                                  </p:childTnLst>
                                </p:cTn>
                              </p:par>
                            </p:childTnLst>
                          </p:cTn>
                        </p:par>
                        <p:par>
                          <p:cTn id="81" fill="hold">
                            <p:stCondLst>
                              <p:cond delay="1600"/>
                            </p:stCondLst>
                            <p:childTnLst>
                              <p:par>
                                <p:cTn id="82" presetID="10" presetClass="entr" presetSubtype="0" fill="hold" grpId="0" nodeType="afterEffect">
                                  <p:stCondLst>
                                    <p:cond delay="0"/>
                                  </p:stCondLst>
                                  <p:childTnLst>
                                    <p:set>
                                      <p:cBhvr>
                                        <p:cTn id="83" dur="1" fill="hold">
                                          <p:stCondLst>
                                            <p:cond delay="0"/>
                                          </p:stCondLst>
                                        </p:cTn>
                                        <p:tgtEl>
                                          <p:spTgt spid="83"/>
                                        </p:tgtEl>
                                        <p:attrNameLst>
                                          <p:attrName>style.visibility</p:attrName>
                                        </p:attrNameLst>
                                      </p:cBhvr>
                                      <p:to>
                                        <p:strVal val="visible"/>
                                      </p:to>
                                    </p:set>
                                    <p:animEffect transition="in" filter="fade">
                                      <p:cBhvr>
                                        <p:cTn id="84" dur="500"/>
                                        <p:tgtEl>
                                          <p:spTgt spid="83"/>
                                        </p:tgtEl>
                                      </p:cBhvr>
                                    </p:animEffect>
                                  </p:childTnLst>
                                </p:cTn>
                              </p:par>
                            </p:childTnLst>
                          </p:cTn>
                        </p:par>
                        <p:par>
                          <p:cTn id="85" fill="hold">
                            <p:stCondLst>
                              <p:cond delay="2100"/>
                            </p:stCondLst>
                            <p:childTnLst>
                              <p:par>
                                <p:cTn id="86" presetID="10" presetClass="entr" presetSubtype="0" fill="hold" grpId="0" nodeType="afterEffect">
                                  <p:stCondLst>
                                    <p:cond delay="0"/>
                                  </p:stCondLst>
                                  <p:childTnLst>
                                    <p:set>
                                      <p:cBhvr>
                                        <p:cTn id="87" dur="1" fill="hold">
                                          <p:stCondLst>
                                            <p:cond delay="0"/>
                                          </p:stCondLst>
                                        </p:cTn>
                                        <p:tgtEl>
                                          <p:spTgt spid="84"/>
                                        </p:tgtEl>
                                        <p:attrNameLst>
                                          <p:attrName>style.visibility</p:attrName>
                                        </p:attrNameLst>
                                      </p:cBhvr>
                                      <p:to>
                                        <p:strVal val="visible"/>
                                      </p:to>
                                    </p:set>
                                    <p:animEffect transition="in" filter="fade">
                                      <p:cBhvr>
                                        <p:cTn id="88" dur="500"/>
                                        <p:tgtEl>
                                          <p:spTgt spid="84"/>
                                        </p:tgtEl>
                                      </p:cBhvr>
                                    </p:animEffect>
                                  </p:childTnLst>
                                </p:cTn>
                              </p:par>
                            </p:childTnLst>
                          </p:cTn>
                        </p:par>
                        <p:par>
                          <p:cTn id="89" fill="hold">
                            <p:stCondLst>
                              <p:cond delay="2600"/>
                            </p:stCondLst>
                            <p:childTnLst>
                              <p:par>
                                <p:cTn id="90" presetID="10" presetClass="entr" presetSubtype="0" fill="hold" grpId="0" nodeType="afterEffect">
                                  <p:stCondLst>
                                    <p:cond delay="0"/>
                                  </p:stCondLst>
                                  <p:childTnLst>
                                    <p:set>
                                      <p:cBhvr>
                                        <p:cTn id="91" dur="1" fill="hold">
                                          <p:stCondLst>
                                            <p:cond delay="0"/>
                                          </p:stCondLst>
                                        </p:cTn>
                                        <p:tgtEl>
                                          <p:spTgt spid="86"/>
                                        </p:tgtEl>
                                        <p:attrNameLst>
                                          <p:attrName>style.visibility</p:attrName>
                                        </p:attrNameLst>
                                      </p:cBhvr>
                                      <p:to>
                                        <p:strVal val="visible"/>
                                      </p:to>
                                    </p:set>
                                    <p:animEffect transition="in" filter="fade">
                                      <p:cBhvr>
                                        <p:cTn id="92" dur="500"/>
                                        <p:tgtEl>
                                          <p:spTgt spid="86"/>
                                        </p:tgtEl>
                                      </p:cBhvr>
                                    </p:animEffect>
                                  </p:childTnLst>
                                </p:cTn>
                              </p:par>
                            </p:childTnLst>
                          </p:cTn>
                        </p:par>
                        <p:par>
                          <p:cTn id="93" fill="hold">
                            <p:stCondLst>
                              <p:cond delay="3100"/>
                            </p:stCondLst>
                            <p:childTnLst>
                              <p:par>
                                <p:cTn id="94" presetID="10" presetClass="entr" presetSubtype="0" fill="hold" grpId="0" nodeType="afterEffect">
                                  <p:stCondLst>
                                    <p:cond delay="0"/>
                                  </p:stCondLst>
                                  <p:childTnLst>
                                    <p:set>
                                      <p:cBhvr>
                                        <p:cTn id="95" dur="1" fill="hold">
                                          <p:stCondLst>
                                            <p:cond delay="0"/>
                                          </p:stCondLst>
                                        </p:cTn>
                                        <p:tgtEl>
                                          <p:spTgt spid="87"/>
                                        </p:tgtEl>
                                        <p:attrNameLst>
                                          <p:attrName>style.visibility</p:attrName>
                                        </p:attrNameLst>
                                      </p:cBhvr>
                                      <p:to>
                                        <p:strVal val="visible"/>
                                      </p:to>
                                    </p:set>
                                    <p:animEffect transition="in" filter="fade">
                                      <p:cBhvr>
                                        <p:cTn id="96" dur="500"/>
                                        <p:tgtEl>
                                          <p:spTgt spid="87"/>
                                        </p:tgtEl>
                                      </p:cBhvr>
                                    </p:animEffect>
                                  </p:childTnLst>
                                </p:cTn>
                              </p:par>
                            </p:childTnLst>
                          </p:cTn>
                        </p:par>
                        <p:par>
                          <p:cTn id="97" fill="hold">
                            <p:stCondLst>
                              <p:cond delay="3600"/>
                            </p:stCondLst>
                            <p:childTnLst>
                              <p:par>
                                <p:cTn id="98" presetID="10" presetClass="entr" presetSubtype="0" fill="hold" grpId="0" nodeType="afterEffect">
                                  <p:stCondLst>
                                    <p:cond delay="0"/>
                                  </p:stCondLst>
                                  <p:childTnLst>
                                    <p:set>
                                      <p:cBhvr>
                                        <p:cTn id="99" dur="1" fill="hold">
                                          <p:stCondLst>
                                            <p:cond delay="0"/>
                                          </p:stCondLst>
                                        </p:cTn>
                                        <p:tgtEl>
                                          <p:spTgt spid="88"/>
                                        </p:tgtEl>
                                        <p:attrNameLst>
                                          <p:attrName>style.visibility</p:attrName>
                                        </p:attrNameLst>
                                      </p:cBhvr>
                                      <p:to>
                                        <p:strVal val="visible"/>
                                      </p:to>
                                    </p:set>
                                    <p:animEffect transition="in" filter="fade">
                                      <p:cBhvr>
                                        <p:cTn id="100" dur="500"/>
                                        <p:tgtEl>
                                          <p:spTgt spid="88"/>
                                        </p:tgtEl>
                                      </p:cBhvr>
                                    </p:animEffect>
                                  </p:childTnLst>
                                </p:cTn>
                              </p:par>
                            </p:childTnLst>
                          </p:cTn>
                        </p:par>
                        <p:par>
                          <p:cTn id="101" fill="hold">
                            <p:stCondLst>
                              <p:cond delay="4100"/>
                            </p:stCondLst>
                            <p:childTnLst>
                              <p:par>
                                <p:cTn id="102" presetID="10" presetClass="entr" presetSubtype="0" fill="hold" grpId="0" nodeType="afterEffect">
                                  <p:stCondLst>
                                    <p:cond delay="0"/>
                                  </p:stCondLst>
                                  <p:childTnLst>
                                    <p:set>
                                      <p:cBhvr>
                                        <p:cTn id="103" dur="1" fill="hold">
                                          <p:stCondLst>
                                            <p:cond delay="0"/>
                                          </p:stCondLst>
                                        </p:cTn>
                                        <p:tgtEl>
                                          <p:spTgt spid="90"/>
                                        </p:tgtEl>
                                        <p:attrNameLst>
                                          <p:attrName>style.visibility</p:attrName>
                                        </p:attrNameLst>
                                      </p:cBhvr>
                                      <p:to>
                                        <p:strVal val="visible"/>
                                      </p:to>
                                    </p:set>
                                    <p:animEffect transition="in" filter="fade">
                                      <p:cBhvr>
                                        <p:cTn id="104"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8" grpId="0"/>
      <p:bldP spid="79" grpId="0"/>
      <p:bldP spid="80" grpId="0"/>
      <p:bldP spid="81" grpId="0"/>
      <p:bldP spid="82" grpId="0"/>
      <p:bldP spid="83" grpId="0"/>
      <p:bldP spid="84" grpId="0"/>
      <p:bldP spid="86" grpId="0"/>
      <p:bldP spid="87" grpId="0"/>
      <p:bldP spid="88" grpId="0"/>
      <p:bldP spid="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017817" y="1538566"/>
            <a:ext cx="3284566" cy="4853182"/>
            <a:chOff x="1912729" y="1458758"/>
            <a:chExt cx="3510756" cy="5187394"/>
          </a:xfrm>
        </p:grpSpPr>
        <p:grpSp>
          <p:nvGrpSpPr>
            <p:cNvPr id="5" name="Group 4"/>
            <p:cNvGrpSpPr/>
            <p:nvPr/>
          </p:nvGrpSpPr>
          <p:grpSpPr>
            <a:xfrm>
              <a:off x="1972256" y="1458758"/>
              <a:ext cx="292103" cy="5187394"/>
              <a:chOff x="1374772" y="1213680"/>
              <a:chExt cx="274322" cy="5187394"/>
            </a:xfrm>
          </p:grpSpPr>
          <p:sp>
            <p:nvSpPr>
              <p:cNvPr id="22" name="Pentagon 21"/>
              <p:cNvSpPr/>
              <p:nvPr/>
            </p:nvSpPr>
            <p:spPr>
              <a:xfrm rot="5400000">
                <a:off x="1103752" y="5857228"/>
                <a:ext cx="814866" cy="272825"/>
              </a:xfrm>
              <a:prstGeom prst="homePlate">
                <a:avLst>
                  <a:gd name="adj" fmla="val 281623"/>
                </a:avLst>
              </a:prstGeom>
              <a:gradFill flip="none" rotWithShape="1">
                <a:gsLst>
                  <a:gs pos="100000">
                    <a:srgbClr val="B88954"/>
                  </a:gs>
                  <a:gs pos="0">
                    <a:srgbClr val="E1C9AF"/>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Rectangle 5"/>
              <p:cNvSpPr/>
              <p:nvPr/>
            </p:nvSpPr>
            <p:spPr>
              <a:xfrm>
                <a:off x="1374774" y="2007666"/>
                <a:ext cx="273845" cy="3776859"/>
              </a:xfrm>
              <a:custGeom>
                <a:avLst/>
                <a:gdLst>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0 w 272825"/>
                  <a:gd name="connsiteY4" fmla="*/ 0 h 3776662"/>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1 w 272825"/>
                  <a:gd name="connsiteY4" fmla="*/ 3609974 h 3776662"/>
                  <a:gd name="connsiteX5" fmla="*/ 0 w 272825"/>
                  <a:gd name="connsiteY5" fmla="*/ 0 h 3776662"/>
                  <a:gd name="connsiteX0" fmla="*/ 0 w 272825"/>
                  <a:gd name="connsiteY0" fmla="*/ 0 h 3776662"/>
                  <a:gd name="connsiteX1" fmla="*/ 272825 w 272825"/>
                  <a:gd name="connsiteY1" fmla="*/ 0 h 3776662"/>
                  <a:gd name="connsiteX2" fmla="*/ 272825 w 272825"/>
                  <a:gd name="connsiteY2" fmla="*/ 3776662 h 3776662"/>
                  <a:gd name="connsiteX3" fmla="*/ 57151 w 272825"/>
                  <a:gd name="connsiteY3" fmla="*/ 3776661 h 3776662"/>
                  <a:gd name="connsiteX4" fmla="*/ 0 w 272825"/>
                  <a:gd name="connsiteY4" fmla="*/ 3776662 h 3776662"/>
                  <a:gd name="connsiteX5" fmla="*/ 1 w 272825"/>
                  <a:gd name="connsiteY5" fmla="*/ 3609974 h 3776662"/>
                  <a:gd name="connsiteX6" fmla="*/ 0 w 272825"/>
                  <a:gd name="connsiteY6" fmla="*/ 0 h 3776662"/>
                  <a:gd name="connsiteX0" fmla="*/ 0 w 272825"/>
                  <a:gd name="connsiteY0" fmla="*/ 0 h 3776662"/>
                  <a:gd name="connsiteX1" fmla="*/ 272825 w 272825"/>
                  <a:gd name="connsiteY1" fmla="*/ 0 h 3776662"/>
                  <a:gd name="connsiteX2" fmla="*/ 272825 w 272825"/>
                  <a:gd name="connsiteY2" fmla="*/ 3776662 h 3776662"/>
                  <a:gd name="connsiteX3" fmla="*/ 166689 w 272825"/>
                  <a:gd name="connsiteY3" fmla="*/ 3776661 h 3776662"/>
                  <a:gd name="connsiteX4" fmla="*/ 57151 w 272825"/>
                  <a:gd name="connsiteY4" fmla="*/ 3776661 h 3776662"/>
                  <a:gd name="connsiteX5" fmla="*/ 0 w 272825"/>
                  <a:gd name="connsiteY5" fmla="*/ 3776662 h 3776662"/>
                  <a:gd name="connsiteX6" fmla="*/ 1 w 272825"/>
                  <a:gd name="connsiteY6" fmla="*/ 3609974 h 3776662"/>
                  <a:gd name="connsiteX7" fmla="*/ 0 w 272825"/>
                  <a:gd name="connsiteY7" fmla="*/ 0 h 3776662"/>
                  <a:gd name="connsiteX0" fmla="*/ 0 w 272825"/>
                  <a:gd name="connsiteY0" fmla="*/ 0 h 3776662"/>
                  <a:gd name="connsiteX1" fmla="*/ 272825 w 272825"/>
                  <a:gd name="connsiteY1" fmla="*/ 0 h 3776662"/>
                  <a:gd name="connsiteX2" fmla="*/ 272825 w 272825"/>
                  <a:gd name="connsiteY2" fmla="*/ 3776662 h 3776662"/>
                  <a:gd name="connsiteX3" fmla="*/ 166689 w 272825"/>
                  <a:gd name="connsiteY3" fmla="*/ 3776661 h 3776662"/>
                  <a:gd name="connsiteX4" fmla="*/ 107157 w 272825"/>
                  <a:gd name="connsiteY4" fmla="*/ 3774280 h 3776662"/>
                  <a:gd name="connsiteX5" fmla="*/ 57151 w 272825"/>
                  <a:gd name="connsiteY5" fmla="*/ 3776661 h 3776662"/>
                  <a:gd name="connsiteX6" fmla="*/ 0 w 272825"/>
                  <a:gd name="connsiteY6" fmla="*/ 3776662 h 3776662"/>
                  <a:gd name="connsiteX7" fmla="*/ 1 w 272825"/>
                  <a:gd name="connsiteY7" fmla="*/ 3609974 h 3776662"/>
                  <a:gd name="connsiteX8" fmla="*/ 0 w 272825"/>
                  <a:gd name="connsiteY8" fmla="*/ 0 h 3776662"/>
                  <a:gd name="connsiteX0" fmla="*/ 0 w 272825"/>
                  <a:gd name="connsiteY0" fmla="*/ 0 h 3776662"/>
                  <a:gd name="connsiteX1" fmla="*/ 272825 w 272825"/>
                  <a:gd name="connsiteY1" fmla="*/ 0 h 3776662"/>
                  <a:gd name="connsiteX2" fmla="*/ 272825 w 272825"/>
                  <a:gd name="connsiteY2" fmla="*/ 3776662 h 3776662"/>
                  <a:gd name="connsiteX3" fmla="*/ 221457 w 272825"/>
                  <a:gd name="connsiteY3" fmla="*/ 3774280 h 3776662"/>
                  <a:gd name="connsiteX4" fmla="*/ 166689 w 272825"/>
                  <a:gd name="connsiteY4" fmla="*/ 3776661 h 3776662"/>
                  <a:gd name="connsiteX5" fmla="*/ 107157 w 272825"/>
                  <a:gd name="connsiteY5" fmla="*/ 3774280 h 3776662"/>
                  <a:gd name="connsiteX6" fmla="*/ 57151 w 272825"/>
                  <a:gd name="connsiteY6" fmla="*/ 3776661 h 3776662"/>
                  <a:gd name="connsiteX7" fmla="*/ 0 w 272825"/>
                  <a:gd name="connsiteY7" fmla="*/ 3776662 h 3776662"/>
                  <a:gd name="connsiteX8" fmla="*/ 1 w 272825"/>
                  <a:gd name="connsiteY8" fmla="*/ 3609974 h 3776662"/>
                  <a:gd name="connsiteX9" fmla="*/ 0 w 272825"/>
                  <a:gd name="connsiteY9" fmla="*/ 0 h 3776662"/>
                  <a:gd name="connsiteX0" fmla="*/ 0 w 272825"/>
                  <a:gd name="connsiteY0" fmla="*/ 0 h 3776662"/>
                  <a:gd name="connsiteX1" fmla="*/ 272825 w 272825"/>
                  <a:gd name="connsiteY1" fmla="*/ 0 h 3776662"/>
                  <a:gd name="connsiteX2" fmla="*/ 272825 w 272825"/>
                  <a:gd name="connsiteY2" fmla="*/ 3776662 h 3776662"/>
                  <a:gd name="connsiteX3" fmla="*/ 252414 w 272825"/>
                  <a:gd name="connsiteY3" fmla="*/ 3776661 h 3776662"/>
                  <a:gd name="connsiteX4" fmla="*/ 221457 w 272825"/>
                  <a:gd name="connsiteY4" fmla="*/ 3774280 h 3776662"/>
                  <a:gd name="connsiteX5" fmla="*/ 166689 w 272825"/>
                  <a:gd name="connsiteY5" fmla="*/ 3776661 h 3776662"/>
                  <a:gd name="connsiteX6" fmla="*/ 107157 w 272825"/>
                  <a:gd name="connsiteY6" fmla="*/ 3774280 h 3776662"/>
                  <a:gd name="connsiteX7" fmla="*/ 57151 w 272825"/>
                  <a:gd name="connsiteY7" fmla="*/ 3776661 h 3776662"/>
                  <a:gd name="connsiteX8" fmla="*/ 0 w 272825"/>
                  <a:gd name="connsiteY8" fmla="*/ 3776662 h 3776662"/>
                  <a:gd name="connsiteX9" fmla="*/ 1 w 272825"/>
                  <a:gd name="connsiteY9" fmla="*/ 3609974 h 3776662"/>
                  <a:gd name="connsiteX10" fmla="*/ 0 w 272825"/>
                  <a:gd name="connsiteY10" fmla="*/ 0 h 3776662"/>
                  <a:gd name="connsiteX0" fmla="*/ 0 w 273845"/>
                  <a:gd name="connsiteY0" fmla="*/ 0 h 3776662"/>
                  <a:gd name="connsiteX1" fmla="*/ 272825 w 273845"/>
                  <a:gd name="connsiteY1" fmla="*/ 0 h 3776662"/>
                  <a:gd name="connsiteX2" fmla="*/ 273845 w 273845"/>
                  <a:gd name="connsiteY2" fmla="*/ 3581399 h 3776662"/>
                  <a:gd name="connsiteX3" fmla="*/ 272825 w 273845"/>
                  <a:gd name="connsiteY3" fmla="*/ 3776662 h 3776662"/>
                  <a:gd name="connsiteX4" fmla="*/ 252414 w 273845"/>
                  <a:gd name="connsiteY4" fmla="*/ 3776661 h 3776662"/>
                  <a:gd name="connsiteX5" fmla="*/ 221457 w 273845"/>
                  <a:gd name="connsiteY5" fmla="*/ 3774280 h 3776662"/>
                  <a:gd name="connsiteX6" fmla="*/ 166689 w 273845"/>
                  <a:gd name="connsiteY6" fmla="*/ 3776661 h 3776662"/>
                  <a:gd name="connsiteX7" fmla="*/ 107157 w 273845"/>
                  <a:gd name="connsiteY7" fmla="*/ 3774280 h 3776662"/>
                  <a:gd name="connsiteX8" fmla="*/ 57151 w 273845"/>
                  <a:gd name="connsiteY8" fmla="*/ 3776661 h 3776662"/>
                  <a:gd name="connsiteX9" fmla="*/ 0 w 273845"/>
                  <a:gd name="connsiteY9" fmla="*/ 3776662 h 3776662"/>
                  <a:gd name="connsiteX10" fmla="*/ 1 w 273845"/>
                  <a:gd name="connsiteY10" fmla="*/ 3609974 h 3776662"/>
                  <a:gd name="connsiteX11" fmla="*/ 0 w 273845"/>
                  <a:gd name="connsiteY11" fmla="*/ 0 h 3776662"/>
                  <a:gd name="connsiteX0" fmla="*/ 0 w 273845"/>
                  <a:gd name="connsiteY0" fmla="*/ 0 h 3776662"/>
                  <a:gd name="connsiteX1" fmla="*/ 272825 w 273845"/>
                  <a:gd name="connsiteY1" fmla="*/ 0 h 3776662"/>
                  <a:gd name="connsiteX2" fmla="*/ 273845 w 273845"/>
                  <a:gd name="connsiteY2" fmla="*/ 3581399 h 3776662"/>
                  <a:gd name="connsiteX3" fmla="*/ 252414 w 273845"/>
                  <a:gd name="connsiteY3" fmla="*/ 3776661 h 3776662"/>
                  <a:gd name="connsiteX4" fmla="*/ 221457 w 273845"/>
                  <a:gd name="connsiteY4" fmla="*/ 3774280 h 3776662"/>
                  <a:gd name="connsiteX5" fmla="*/ 166689 w 273845"/>
                  <a:gd name="connsiteY5" fmla="*/ 3776661 h 3776662"/>
                  <a:gd name="connsiteX6" fmla="*/ 107157 w 273845"/>
                  <a:gd name="connsiteY6" fmla="*/ 3774280 h 3776662"/>
                  <a:gd name="connsiteX7" fmla="*/ 57151 w 273845"/>
                  <a:gd name="connsiteY7" fmla="*/ 3776661 h 3776662"/>
                  <a:gd name="connsiteX8" fmla="*/ 0 w 273845"/>
                  <a:gd name="connsiteY8" fmla="*/ 3776662 h 3776662"/>
                  <a:gd name="connsiteX9" fmla="*/ 1 w 273845"/>
                  <a:gd name="connsiteY9" fmla="*/ 3609974 h 3776662"/>
                  <a:gd name="connsiteX10" fmla="*/ 0 w 273845"/>
                  <a:gd name="connsiteY10" fmla="*/ 0 h 3776662"/>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7157 w 273845"/>
                  <a:gd name="connsiteY6" fmla="*/ 3774280 h 3776661"/>
                  <a:gd name="connsiteX7" fmla="*/ 57151 w 273845"/>
                  <a:gd name="connsiteY7" fmla="*/ 3776661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4776 w 273845"/>
                  <a:gd name="connsiteY6" fmla="*/ 3664743 h 3776661"/>
                  <a:gd name="connsiteX7" fmla="*/ 57151 w 273845"/>
                  <a:gd name="connsiteY7" fmla="*/ 3776661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0032 w 273845"/>
                  <a:gd name="connsiteY3" fmla="*/ 3695699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94"/>
                  <a:gd name="connsiteY0" fmla="*/ 0 h 3776859"/>
                  <a:gd name="connsiteX1" fmla="*/ 272825 w 273894"/>
                  <a:gd name="connsiteY1" fmla="*/ 0 h 3776859"/>
                  <a:gd name="connsiteX2" fmla="*/ 273845 w 273894"/>
                  <a:gd name="connsiteY2" fmla="*/ 3581399 h 3776859"/>
                  <a:gd name="connsiteX3" fmla="*/ 247651 w 273894"/>
                  <a:gd name="connsiteY3" fmla="*/ 3702843 h 3776859"/>
                  <a:gd name="connsiteX4" fmla="*/ 223839 w 273894"/>
                  <a:gd name="connsiteY4" fmla="*/ 3631404 h 3776859"/>
                  <a:gd name="connsiteX5" fmla="*/ 166689 w 273894"/>
                  <a:gd name="connsiteY5" fmla="*/ 3776661 h 3776859"/>
                  <a:gd name="connsiteX6" fmla="*/ 104776 w 273894"/>
                  <a:gd name="connsiteY6" fmla="*/ 3664743 h 3776859"/>
                  <a:gd name="connsiteX7" fmla="*/ 57151 w 273894"/>
                  <a:gd name="connsiteY7" fmla="*/ 3750467 h 3776859"/>
                  <a:gd name="connsiteX8" fmla="*/ 1 w 273894"/>
                  <a:gd name="connsiteY8" fmla="*/ 3609974 h 3776859"/>
                  <a:gd name="connsiteX9" fmla="*/ 0 w 273894"/>
                  <a:gd name="connsiteY9" fmla="*/ 0 h 3776859"/>
                  <a:gd name="connsiteX0" fmla="*/ 0 w 273894"/>
                  <a:gd name="connsiteY0" fmla="*/ 0 h 3776859"/>
                  <a:gd name="connsiteX1" fmla="*/ 272825 w 273894"/>
                  <a:gd name="connsiteY1" fmla="*/ 0 h 3776859"/>
                  <a:gd name="connsiteX2" fmla="*/ 273845 w 273894"/>
                  <a:gd name="connsiteY2" fmla="*/ 3581399 h 3776859"/>
                  <a:gd name="connsiteX3" fmla="*/ 247651 w 273894"/>
                  <a:gd name="connsiteY3" fmla="*/ 3702843 h 3776859"/>
                  <a:gd name="connsiteX4" fmla="*/ 223839 w 273894"/>
                  <a:gd name="connsiteY4" fmla="*/ 3631404 h 3776859"/>
                  <a:gd name="connsiteX5" fmla="*/ 166689 w 273894"/>
                  <a:gd name="connsiteY5" fmla="*/ 3776661 h 3776859"/>
                  <a:gd name="connsiteX6" fmla="*/ 104776 w 273894"/>
                  <a:gd name="connsiteY6" fmla="*/ 3664743 h 3776859"/>
                  <a:gd name="connsiteX7" fmla="*/ 57151 w 273894"/>
                  <a:gd name="connsiteY7" fmla="*/ 3750467 h 3776859"/>
                  <a:gd name="connsiteX8" fmla="*/ 1 w 273894"/>
                  <a:gd name="connsiteY8" fmla="*/ 3609974 h 3776859"/>
                  <a:gd name="connsiteX9" fmla="*/ 0 w 273894"/>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52414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52414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45" h="3776859">
                    <a:moveTo>
                      <a:pt x="0" y="0"/>
                    </a:moveTo>
                    <a:lnTo>
                      <a:pt x="272825" y="0"/>
                    </a:lnTo>
                    <a:lnTo>
                      <a:pt x="273845" y="3581399"/>
                    </a:lnTo>
                    <a:cubicBezTo>
                      <a:pt x="269876" y="3659980"/>
                      <a:pt x="258763" y="3688555"/>
                      <a:pt x="245270" y="3702843"/>
                    </a:cubicBezTo>
                    <a:cubicBezTo>
                      <a:pt x="228204" y="3675061"/>
                      <a:pt x="236936" y="3619101"/>
                      <a:pt x="223839" y="3631404"/>
                    </a:cubicBezTo>
                    <a:cubicBezTo>
                      <a:pt x="210742" y="3643707"/>
                      <a:pt x="186533" y="3771105"/>
                      <a:pt x="166689" y="3776661"/>
                    </a:cubicBezTo>
                    <a:cubicBezTo>
                      <a:pt x="146845" y="3782217"/>
                      <a:pt x="123032" y="3669109"/>
                      <a:pt x="104776" y="3664743"/>
                    </a:cubicBezTo>
                    <a:cubicBezTo>
                      <a:pt x="86520" y="3660377"/>
                      <a:pt x="74614" y="3759595"/>
                      <a:pt x="57151" y="3750467"/>
                    </a:cubicBezTo>
                    <a:cubicBezTo>
                      <a:pt x="28576" y="3725068"/>
                      <a:pt x="9527" y="3661568"/>
                      <a:pt x="1" y="3609974"/>
                    </a:cubicBezTo>
                    <a:cubicBezTo>
                      <a:pt x="1" y="2406649"/>
                      <a:pt x="0" y="1203325"/>
                      <a:pt x="0" y="0"/>
                    </a:cubicBezTo>
                    <a:close/>
                  </a:path>
                </a:pathLst>
              </a:custGeom>
              <a:gradFill flip="none" rotWithShape="1">
                <a:gsLst>
                  <a:gs pos="83000">
                    <a:schemeClr val="tx2"/>
                  </a:gs>
                  <a:gs pos="82000">
                    <a:schemeClr val="tx2"/>
                  </a:gs>
                  <a:gs pos="34000">
                    <a:schemeClr val="tx2">
                      <a:lumMod val="75000"/>
                    </a:schemeClr>
                  </a:gs>
                  <a:gs pos="0">
                    <a:schemeClr val="tx2"/>
                  </a:gs>
                  <a:gs pos="38000">
                    <a:schemeClr val="tx2"/>
                  </a:gs>
                  <a:gs pos="100000">
                    <a:schemeClr val="tx2"/>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Rectangle 23"/>
              <p:cNvSpPr/>
              <p:nvPr/>
            </p:nvSpPr>
            <p:spPr>
              <a:xfrm>
                <a:off x="1374774" y="1417118"/>
                <a:ext cx="272825" cy="590550"/>
              </a:xfrm>
              <a:prstGeom prst="rect">
                <a:avLst/>
              </a:prstGeom>
              <a:gradFill flip="none" rotWithShape="1">
                <a:gsLst>
                  <a:gs pos="0">
                    <a:schemeClr val="bg1">
                      <a:lumMod val="75000"/>
                    </a:schemeClr>
                  </a:gs>
                  <a:gs pos="27000">
                    <a:srgbClr val="F2F2F2">
                      <a:lumMod val="0"/>
                      <a:lumOff val="100000"/>
                    </a:srgbClr>
                  </a:gs>
                  <a:gs pos="100000">
                    <a:schemeClr val="bg1">
                      <a:lumMod val="50000"/>
                    </a:schemeClr>
                  </a:gs>
                </a:gsLst>
                <a:lin ang="108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Rectangle 24"/>
              <p:cNvSpPr/>
              <p:nvPr/>
            </p:nvSpPr>
            <p:spPr>
              <a:xfrm>
                <a:off x="1404710" y="1213680"/>
                <a:ext cx="212954" cy="203438"/>
              </a:xfrm>
              <a:prstGeom prst="rect">
                <a:avLst/>
              </a:prstGeom>
              <a:solidFill>
                <a:schemeClr val="tx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5"/>
              <p:cNvSpPr/>
              <p:nvPr/>
            </p:nvSpPr>
            <p:spPr>
              <a:xfrm rot="5400000">
                <a:off x="1396885" y="6250198"/>
                <a:ext cx="228600" cy="73152"/>
              </a:xfrm>
              <a:custGeom>
                <a:avLst/>
                <a:gdLst>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544" h="70612">
                    <a:moveTo>
                      <a:pt x="0" y="35306"/>
                    </a:moveTo>
                    <a:cubicBezTo>
                      <a:pt x="1521" y="15316"/>
                      <a:pt x="12805" y="4576"/>
                      <a:pt x="27685" y="0"/>
                    </a:cubicBezTo>
                    <a:lnTo>
                      <a:pt x="226544" y="35306"/>
                    </a:lnTo>
                    <a:lnTo>
                      <a:pt x="27685" y="70612"/>
                    </a:lnTo>
                    <a:cubicBezTo>
                      <a:pt x="11264" y="65009"/>
                      <a:pt x="1007" y="52726"/>
                      <a:pt x="0" y="35306"/>
                    </a:cubicBezTo>
                    <a:close/>
                  </a:path>
                </a:pathLst>
              </a:custGeom>
              <a:solidFill>
                <a:srgbClr val="4C504C"/>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27" name="Straight Connector 26"/>
              <p:cNvCxnSpPr/>
              <p:nvPr/>
            </p:nvCxnSpPr>
            <p:spPr>
              <a:xfrm>
                <a:off x="1374774" y="148664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374774" y="1562425"/>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374774" y="1638202"/>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374774" y="1713979"/>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374774" y="1789756"/>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374774" y="1865533"/>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374774" y="194130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grpSp>
        <p:sp>
          <p:nvSpPr>
            <p:cNvPr id="6" name="Trapezoid 5"/>
            <p:cNvSpPr/>
            <p:nvPr/>
          </p:nvSpPr>
          <p:spPr>
            <a:xfrm rot="16200000">
              <a:off x="1594832" y="5341831"/>
              <a:ext cx="695326" cy="59529"/>
            </a:xfrm>
            <a:prstGeom prst="trapezoid">
              <a:avLst>
                <a:gd name="adj" fmla="val 69837"/>
              </a:avLst>
            </a:prstGeom>
            <a:solidFill>
              <a:schemeClr val="accent2">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Trapezoid 6"/>
            <p:cNvSpPr/>
            <p:nvPr/>
          </p:nvSpPr>
          <p:spPr>
            <a:xfrm rot="16200000">
              <a:off x="1594832" y="4439533"/>
              <a:ext cx="695326" cy="59529"/>
            </a:xfrm>
            <a:prstGeom prst="trapezoid">
              <a:avLst>
                <a:gd name="adj" fmla="val 69837"/>
              </a:avLst>
            </a:prstGeom>
            <a:solidFill>
              <a:schemeClr val="accent5">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Trapezoid 7"/>
            <p:cNvSpPr/>
            <p:nvPr/>
          </p:nvSpPr>
          <p:spPr>
            <a:xfrm rot="16200000">
              <a:off x="1594832" y="3537234"/>
              <a:ext cx="695326" cy="59529"/>
            </a:xfrm>
            <a:prstGeom prst="trapezoid">
              <a:avLst>
                <a:gd name="adj" fmla="val 69837"/>
              </a:avLst>
            </a:prstGeom>
            <a:solidFill>
              <a:schemeClr val="accent4">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Trapezoid 8"/>
            <p:cNvSpPr/>
            <p:nvPr/>
          </p:nvSpPr>
          <p:spPr>
            <a:xfrm rot="16200000">
              <a:off x="1594832" y="2634935"/>
              <a:ext cx="695326" cy="59529"/>
            </a:xfrm>
            <a:prstGeom prst="trapezoid">
              <a:avLst>
                <a:gd name="adj" fmla="val 69837"/>
              </a:avLst>
            </a:prstGeom>
            <a:solidFill>
              <a:schemeClr val="accent3">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Pentagon 9"/>
            <p:cNvSpPr/>
            <p:nvPr/>
          </p:nvSpPr>
          <p:spPr>
            <a:xfrm>
              <a:off x="1912729" y="2359899"/>
              <a:ext cx="3510756" cy="607219"/>
            </a:xfrm>
            <a:prstGeom prst="homePlate">
              <a:avLst>
                <a:gd name="adj" fmla="val 36274"/>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Pentagon 10"/>
            <p:cNvSpPr/>
            <p:nvPr/>
          </p:nvSpPr>
          <p:spPr>
            <a:xfrm>
              <a:off x="1912729" y="3262198"/>
              <a:ext cx="3510756" cy="607219"/>
            </a:xfrm>
            <a:prstGeom prst="homePlate">
              <a:avLst>
                <a:gd name="adj" fmla="val 36274"/>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Pentagon 11"/>
            <p:cNvSpPr/>
            <p:nvPr/>
          </p:nvSpPr>
          <p:spPr>
            <a:xfrm>
              <a:off x="1912729" y="4164497"/>
              <a:ext cx="3510756" cy="607219"/>
            </a:xfrm>
            <a:prstGeom prst="homePlate">
              <a:avLst>
                <a:gd name="adj" fmla="val 36274"/>
              </a:avLst>
            </a:prstGeom>
            <a:solidFill>
              <a:schemeClr val="accent3"/>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Pentagon 12"/>
            <p:cNvSpPr/>
            <p:nvPr/>
          </p:nvSpPr>
          <p:spPr>
            <a:xfrm>
              <a:off x="1912729" y="5066795"/>
              <a:ext cx="3510756" cy="607219"/>
            </a:xfrm>
            <a:prstGeom prst="homePlate">
              <a:avLst>
                <a:gd name="adj" fmla="val 36274"/>
              </a:avLst>
            </a:prstGeom>
            <a:solidFill>
              <a:schemeClr val="accent4"/>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Rectangle 33"/>
            <p:cNvSpPr/>
            <p:nvPr/>
          </p:nvSpPr>
          <p:spPr>
            <a:xfrm>
              <a:off x="2679704" y="2509740"/>
              <a:ext cx="2330568" cy="351177"/>
            </a:xfrm>
            <a:prstGeom prst="rect">
              <a:avLst/>
            </a:prstGeom>
          </p:spPr>
          <p:txBody>
            <a:bodyPr wrap="square">
              <a:spAutoFit/>
            </a:bodyPr>
            <a:lstStyle/>
            <a:p>
              <a:pPr algn="ctr">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Box 38"/>
            <p:cNvSpPr txBox="1"/>
            <p:nvPr/>
          </p:nvSpPr>
          <p:spPr>
            <a:xfrm>
              <a:off x="1944843" y="2478964"/>
              <a:ext cx="303613" cy="349601"/>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a:t>
              </a:r>
              <a:endParaRPr lang="en-US" sz="1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TextBox 191"/>
            <p:cNvSpPr txBox="1"/>
            <p:nvPr/>
          </p:nvSpPr>
          <p:spPr>
            <a:xfrm>
              <a:off x="1944843" y="3381429"/>
              <a:ext cx="303613" cy="349601"/>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a:t>
              </a:r>
            </a:p>
          </p:txBody>
        </p:sp>
        <p:sp>
          <p:nvSpPr>
            <p:cNvPr id="37" name="TextBox 192"/>
            <p:cNvSpPr txBox="1"/>
            <p:nvPr/>
          </p:nvSpPr>
          <p:spPr>
            <a:xfrm>
              <a:off x="1944843" y="4283895"/>
              <a:ext cx="303613" cy="349601"/>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p>
          </p:txBody>
        </p:sp>
        <p:sp>
          <p:nvSpPr>
            <p:cNvPr id="38" name="TextBox 193"/>
            <p:cNvSpPr txBox="1"/>
            <p:nvPr/>
          </p:nvSpPr>
          <p:spPr>
            <a:xfrm>
              <a:off x="1944843" y="5186362"/>
              <a:ext cx="303613" cy="349601"/>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4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4</a:t>
              </a:r>
            </a:p>
          </p:txBody>
        </p:sp>
        <p:sp>
          <p:nvSpPr>
            <p:cNvPr id="39" name="Rectangle 38"/>
            <p:cNvSpPr/>
            <p:nvPr/>
          </p:nvSpPr>
          <p:spPr>
            <a:xfrm>
              <a:off x="2679704" y="3412206"/>
              <a:ext cx="2330568" cy="351177"/>
            </a:xfrm>
            <a:prstGeom prst="rect">
              <a:avLst/>
            </a:prstGeom>
          </p:spPr>
          <p:txBody>
            <a:bodyPr wrap="square">
              <a:spAutoFit/>
            </a:bodyPr>
            <a:lstStyle/>
            <a:p>
              <a:pPr algn="ctr">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Rectangle 39"/>
            <p:cNvSpPr/>
            <p:nvPr/>
          </p:nvSpPr>
          <p:spPr>
            <a:xfrm>
              <a:off x="2679704" y="4314672"/>
              <a:ext cx="2330568" cy="351177"/>
            </a:xfrm>
            <a:prstGeom prst="rect">
              <a:avLst/>
            </a:prstGeom>
          </p:spPr>
          <p:txBody>
            <a:bodyPr wrap="square">
              <a:spAutoFit/>
            </a:bodyPr>
            <a:lstStyle/>
            <a:p>
              <a:pPr algn="ctr">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Rectangle 40"/>
            <p:cNvSpPr/>
            <p:nvPr/>
          </p:nvSpPr>
          <p:spPr>
            <a:xfrm>
              <a:off x="2679704" y="5214753"/>
              <a:ext cx="2330568" cy="351177"/>
            </a:xfrm>
            <a:prstGeom prst="rect">
              <a:avLst/>
            </a:prstGeom>
          </p:spPr>
          <p:txBody>
            <a:bodyPr wrap="square">
              <a:spAutoFit/>
            </a:bodyPr>
            <a:lstStyle/>
            <a:p>
              <a:pPr algn="ctr">
                <a:lnSpc>
                  <a:spcPct val="120000"/>
                </a:lnSpc>
              </a:pPr>
              <a:r>
                <a:rPr lang="zh-CN" altLang="en-US" sz="14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4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3" name="TextBox 42"/>
          <p:cNvSpPr txBox="1"/>
          <p:nvPr/>
        </p:nvSpPr>
        <p:spPr>
          <a:xfrm>
            <a:off x="5868972" y="2011869"/>
            <a:ext cx="1441420" cy="328551"/>
          </a:xfrm>
          <a:prstGeom prst="rect">
            <a:avLst/>
          </a:prstGeom>
          <a:noFill/>
        </p:spPr>
        <p:txBody>
          <a:bodyPr wrap="none" rtlCol="0">
            <a:spAutoFit/>
          </a:bodyPr>
          <a:lstStyle/>
          <a:p>
            <a:pPr algn="just">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Rectangle 43"/>
          <p:cNvSpPr/>
          <p:nvPr/>
        </p:nvSpPr>
        <p:spPr>
          <a:xfrm>
            <a:off x="5868972" y="2354521"/>
            <a:ext cx="4377747" cy="387798"/>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Donut 44"/>
          <p:cNvSpPr/>
          <p:nvPr/>
        </p:nvSpPr>
        <p:spPr>
          <a:xfrm>
            <a:off x="5937233" y="3301776"/>
            <a:ext cx="724494" cy="724494"/>
          </a:xfrm>
          <a:prstGeom prst="donut">
            <a:avLst>
              <a:gd name="adj" fmla="val 680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Freeform 45"/>
          <p:cNvSpPr>
            <a:spLocks noEditPoints="1"/>
          </p:cNvSpPr>
          <p:nvPr/>
        </p:nvSpPr>
        <p:spPr bwMode="auto">
          <a:xfrm>
            <a:off x="6142990" y="3499217"/>
            <a:ext cx="312978" cy="329611"/>
          </a:xfrm>
          <a:custGeom>
            <a:avLst/>
            <a:gdLst>
              <a:gd name="T0" fmla="*/ 20 w 96"/>
              <a:gd name="T1" fmla="*/ 86 h 101"/>
              <a:gd name="T2" fmla="*/ 7 w 96"/>
              <a:gd name="T3" fmla="*/ 58 h 101"/>
              <a:gd name="T4" fmla="*/ 18 w 96"/>
              <a:gd name="T5" fmla="*/ 29 h 101"/>
              <a:gd name="T6" fmla="*/ 42 w 96"/>
              <a:gd name="T7" fmla="*/ 17 h 101"/>
              <a:gd name="T8" fmla="*/ 41 w 96"/>
              <a:gd name="T9" fmla="*/ 9 h 101"/>
              <a:gd name="T10" fmla="*/ 36 w 96"/>
              <a:gd name="T11" fmla="*/ 10 h 101"/>
              <a:gd name="T12" fmla="*/ 35 w 96"/>
              <a:gd name="T13" fmla="*/ 5 h 101"/>
              <a:gd name="T14" fmla="*/ 48 w 96"/>
              <a:gd name="T15" fmla="*/ 3 h 101"/>
              <a:gd name="T16" fmla="*/ 49 w 96"/>
              <a:gd name="T17" fmla="*/ 8 h 101"/>
              <a:gd name="T18" fmla="*/ 44 w 96"/>
              <a:gd name="T19" fmla="*/ 9 h 101"/>
              <a:gd name="T20" fmla="*/ 46 w 96"/>
              <a:gd name="T21" fmla="*/ 16 h 101"/>
              <a:gd name="T22" fmla="*/ 74 w 96"/>
              <a:gd name="T23" fmla="*/ 27 h 101"/>
              <a:gd name="T24" fmla="*/ 87 w 96"/>
              <a:gd name="T25" fmla="*/ 54 h 101"/>
              <a:gd name="T26" fmla="*/ 77 w 96"/>
              <a:gd name="T27" fmla="*/ 83 h 101"/>
              <a:gd name="T28" fmla="*/ 75 w 96"/>
              <a:gd name="T29" fmla="*/ 85 h 101"/>
              <a:gd name="T30" fmla="*/ 79 w 96"/>
              <a:gd name="T31" fmla="*/ 101 h 101"/>
              <a:gd name="T32" fmla="*/ 74 w 96"/>
              <a:gd name="T33" fmla="*/ 101 h 101"/>
              <a:gd name="T34" fmla="*/ 63 w 96"/>
              <a:gd name="T35" fmla="*/ 93 h 101"/>
              <a:gd name="T36" fmla="*/ 49 w 96"/>
              <a:gd name="T37" fmla="*/ 96 h 101"/>
              <a:gd name="T38" fmla="*/ 32 w 96"/>
              <a:gd name="T39" fmla="*/ 93 h 101"/>
              <a:gd name="T40" fmla="*/ 22 w 96"/>
              <a:gd name="T41" fmla="*/ 101 h 101"/>
              <a:gd name="T42" fmla="*/ 17 w 96"/>
              <a:gd name="T43" fmla="*/ 101 h 101"/>
              <a:gd name="T44" fmla="*/ 21 w 96"/>
              <a:gd name="T45" fmla="*/ 86 h 101"/>
              <a:gd name="T46" fmla="*/ 20 w 96"/>
              <a:gd name="T47" fmla="*/ 86 h 101"/>
              <a:gd name="T48" fmla="*/ 82 w 96"/>
              <a:gd name="T49" fmla="*/ 6 h 101"/>
              <a:gd name="T50" fmla="*/ 60 w 96"/>
              <a:gd name="T51" fmla="*/ 11 h 101"/>
              <a:gd name="T52" fmla="*/ 92 w 96"/>
              <a:gd name="T53" fmla="*/ 31 h 101"/>
              <a:gd name="T54" fmla="*/ 88 w 96"/>
              <a:gd name="T55" fmla="*/ 9 h 101"/>
              <a:gd name="T56" fmla="*/ 92 w 96"/>
              <a:gd name="T57" fmla="*/ 3 h 101"/>
              <a:gd name="T58" fmla="*/ 86 w 96"/>
              <a:gd name="T59" fmla="*/ 0 h 101"/>
              <a:gd name="T60" fmla="*/ 82 w 96"/>
              <a:gd name="T61" fmla="*/ 6 h 101"/>
              <a:gd name="T62" fmla="*/ 14 w 96"/>
              <a:gd name="T63" fmla="*/ 6 h 101"/>
              <a:gd name="T64" fmla="*/ 10 w 96"/>
              <a:gd name="T65" fmla="*/ 0 h 101"/>
              <a:gd name="T66" fmla="*/ 4 w 96"/>
              <a:gd name="T67" fmla="*/ 3 h 101"/>
              <a:gd name="T68" fmla="*/ 8 w 96"/>
              <a:gd name="T69" fmla="*/ 9 h 101"/>
              <a:gd name="T70" fmla="*/ 4 w 96"/>
              <a:gd name="T71" fmla="*/ 31 h 101"/>
              <a:gd name="T72" fmla="*/ 36 w 96"/>
              <a:gd name="T73" fmla="*/ 11 h 101"/>
              <a:gd name="T74" fmla="*/ 14 w 96"/>
              <a:gd name="T75" fmla="*/ 6 h 101"/>
              <a:gd name="T76" fmla="*/ 43 w 96"/>
              <a:gd name="T77" fmla="*/ 54 h 101"/>
              <a:gd name="T78" fmla="*/ 42 w 96"/>
              <a:gd name="T79" fmla="*/ 56 h 101"/>
              <a:gd name="T80" fmla="*/ 22 w 96"/>
              <a:gd name="T81" fmla="*/ 61 h 101"/>
              <a:gd name="T82" fmla="*/ 22 w 96"/>
              <a:gd name="T83" fmla="*/ 64 h 101"/>
              <a:gd name="T84" fmla="*/ 43 w 96"/>
              <a:gd name="T85" fmla="*/ 59 h 101"/>
              <a:gd name="T86" fmla="*/ 46 w 96"/>
              <a:gd name="T87" fmla="*/ 61 h 101"/>
              <a:gd name="T88" fmla="*/ 54 w 96"/>
              <a:gd name="T89" fmla="*/ 58 h 101"/>
              <a:gd name="T90" fmla="*/ 50 w 96"/>
              <a:gd name="T91" fmla="*/ 50 h 101"/>
              <a:gd name="T92" fmla="*/ 49 w 96"/>
              <a:gd name="T93" fmla="*/ 50 h 101"/>
              <a:gd name="T94" fmla="*/ 41 w 96"/>
              <a:gd name="T95" fmla="*/ 37 h 101"/>
              <a:gd name="T96" fmla="*/ 38 w 96"/>
              <a:gd name="T97" fmla="*/ 39 h 101"/>
              <a:gd name="T98" fmla="*/ 44 w 96"/>
              <a:gd name="T99" fmla="*/ 52 h 101"/>
              <a:gd name="T100" fmla="*/ 43 w 96"/>
              <a:gd name="T101" fmla="*/ 54 h 101"/>
              <a:gd name="T102" fmla="*/ 18 w 96"/>
              <a:gd name="T103" fmla="*/ 58 h 101"/>
              <a:gd name="T104" fmla="*/ 28 w 96"/>
              <a:gd name="T105" fmla="*/ 78 h 101"/>
              <a:gd name="T106" fmla="*/ 49 w 96"/>
              <a:gd name="T107" fmla="*/ 85 h 101"/>
              <a:gd name="T108" fmla="*/ 69 w 96"/>
              <a:gd name="T109" fmla="*/ 76 h 101"/>
              <a:gd name="T110" fmla="*/ 76 w 96"/>
              <a:gd name="T111" fmla="*/ 55 h 101"/>
              <a:gd name="T112" fmla="*/ 67 w 96"/>
              <a:gd name="T113" fmla="*/ 35 h 101"/>
              <a:gd name="T114" fmla="*/ 46 w 96"/>
              <a:gd name="T115" fmla="*/ 27 h 101"/>
              <a:gd name="T116" fmla="*/ 26 w 96"/>
              <a:gd name="T117" fmla="*/ 37 h 101"/>
              <a:gd name="T118" fmla="*/ 18 w 96"/>
              <a:gd name="T119" fmla="*/ 5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chemeClr val="accent1"/>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Freeform 46"/>
          <p:cNvSpPr>
            <a:spLocks noEditPoints="1"/>
          </p:cNvSpPr>
          <p:nvPr/>
        </p:nvSpPr>
        <p:spPr bwMode="auto">
          <a:xfrm>
            <a:off x="6114638" y="5024359"/>
            <a:ext cx="355312" cy="287275"/>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3"/>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Freeform 47"/>
          <p:cNvSpPr>
            <a:spLocks noEditPoints="1"/>
          </p:cNvSpPr>
          <p:nvPr/>
        </p:nvSpPr>
        <p:spPr bwMode="auto">
          <a:xfrm>
            <a:off x="8854192" y="5021839"/>
            <a:ext cx="237380" cy="347754"/>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4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5 h 107"/>
              <a:gd name="T86" fmla="*/ 2 w 73"/>
              <a:gd name="T87" fmla="*/ 27 h 107"/>
              <a:gd name="T88" fmla="*/ 8 w 73"/>
              <a:gd name="T89" fmla="*/ 53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solidFill>
            <a:schemeClr val="accent4"/>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48"/>
          <p:cNvSpPr>
            <a:spLocks noEditPoints="1"/>
          </p:cNvSpPr>
          <p:nvPr/>
        </p:nvSpPr>
        <p:spPr bwMode="auto">
          <a:xfrm>
            <a:off x="8844060" y="3512070"/>
            <a:ext cx="250987" cy="30390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accent2"/>
          </a:solidFill>
          <a:ln>
            <a:noFill/>
          </a:ln>
        </p:spPr>
        <p:txBody>
          <a:bodyPr vert="horz" wrap="square" lIns="96430" tIns="48216" rIns="96430" bIns="482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49">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Donut 49"/>
          <p:cNvSpPr/>
          <p:nvPr/>
        </p:nvSpPr>
        <p:spPr>
          <a:xfrm>
            <a:off x="8610636" y="4818814"/>
            <a:ext cx="724494" cy="724494"/>
          </a:xfrm>
          <a:prstGeom prst="donut">
            <a:avLst>
              <a:gd name="adj" fmla="val 680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Donut 50"/>
          <p:cNvSpPr/>
          <p:nvPr/>
        </p:nvSpPr>
        <p:spPr>
          <a:xfrm>
            <a:off x="5931813" y="4818967"/>
            <a:ext cx="724494" cy="724494"/>
          </a:xfrm>
          <a:prstGeom prst="donut">
            <a:avLst>
              <a:gd name="adj" fmla="val 680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Donut 51"/>
          <p:cNvSpPr/>
          <p:nvPr/>
        </p:nvSpPr>
        <p:spPr>
          <a:xfrm>
            <a:off x="8604931" y="3301776"/>
            <a:ext cx="724494" cy="724494"/>
          </a:xfrm>
          <a:prstGeom prst="donut">
            <a:avLst>
              <a:gd name="adj" fmla="val 680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49">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TextBox 52"/>
          <p:cNvSpPr txBox="1"/>
          <p:nvPr/>
        </p:nvSpPr>
        <p:spPr>
          <a:xfrm>
            <a:off x="6654485" y="3609779"/>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TextBox 53"/>
          <p:cNvSpPr txBox="1"/>
          <p:nvPr/>
        </p:nvSpPr>
        <p:spPr>
          <a:xfrm>
            <a:off x="6596777" y="3340555"/>
            <a:ext cx="543739" cy="327077"/>
          </a:xfrm>
          <a:prstGeom prst="rect">
            <a:avLst/>
          </a:prstGeom>
          <a:noFill/>
        </p:spPr>
        <p:txBody>
          <a:bodyPr wrap="none" rtlCol="0">
            <a:spAutoFit/>
          </a:bodyPr>
          <a:lstStyle/>
          <a:p>
            <a:pPr algn="just">
              <a:lnSpc>
                <a:spcPct val="120000"/>
              </a:lnSpc>
            </a:pPr>
            <a:r>
              <a:rPr lang="en-US" sz="1400" b="1">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80%</a:t>
            </a:r>
            <a:endParaRPr lang="en-GB" sz="14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TextBox 54"/>
          <p:cNvSpPr txBox="1"/>
          <p:nvPr/>
        </p:nvSpPr>
        <p:spPr>
          <a:xfrm>
            <a:off x="9283439" y="3609779"/>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TextBox 55"/>
          <p:cNvSpPr txBox="1"/>
          <p:nvPr/>
        </p:nvSpPr>
        <p:spPr>
          <a:xfrm>
            <a:off x="9282082" y="3340555"/>
            <a:ext cx="543739" cy="327077"/>
          </a:xfrm>
          <a:prstGeom prst="rect">
            <a:avLst/>
          </a:prstGeom>
          <a:noFill/>
        </p:spPr>
        <p:txBody>
          <a:bodyPr wrap="none" rtlCol="0">
            <a:spAutoFit/>
          </a:bodyPr>
          <a:lstStyle/>
          <a:p>
            <a:pPr algn="just">
              <a:lnSpc>
                <a:spcPct val="120000"/>
              </a:lnSpc>
            </a:pPr>
            <a:r>
              <a:rPr lang="en-US" sz="1400" b="1">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60%</a:t>
            </a:r>
            <a:endParaRPr lang="en-GB" sz="1400" b="1">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TextBox 56"/>
          <p:cNvSpPr txBox="1"/>
          <p:nvPr/>
        </p:nvSpPr>
        <p:spPr>
          <a:xfrm>
            <a:off x="6654485" y="5135727"/>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TextBox 57"/>
          <p:cNvSpPr txBox="1"/>
          <p:nvPr/>
        </p:nvSpPr>
        <p:spPr>
          <a:xfrm>
            <a:off x="6596777" y="4849926"/>
            <a:ext cx="543739" cy="327077"/>
          </a:xfrm>
          <a:prstGeom prst="rect">
            <a:avLst/>
          </a:prstGeom>
          <a:noFill/>
        </p:spPr>
        <p:txBody>
          <a:bodyPr wrap="none" rtlCol="0">
            <a:spAutoFit/>
          </a:bodyPr>
          <a:lstStyle/>
          <a:p>
            <a:pPr algn="just">
              <a:lnSpc>
                <a:spcPct val="120000"/>
              </a:lnSpc>
            </a:pPr>
            <a:r>
              <a:rPr lang="en-US" sz="1400" b="1">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93%</a:t>
            </a:r>
            <a:endParaRPr lang="en-GB" sz="1400" b="1">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TextBox 58"/>
          <p:cNvSpPr txBox="1"/>
          <p:nvPr/>
        </p:nvSpPr>
        <p:spPr>
          <a:xfrm>
            <a:off x="9340944" y="5135727"/>
            <a:ext cx="1441420" cy="328551"/>
          </a:xfrm>
          <a:prstGeom prst="rect">
            <a:avLst/>
          </a:prstGeom>
          <a:noFill/>
        </p:spPr>
        <p:txBody>
          <a:bodyPr wrap="none"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TextBox 59"/>
          <p:cNvSpPr txBox="1"/>
          <p:nvPr/>
        </p:nvSpPr>
        <p:spPr>
          <a:xfrm>
            <a:off x="9284396" y="4849926"/>
            <a:ext cx="543739" cy="327077"/>
          </a:xfrm>
          <a:prstGeom prst="rect">
            <a:avLst/>
          </a:prstGeom>
          <a:noFill/>
        </p:spPr>
        <p:txBody>
          <a:bodyPr wrap="none" rtlCol="0">
            <a:spAutoFit/>
          </a:bodyPr>
          <a:lstStyle/>
          <a:p>
            <a:pPr algn="just">
              <a:lnSpc>
                <a:spcPct val="120000"/>
              </a:lnSpc>
            </a:pPr>
            <a:r>
              <a:rPr lang="en-US" sz="1400" b="1">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rPr>
              <a:t>55%</a:t>
            </a:r>
            <a:endParaRPr lang="en-GB" sz="1400" b="1">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Rectangle 60"/>
          <p:cNvSpPr/>
          <p:nvPr/>
        </p:nvSpPr>
        <p:spPr>
          <a:xfrm>
            <a:off x="5884114" y="4036579"/>
            <a:ext cx="2400274" cy="521938"/>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Rectangle 61"/>
          <p:cNvSpPr/>
          <p:nvPr/>
        </p:nvSpPr>
        <p:spPr>
          <a:xfrm>
            <a:off x="5884114" y="5560125"/>
            <a:ext cx="2400274" cy="521938"/>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Rectangle 62"/>
          <p:cNvSpPr/>
          <p:nvPr/>
        </p:nvSpPr>
        <p:spPr>
          <a:xfrm>
            <a:off x="8548425" y="4036579"/>
            <a:ext cx="2400274" cy="521938"/>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Rectangle 63"/>
          <p:cNvSpPr/>
          <p:nvPr/>
        </p:nvSpPr>
        <p:spPr>
          <a:xfrm>
            <a:off x="8542297" y="5560125"/>
            <a:ext cx="2400274" cy="521938"/>
          </a:xfrm>
          <a:prstGeom prst="rect">
            <a:avLst/>
          </a:prstGeom>
        </p:spPr>
        <p:txBody>
          <a:bodyPr wrap="square">
            <a:spAutoFit/>
          </a:bodyPr>
          <a:lstStyle/>
          <a:p>
            <a:pPr algn="just">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8"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395737757"/>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left)">
                                      <p:cBhvr>
                                        <p:cTn id="13" dur="500"/>
                                        <p:tgtEl>
                                          <p:spTgt spid="4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500"/>
                                        <p:tgtEl>
                                          <p:spTgt spid="44"/>
                                        </p:tgtEl>
                                      </p:cBhvr>
                                    </p:animEffect>
                                  </p:childTnLst>
                                </p:cTn>
                              </p:par>
                            </p:childTnLst>
                          </p:cTn>
                        </p:par>
                        <p:par>
                          <p:cTn id="18" fill="hold">
                            <p:stCondLst>
                              <p:cond delay="2000"/>
                            </p:stCondLst>
                            <p:childTnLst>
                              <p:par>
                                <p:cTn id="19" presetID="49" presetClass="entr" presetSubtype="0" decel="10000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p:cTn id="21" dur="500" fill="hold"/>
                                        <p:tgtEl>
                                          <p:spTgt spid="45"/>
                                        </p:tgtEl>
                                        <p:attrNameLst>
                                          <p:attrName>ppt_w</p:attrName>
                                        </p:attrNameLst>
                                      </p:cBhvr>
                                      <p:tavLst>
                                        <p:tav tm="0">
                                          <p:val>
                                            <p:fltVal val="0"/>
                                          </p:val>
                                        </p:tav>
                                        <p:tav tm="100000">
                                          <p:val>
                                            <p:strVal val="#ppt_w"/>
                                          </p:val>
                                        </p:tav>
                                      </p:tavLst>
                                    </p:anim>
                                    <p:anim calcmode="lin" valueType="num">
                                      <p:cBhvr>
                                        <p:cTn id="22" dur="500" fill="hold"/>
                                        <p:tgtEl>
                                          <p:spTgt spid="45"/>
                                        </p:tgtEl>
                                        <p:attrNameLst>
                                          <p:attrName>ppt_h</p:attrName>
                                        </p:attrNameLst>
                                      </p:cBhvr>
                                      <p:tavLst>
                                        <p:tav tm="0">
                                          <p:val>
                                            <p:fltVal val="0"/>
                                          </p:val>
                                        </p:tav>
                                        <p:tav tm="100000">
                                          <p:val>
                                            <p:strVal val="#ppt_h"/>
                                          </p:val>
                                        </p:tav>
                                      </p:tavLst>
                                    </p:anim>
                                    <p:anim calcmode="lin" valueType="num">
                                      <p:cBhvr>
                                        <p:cTn id="23" dur="500" fill="hold"/>
                                        <p:tgtEl>
                                          <p:spTgt spid="45"/>
                                        </p:tgtEl>
                                        <p:attrNameLst>
                                          <p:attrName>style.rotation</p:attrName>
                                        </p:attrNameLst>
                                      </p:cBhvr>
                                      <p:tavLst>
                                        <p:tav tm="0">
                                          <p:val>
                                            <p:fltVal val="360"/>
                                          </p:val>
                                        </p:tav>
                                        <p:tav tm="100000">
                                          <p:val>
                                            <p:fltVal val="0"/>
                                          </p:val>
                                        </p:tav>
                                      </p:tavLst>
                                    </p:anim>
                                    <p:animEffect transition="in" filter="fade">
                                      <p:cBhvr>
                                        <p:cTn id="24" dur="500"/>
                                        <p:tgtEl>
                                          <p:spTgt spid="45"/>
                                        </p:tgtEl>
                                      </p:cBhvr>
                                    </p:animEffect>
                                  </p:childTnLst>
                                </p:cTn>
                              </p:par>
                            </p:childTnLst>
                          </p:cTn>
                        </p:par>
                        <p:par>
                          <p:cTn id="25" fill="hold">
                            <p:stCondLst>
                              <p:cond delay="2500"/>
                            </p:stCondLst>
                            <p:childTnLst>
                              <p:par>
                                <p:cTn id="26" presetID="49" presetClass="entr" presetSubtype="0" decel="100000" fill="hold" grpId="0" nodeType="afterEffect">
                                  <p:stCondLst>
                                    <p:cond delay="0"/>
                                  </p:stCondLst>
                                  <p:childTnLst>
                                    <p:set>
                                      <p:cBhvr>
                                        <p:cTn id="27" dur="1" fill="hold">
                                          <p:stCondLst>
                                            <p:cond delay="0"/>
                                          </p:stCondLst>
                                        </p:cTn>
                                        <p:tgtEl>
                                          <p:spTgt spid="46"/>
                                        </p:tgtEl>
                                        <p:attrNameLst>
                                          <p:attrName>style.visibility</p:attrName>
                                        </p:attrNameLst>
                                      </p:cBhvr>
                                      <p:to>
                                        <p:strVal val="visible"/>
                                      </p:to>
                                    </p:set>
                                    <p:anim calcmode="lin" valueType="num">
                                      <p:cBhvr>
                                        <p:cTn id="28" dur="500" fill="hold"/>
                                        <p:tgtEl>
                                          <p:spTgt spid="46"/>
                                        </p:tgtEl>
                                        <p:attrNameLst>
                                          <p:attrName>ppt_w</p:attrName>
                                        </p:attrNameLst>
                                      </p:cBhvr>
                                      <p:tavLst>
                                        <p:tav tm="0">
                                          <p:val>
                                            <p:fltVal val="0"/>
                                          </p:val>
                                        </p:tav>
                                        <p:tav tm="100000">
                                          <p:val>
                                            <p:strVal val="#ppt_w"/>
                                          </p:val>
                                        </p:tav>
                                      </p:tavLst>
                                    </p:anim>
                                    <p:anim calcmode="lin" valueType="num">
                                      <p:cBhvr>
                                        <p:cTn id="29" dur="500" fill="hold"/>
                                        <p:tgtEl>
                                          <p:spTgt spid="46"/>
                                        </p:tgtEl>
                                        <p:attrNameLst>
                                          <p:attrName>ppt_h</p:attrName>
                                        </p:attrNameLst>
                                      </p:cBhvr>
                                      <p:tavLst>
                                        <p:tav tm="0">
                                          <p:val>
                                            <p:fltVal val="0"/>
                                          </p:val>
                                        </p:tav>
                                        <p:tav tm="100000">
                                          <p:val>
                                            <p:strVal val="#ppt_h"/>
                                          </p:val>
                                        </p:tav>
                                      </p:tavLst>
                                    </p:anim>
                                    <p:anim calcmode="lin" valueType="num">
                                      <p:cBhvr>
                                        <p:cTn id="30" dur="500" fill="hold"/>
                                        <p:tgtEl>
                                          <p:spTgt spid="46"/>
                                        </p:tgtEl>
                                        <p:attrNameLst>
                                          <p:attrName>style.rotation</p:attrName>
                                        </p:attrNameLst>
                                      </p:cBhvr>
                                      <p:tavLst>
                                        <p:tav tm="0">
                                          <p:val>
                                            <p:fltVal val="360"/>
                                          </p:val>
                                        </p:tav>
                                        <p:tav tm="100000">
                                          <p:val>
                                            <p:fltVal val="0"/>
                                          </p:val>
                                        </p:tav>
                                      </p:tavLst>
                                    </p:anim>
                                    <p:animEffect transition="in" filter="fade">
                                      <p:cBhvr>
                                        <p:cTn id="31" dur="500"/>
                                        <p:tgtEl>
                                          <p:spTgt spid="46"/>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childTnLst>
                          </p:cTn>
                        </p:par>
                        <p:par>
                          <p:cTn id="36" fill="hold">
                            <p:stCondLst>
                              <p:cond delay="3500"/>
                            </p:stCondLst>
                            <p:childTnLst>
                              <p:par>
                                <p:cTn id="37" presetID="10" presetClass="entr" presetSubtype="0" fill="hold" grpId="0" nodeType="after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500"/>
                                        <p:tgtEl>
                                          <p:spTgt spid="53"/>
                                        </p:tgtEl>
                                      </p:cBhvr>
                                    </p:animEffect>
                                  </p:childTnLst>
                                </p:cTn>
                              </p:par>
                            </p:childTnLst>
                          </p:cTn>
                        </p:par>
                        <p:par>
                          <p:cTn id="40" fill="hold">
                            <p:stCondLst>
                              <p:cond delay="4000"/>
                            </p:stCondLst>
                            <p:childTnLst>
                              <p:par>
                                <p:cTn id="41" presetID="53" presetClass="entr" presetSubtype="16"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p:cTn id="43" dur="500" fill="hold"/>
                                        <p:tgtEl>
                                          <p:spTgt spid="61"/>
                                        </p:tgtEl>
                                        <p:attrNameLst>
                                          <p:attrName>ppt_w</p:attrName>
                                        </p:attrNameLst>
                                      </p:cBhvr>
                                      <p:tavLst>
                                        <p:tav tm="0">
                                          <p:val>
                                            <p:fltVal val="0"/>
                                          </p:val>
                                        </p:tav>
                                        <p:tav tm="100000">
                                          <p:val>
                                            <p:strVal val="#ppt_w"/>
                                          </p:val>
                                        </p:tav>
                                      </p:tavLst>
                                    </p:anim>
                                    <p:anim calcmode="lin" valueType="num">
                                      <p:cBhvr>
                                        <p:cTn id="44" dur="500" fill="hold"/>
                                        <p:tgtEl>
                                          <p:spTgt spid="61"/>
                                        </p:tgtEl>
                                        <p:attrNameLst>
                                          <p:attrName>ppt_h</p:attrName>
                                        </p:attrNameLst>
                                      </p:cBhvr>
                                      <p:tavLst>
                                        <p:tav tm="0">
                                          <p:val>
                                            <p:fltVal val="0"/>
                                          </p:val>
                                        </p:tav>
                                        <p:tav tm="100000">
                                          <p:val>
                                            <p:strVal val="#ppt_h"/>
                                          </p:val>
                                        </p:tav>
                                      </p:tavLst>
                                    </p:anim>
                                    <p:animEffect transition="in" filter="fade">
                                      <p:cBhvr>
                                        <p:cTn id="45" dur="500"/>
                                        <p:tgtEl>
                                          <p:spTgt spid="61"/>
                                        </p:tgtEl>
                                      </p:cBhvr>
                                    </p:animEffect>
                                  </p:childTnLst>
                                </p:cTn>
                              </p:par>
                            </p:childTnLst>
                          </p:cTn>
                        </p:par>
                        <p:par>
                          <p:cTn id="46" fill="hold">
                            <p:stCondLst>
                              <p:cond delay="4500"/>
                            </p:stCondLst>
                            <p:childTnLst>
                              <p:par>
                                <p:cTn id="47" presetID="49" presetClass="entr" presetSubtype="0" decel="100000" fill="hold" grpId="0" nodeType="afterEffect">
                                  <p:stCondLst>
                                    <p:cond delay="0"/>
                                  </p:stCondLst>
                                  <p:childTnLst>
                                    <p:set>
                                      <p:cBhvr>
                                        <p:cTn id="48" dur="1" fill="hold">
                                          <p:stCondLst>
                                            <p:cond delay="0"/>
                                          </p:stCondLst>
                                        </p:cTn>
                                        <p:tgtEl>
                                          <p:spTgt spid="52"/>
                                        </p:tgtEl>
                                        <p:attrNameLst>
                                          <p:attrName>style.visibility</p:attrName>
                                        </p:attrNameLst>
                                      </p:cBhvr>
                                      <p:to>
                                        <p:strVal val="visible"/>
                                      </p:to>
                                    </p:set>
                                    <p:anim calcmode="lin" valueType="num">
                                      <p:cBhvr>
                                        <p:cTn id="49" dur="500" fill="hold"/>
                                        <p:tgtEl>
                                          <p:spTgt spid="52"/>
                                        </p:tgtEl>
                                        <p:attrNameLst>
                                          <p:attrName>ppt_w</p:attrName>
                                        </p:attrNameLst>
                                      </p:cBhvr>
                                      <p:tavLst>
                                        <p:tav tm="0">
                                          <p:val>
                                            <p:fltVal val="0"/>
                                          </p:val>
                                        </p:tav>
                                        <p:tav tm="100000">
                                          <p:val>
                                            <p:strVal val="#ppt_w"/>
                                          </p:val>
                                        </p:tav>
                                      </p:tavLst>
                                    </p:anim>
                                    <p:anim calcmode="lin" valueType="num">
                                      <p:cBhvr>
                                        <p:cTn id="50" dur="500" fill="hold"/>
                                        <p:tgtEl>
                                          <p:spTgt spid="52"/>
                                        </p:tgtEl>
                                        <p:attrNameLst>
                                          <p:attrName>ppt_h</p:attrName>
                                        </p:attrNameLst>
                                      </p:cBhvr>
                                      <p:tavLst>
                                        <p:tav tm="0">
                                          <p:val>
                                            <p:fltVal val="0"/>
                                          </p:val>
                                        </p:tav>
                                        <p:tav tm="100000">
                                          <p:val>
                                            <p:strVal val="#ppt_h"/>
                                          </p:val>
                                        </p:tav>
                                      </p:tavLst>
                                    </p:anim>
                                    <p:anim calcmode="lin" valueType="num">
                                      <p:cBhvr>
                                        <p:cTn id="51" dur="500" fill="hold"/>
                                        <p:tgtEl>
                                          <p:spTgt spid="52"/>
                                        </p:tgtEl>
                                        <p:attrNameLst>
                                          <p:attrName>style.rotation</p:attrName>
                                        </p:attrNameLst>
                                      </p:cBhvr>
                                      <p:tavLst>
                                        <p:tav tm="0">
                                          <p:val>
                                            <p:fltVal val="360"/>
                                          </p:val>
                                        </p:tav>
                                        <p:tav tm="100000">
                                          <p:val>
                                            <p:fltVal val="0"/>
                                          </p:val>
                                        </p:tav>
                                      </p:tavLst>
                                    </p:anim>
                                    <p:animEffect transition="in" filter="fade">
                                      <p:cBhvr>
                                        <p:cTn id="52" dur="500"/>
                                        <p:tgtEl>
                                          <p:spTgt spid="52"/>
                                        </p:tgtEl>
                                      </p:cBhvr>
                                    </p:animEffect>
                                  </p:childTnLst>
                                </p:cTn>
                              </p:par>
                            </p:childTnLst>
                          </p:cTn>
                        </p:par>
                        <p:par>
                          <p:cTn id="53" fill="hold">
                            <p:stCondLst>
                              <p:cond delay="5000"/>
                            </p:stCondLst>
                            <p:childTnLst>
                              <p:par>
                                <p:cTn id="54" presetID="49" presetClass="entr" presetSubtype="0" decel="100000" fill="hold" grpId="0" nodeType="afterEffect">
                                  <p:stCondLst>
                                    <p:cond delay="0"/>
                                  </p:stCondLst>
                                  <p:childTnLst>
                                    <p:set>
                                      <p:cBhvr>
                                        <p:cTn id="55" dur="1" fill="hold">
                                          <p:stCondLst>
                                            <p:cond delay="0"/>
                                          </p:stCondLst>
                                        </p:cTn>
                                        <p:tgtEl>
                                          <p:spTgt spid="49"/>
                                        </p:tgtEl>
                                        <p:attrNameLst>
                                          <p:attrName>style.visibility</p:attrName>
                                        </p:attrNameLst>
                                      </p:cBhvr>
                                      <p:to>
                                        <p:strVal val="visible"/>
                                      </p:to>
                                    </p:set>
                                    <p:anim calcmode="lin" valueType="num">
                                      <p:cBhvr>
                                        <p:cTn id="56" dur="500" fill="hold"/>
                                        <p:tgtEl>
                                          <p:spTgt spid="49"/>
                                        </p:tgtEl>
                                        <p:attrNameLst>
                                          <p:attrName>ppt_w</p:attrName>
                                        </p:attrNameLst>
                                      </p:cBhvr>
                                      <p:tavLst>
                                        <p:tav tm="0">
                                          <p:val>
                                            <p:fltVal val="0"/>
                                          </p:val>
                                        </p:tav>
                                        <p:tav tm="100000">
                                          <p:val>
                                            <p:strVal val="#ppt_w"/>
                                          </p:val>
                                        </p:tav>
                                      </p:tavLst>
                                    </p:anim>
                                    <p:anim calcmode="lin" valueType="num">
                                      <p:cBhvr>
                                        <p:cTn id="57" dur="500" fill="hold"/>
                                        <p:tgtEl>
                                          <p:spTgt spid="49"/>
                                        </p:tgtEl>
                                        <p:attrNameLst>
                                          <p:attrName>ppt_h</p:attrName>
                                        </p:attrNameLst>
                                      </p:cBhvr>
                                      <p:tavLst>
                                        <p:tav tm="0">
                                          <p:val>
                                            <p:fltVal val="0"/>
                                          </p:val>
                                        </p:tav>
                                        <p:tav tm="100000">
                                          <p:val>
                                            <p:strVal val="#ppt_h"/>
                                          </p:val>
                                        </p:tav>
                                      </p:tavLst>
                                    </p:anim>
                                    <p:anim calcmode="lin" valueType="num">
                                      <p:cBhvr>
                                        <p:cTn id="58" dur="500" fill="hold"/>
                                        <p:tgtEl>
                                          <p:spTgt spid="49"/>
                                        </p:tgtEl>
                                        <p:attrNameLst>
                                          <p:attrName>style.rotation</p:attrName>
                                        </p:attrNameLst>
                                      </p:cBhvr>
                                      <p:tavLst>
                                        <p:tav tm="0">
                                          <p:val>
                                            <p:fltVal val="360"/>
                                          </p:val>
                                        </p:tav>
                                        <p:tav tm="100000">
                                          <p:val>
                                            <p:fltVal val="0"/>
                                          </p:val>
                                        </p:tav>
                                      </p:tavLst>
                                    </p:anim>
                                    <p:animEffect transition="in" filter="fade">
                                      <p:cBhvr>
                                        <p:cTn id="59" dur="500"/>
                                        <p:tgtEl>
                                          <p:spTgt spid="49"/>
                                        </p:tgtEl>
                                      </p:cBhvr>
                                    </p:animEffect>
                                  </p:childTnLst>
                                </p:cTn>
                              </p:par>
                            </p:childTnLst>
                          </p:cTn>
                        </p:par>
                        <p:par>
                          <p:cTn id="60" fill="hold">
                            <p:stCondLst>
                              <p:cond delay="5500"/>
                            </p:stCondLst>
                            <p:childTnLst>
                              <p:par>
                                <p:cTn id="61" presetID="10" presetClass="entr" presetSubtype="0" fill="hold" grpId="0" nodeType="after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par>
                          <p:cTn id="64" fill="hold">
                            <p:stCondLst>
                              <p:cond delay="6000"/>
                            </p:stCondLst>
                            <p:childTnLst>
                              <p:par>
                                <p:cTn id="65" presetID="10" presetClass="entr" presetSubtype="0" fill="hold" grpId="0"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500"/>
                                        <p:tgtEl>
                                          <p:spTgt spid="55"/>
                                        </p:tgtEl>
                                      </p:cBhvr>
                                    </p:animEffect>
                                  </p:childTnLst>
                                </p:cTn>
                              </p:par>
                            </p:childTnLst>
                          </p:cTn>
                        </p:par>
                        <p:par>
                          <p:cTn id="68" fill="hold">
                            <p:stCondLst>
                              <p:cond delay="6500"/>
                            </p:stCondLst>
                            <p:childTnLst>
                              <p:par>
                                <p:cTn id="69" presetID="53" presetClass="entr" presetSubtype="16" fill="hold" grpId="0" nodeType="afterEffect">
                                  <p:stCondLst>
                                    <p:cond delay="0"/>
                                  </p:stCondLst>
                                  <p:childTnLst>
                                    <p:set>
                                      <p:cBhvr>
                                        <p:cTn id="70" dur="1" fill="hold">
                                          <p:stCondLst>
                                            <p:cond delay="0"/>
                                          </p:stCondLst>
                                        </p:cTn>
                                        <p:tgtEl>
                                          <p:spTgt spid="63"/>
                                        </p:tgtEl>
                                        <p:attrNameLst>
                                          <p:attrName>style.visibility</p:attrName>
                                        </p:attrNameLst>
                                      </p:cBhvr>
                                      <p:to>
                                        <p:strVal val="visible"/>
                                      </p:to>
                                    </p:set>
                                    <p:anim calcmode="lin" valueType="num">
                                      <p:cBhvr>
                                        <p:cTn id="71" dur="500" fill="hold"/>
                                        <p:tgtEl>
                                          <p:spTgt spid="63"/>
                                        </p:tgtEl>
                                        <p:attrNameLst>
                                          <p:attrName>ppt_w</p:attrName>
                                        </p:attrNameLst>
                                      </p:cBhvr>
                                      <p:tavLst>
                                        <p:tav tm="0">
                                          <p:val>
                                            <p:fltVal val="0"/>
                                          </p:val>
                                        </p:tav>
                                        <p:tav tm="100000">
                                          <p:val>
                                            <p:strVal val="#ppt_w"/>
                                          </p:val>
                                        </p:tav>
                                      </p:tavLst>
                                    </p:anim>
                                    <p:anim calcmode="lin" valueType="num">
                                      <p:cBhvr>
                                        <p:cTn id="72" dur="500" fill="hold"/>
                                        <p:tgtEl>
                                          <p:spTgt spid="63"/>
                                        </p:tgtEl>
                                        <p:attrNameLst>
                                          <p:attrName>ppt_h</p:attrName>
                                        </p:attrNameLst>
                                      </p:cBhvr>
                                      <p:tavLst>
                                        <p:tav tm="0">
                                          <p:val>
                                            <p:fltVal val="0"/>
                                          </p:val>
                                        </p:tav>
                                        <p:tav tm="100000">
                                          <p:val>
                                            <p:strVal val="#ppt_h"/>
                                          </p:val>
                                        </p:tav>
                                      </p:tavLst>
                                    </p:anim>
                                    <p:animEffect transition="in" filter="fade">
                                      <p:cBhvr>
                                        <p:cTn id="73" dur="500"/>
                                        <p:tgtEl>
                                          <p:spTgt spid="63"/>
                                        </p:tgtEl>
                                      </p:cBhvr>
                                    </p:animEffect>
                                  </p:childTnLst>
                                </p:cTn>
                              </p:par>
                            </p:childTnLst>
                          </p:cTn>
                        </p:par>
                        <p:par>
                          <p:cTn id="74" fill="hold">
                            <p:stCondLst>
                              <p:cond delay="7000"/>
                            </p:stCondLst>
                            <p:childTnLst>
                              <p:par>
                                <p:cTn id="75" presetID="49" presetClass="entr" presetSubtype="0" decel="100000" fill="hold" grpId="0" nodeType="afterEffect">
                                  <p:stCondLst>
                                    <p:cond delay="0"/>
                                  </p:stCondLst>
                                  <p:childTnLst>
                                    <p:set>
                                      <p:cBhvr>
                                        <p:cTn id="76" dur="1" fill="hold">
                                          <p:stCondLst>
                                            <p:cond delay="0"/>
                                          </p:stCondLst>
                                        </p:cTn>
                                        <p:tgtEl>
                                          <p:spTgt spid="51"/>
                                        </p:tgtEl>
                                        <p:attrNameLst>
                                          <p:attrName>style.visibility</p:attrName>
                                        </p:attrNameLst>
                                      </p:cBhvr>
                                      <p:to>
                                        <p:strVal val="visible"/>
                                      </p:to>
                                    </p:set>
                                    <p:anim calcmode="lin" valueType="num">
                                      <p:cBhvr>
                                        <p:cTn id="77" dur="500" fill="hold"/>
                                        <p:tgtEl>
                                          <p:spTgt spid="51"/>
                                        </p:tgtEl>
                                        <p:attrNameLst>
                                          <p:attrName>ppt_w</p:attrName>
                                        </p:attrNameLst>
                                      </p:cBhvr>
                                      <p:tavLst>
                                        <p:tav tm="0">
                                          <p:val>
                                            <p:fltVal val="0"/>
                                          </p:val>
                                        </p:tav>
                                        <p:tav tm="100000">
                                          <p:val>
                                            <p:strVal val="#ppt_w"/>
                                          </p:val>
                                        </p:tav>
                                      </p:tavLst>
                                    </p:anim>
                                    <p:anim calcmode="lin" valueType="num">
                                      <p:cBhvr>
                                        <p:cTn id="78" dur="500" fill="hold"/>
                                        <p:tgtEl>
                                          <p:spTgt spid="51"/>
                                        </p:tgtEl>
                                        <p:attrNameLst>
                                          <p:attrName>ppt_h</p:attrName>
                                        </p:attrNameLst>
                                      </p:cBhvr>
                                      <p:tavLst>
                                        <p:tav tm="0">
                                          <p:val>
                                            <p:fltVal val="0"/>
                                          </p:val>
                                        </p:tav>
                                        <p:tav tm="100000">
                                          <p:val>
                                            <p:strVal val="#ppt_h"/>
                                          </p:val>
                                        </p:tav>
                                      </p:tavLst>
                                    </p:anim>
                                    <p:anim calcmode="lin" valueType="num">
                                      <p:cBhvr>
                                        <p:cTn id="79" dur="500" fill="hold"/>
                                        <p:tgtEl>
                                          <p:spTgt spid="51"/>
                                        </p:tgtEl>
                                        <p:attrNameLst>
                                          <p:attrName>style.rotation</p:attrName>
                                        </p:attrNameLst>
                                      </p:cBhvr>
                                      <p:tavLst>
                                        <p:tav tm="0">
                                          <p:val>
                                            <p:fltVal val="360"/>
                                          </p:val>
                                        </p:tav>
                                        <p:tav tm="100000">
                                          <p:val>
                                            <p:fltVal val="0"/>
                                          </p:val>
                                        </p:tav>
                                      </p:tavLst>
                                    </p:anim>
                                    <p:animEffect transition="in" filter="fade">
                                      <p:cBhvr>
                                        <p:cTn id="80" dur="500"/>
                                        <p:tgtEl>
                                          <p:spTgt spid="51"/>
                                        </p:tgtEl>
                                      </p:cBhvr>
                                    </p:animEffect>
                                  </p:childTnLst>
                                </p:cTn>
                              </p:par>
                            </p:childTnLst>
                          </p:cTn>
                        </p:par>
                        <p:par>
                          <p:cTn id="81" fill="hold">
                            <p:stCondLst>
                              <p:cond delay="7500"/>
                            </p:stCondLst>
                            <p:childTnLst>
                              <p:par>
                                <p:cTn id="82" presetID="49" presetClass="entr" presetSubtype="0" decel="100000" fill="hold" grpId="0" nodeType="afterEffect">
                                  <p:stCondLst>
                                    <p:cond delay="0"/>
                                  </p:stCondLst>
                                  <p:childTnLst>
                                    <p:set>
                                      <p:cBhvr>
                                        <p:cTn id="83" dur="1" fill="hold">
                                          <p:stCondLst>
                                            <p:cond delay="0"/>
                                          </p:stCondLst>
                                        </p:cTn>
                                        <p:tgtEl>
                                          <p:spTgt spid="47"/>
                                        </p:tgtEl>
                                        <p:attrNameLst>
                                          <p:attrName>style.visibility</p:attrName>
                                        </p:attrNameLst>
                                      </p:cBhvr>
                                      <p:to>
                                        <p:strVal val="visible"/>
                                      </p:to>
                                    </p:set>
                                    <p:anim calcmode="lin" valueType="num">
                                      <p:cBhvr>
                                        <p:cTn id="84" dur="500" fill="hold"/>
                                        <p:tgtEl>
                                          <p:spTgt spid="47"/>
                                        </p:tgtEl>
                                        <p:attrNameLst>
                                          <p:attrName>ppt_w</p:attrName>
                                        </p:attrNameLst>
                                      </p:cBhvr>
                                      <p:tavLst>
                                        <p:tav tm="0">
                                          <p:val>
                                            <p:fltVal val="0"/>
                                          </p:val>
                                        </p:tav>
                                        <p:tav tm="100000">
                                          <p:val>
                                            <p:strVal val="#ppt_w"/>
                                          </p:val>
                                        </p:tav>
                                      </p:tavLst>
                                    </p:anim>
                                    <p:anim calcmode="lin" valueType="num">
                                      <p:cBhvr>
                                        <p:cTn id="85" dur="500" fill="hold"/>
                                        <p:tgtEl>
                                          <p:spTgt spid="47"/>
                                        </p:tgtEl>
                                        <p:attrNameLst>
                                          <p:attrName>ppt_h</p:attrName>
                                        </p:attrNameLst>
                                      </p:cBhvr>
                                      <p:tavLst>
                                        <p:tav tm="0">
                                          <p:val>
                                            <p:fltVal val="0"/>
                                          </p:val>
                                        </p:tav>
                                        <p:tav tm="100000">
                                          <p:val>
                                            <p:strVal val="#ppt_h"/>
                                          </p:val>
                                        </p:tav>
                                      </p:tavLst>
                                    </p:anim>
                                    <p:anim calcmode="lin" valueType="num">
                                      <p:cBhvr>
                                        <p:cTn id="86" dur="500" fill="hold"/>
                                        <p:tgtEl>
                                          <p:spTgt spid="47"/>
                                        </p:tgtEl>
                                        <p:attrNameLst>
                                          <p:attrName>style.rotation</p:attrName>
                                        </p:attrNameLst>
                                      </p:cBhvr>
                                      <p:tavLst>
                                        <p:tav tm="0">
                                          <p:val>
                                            <p:fltVal val="360"/>
                                          </p:val>
                                        </p:tav>
                                        <p:tav tm="100000">
                                          <p:val>
                                            <p:fltVal val="0"/>
                                          </p:val>
                                        </p:tav>
                                      </p:tavLst>
                                    </p:anim>
                                    <p:animEffect transition="in" filter="fade">
                                      <p:cBhvr>
                                        <p:cTn id="87" dur="500"/>
                                        <p:tgtEl>
                                          <p:spTgt spid="47"/>
                                        </p:tgtEl>
                                      </p:cBhvr>
                                    </p:animEffect>
                                  </p:childTnLst>
                                </p:cTn>
                              </p:par>
                            </p:childTnLst>
                          </p:cTn>
                        </p:par>
                        <p:par>
                          <p:cTn id="88" fill="hold">
                            <p:stCondLst>
                              <p:cond delay="8000"/>
                            </p:stCondLst>
                            <p:childTnLst>
                              <p:par>
                                <p:cTn id="89" presetID="10" presetClass="entr" presetSubtype="0" fill="hold" grpId="0"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childTnLst>
                          </p:cTn>
                        </p:par>
                        <p:par>
                          <p:cTn id="92" fill="hold">
                            <p:stCondLst>
                              <p:cond delay="8500"/>
                            </p:stCondLst>
                            <p:childTnLst>
                              <p:par>
                                <p:cTn id="93" presetID="10" presetClass="entr" presetSubtype="0" fill="hold" grpId="0" nodeType="after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500"/>
                                        <p:tgtEl>
                                          <p:spTgt spid="57"/>
                                        </p:tgtEl>
                                      </p:cBhvr>
                                    </p:animEffect>
                                  </p:childTnLst>
                                </p:cTn>
                              </p:par>
                            </p:childTnLst>
                          </p:cTn>
                        </p:par>
                        <p:par>
                          <p:cTn id="96" fill="hold">
                            <p:stCondLst>
                              <p:cond delay="9000"/>
                            </p:stCondLst>
                            <p:childTnLst>
                              <p:par>
                                <p:cTn id="97" presetID="53" presetClass="entr" presetSubtype="16" fill="hold" grpId="0" nodeType="afterEffect">
                                  <p:stCondLst>
                                    <p:cond delay="0"/>
                                  </p:stCondLst>
                                  <p:childTnLst>
                                    <p:set>
                                      <p:cBhvr>
                                        <p:cTn id="98" dur="1" fill="hold">
                                          <p:stCondLst>
                                            <p:cond delay="0"/>
                                          </p:stCondLst>
                                        </p:cTn>
                                        <p:tgtEl>
                                          <p:spTgt spid="62"/>
                                        </p:tgtEl>
                                        <p:attrNameLst>
                                          <p:attrName>style.visibility</p:attrName>
                                        </p:attrNameLst>
                                      </p:cBhvr>
                                      <p:to>
                                        <p:strVal val="visible"/>
                                      </p:to>
                                    </p:set>
                                    <p:anim calcmode="lin" valueType="num">
                                      <p:cBhvr>
                                        <p:cTn id="99" dur="500" fill="hold"/>
                                        <p:tgtEl>
                                          <p:spTgt spid="62"/>
                                        </p:tgtEl>
                                        <p:attrNameLst>
                                          <p:attrName>ppt_w</p:attrName>
                                        </p:attrNameLst>
                                      </p:cBhvr>
                                      <p:tavLst>
                                        <p:tav tm="0">
                                          <p:val>
                                            <p:fltVal val="0"/>
                                          </p:val>
                                        </p:tav>
                                        <p:tav tm="100000">
                                          <p:val>
                                            <p:strVal val="#ppt_w"/>
                                          </p:val>
                                        </p:tav>
                                      </p:tavLst>
                                    </p:anim>
                                    <p:anim calcmode="lin" valueType="num">
                                      <p:cBhvr>
                                        <p:cTn id="100" dur="500" fill="hold"/>
                                        <p:tgtEl>
                                          <p:spTgt spid="62"/>
                                        </p:tgtEl>
                                        <p:attrNameLst>
                                          <p:attrName>ppt_h</p:attrName>
                                        </p:attrNameLst>
                                      </p:cBhvr>
                                      <p:tavLst>
                                        <p:tav tm="0">
                                          <p:val>
                                            <p:fltVal val="0"/>
                                          </p:val>
                                        </p:tav>
                                        <p:tav tm="100000">
                                          <p:val>
                                            <p:strVal val="#ppt_h"/>
                                          </p:val>
                                        </p:tav>
                                      </p:tavLst>
                                    </p:anim>
                                    <p:animEffect transition="in" filter="fade">
                                      <p:cBhvr>
                                        <p:cTn id="101" dur="500"/>
                                        <p:tgtEl>
                                          <p:spTgt spid="62"/>
                                        </p:tgtEl>
                                      </p:cBhvr>
                                    </p:animEffect>
                                  </p:childTnLst>
                                </p:cTn>
                              </p:par>
                            </p:childTnLst>
                          </p:cTn>
                        </p:par>
                        <p:par>
                          <p:cTn id="102" fill="hold">
                            <p:stCondLst>
                              <p:cond delay="9500"/>
                            </p:stCondLst>
                            <p:childTnLst>
                              <p:par>
                                <p:cTn id="103" presetID="49" presetClass="entr" presetSubtype="0" decel="100000" fill="hold" grpId="0" nodeType="afterEffect">
                                  <p:stCondLst>
                                    <p:cond delay="0"/>
                                  </p:stCondLst>
                                  <p:childTnLst>
                                    <p:set>
                                      <p:cBhvr>
                                        <p:cTn id="104" dur="1" fill="hold">
                                          <p:stCondLst>
                                            <p:cond delay="0"/>
                                          </p:stCondLst>
                                        </p:cTn>
                                        <p:tgtEl>
                                          <p:spTgt spid="50"/>
                                        </p:tgtEl>
                                        <p:attrNameLst>
                                          <p:attrName>style.visibility</p:attrName>
                                        </p:attrNameLst>
                                      </p:cBhvr>
                                      <p:to>
                                        <p:strVal val="visible"/>
                                      </p:to>
                                    </p:set>
                                    <p:anim calcmode="lin" valueType="num">
                                      <p:cBhvr>
                                        <p:cTn id="105" dur="500" fill="hold"/>
                                        <p:tgtEl>
                                          <p:spTgt spid="50"/>
                                        </p:tgtEl>
                                        <p:attrNameLst>
                                          <p:attrName>ppt_w</p:attrName>
                                        </p:attrNameLst>
                                      </p:cBhvr>
                                      <p:tavLst>
                                        <p:tav tm="0">
                                          <p:val>
                                            <p:fltVal val="0"/>
                                          </p:val>
                                        </p:tav>
                                        <p:tav tm="100000">
                                          <p:val>
                                            <p:strVal val="#ppt_w"/>
                                          </p:val>
                                        </p:tav>
                                      </p:tavLst>
                                    </p:anim>
                                    <p:anim calcmode="lin" valueType="num">
                                      <p:cBhvr>
                                        <p:cTn id="106" dur="500" fill="hold"/>
                                        <p:tgtEl>
                                          <p:spTgt spid="50"/>
                                        </p:tgtEl>
                                        <p:attrNameLst>
                                          <p:attrName>ppt_h</p:attrName>
                                        </p:attrNameLst>
                                      </p:cBhvr>
                                      <p:tavLst>
                                        <p:tav tm="0">
                                          <p:val>
                                            <p:fltVal val="0"/>
                                          </p:val>
                                        </p:tav>
                                        <p:tav tm="100000">
                                          <p:val>
                                            <p:strVal val="#ppt_h"/>
                                          </p:val>
                                        </p:tav>
                                      </p:tavLst>
                                    </p:anim>
                                    <p:anim calcmode="lin" valueType="num">
                                      <p:cBhvr>
                                        <p:cTn id="107" dur="500" fill="hold"/>
                                        <p:tgtEl>
                                          <p:spTgt spid="50"/>
                                        </p:tgtEl>
                                        <p:attrNameLst>
                                          <p:attrName>style.rotation</p:attrName>
                                        </p:attrNameLst>
                                      </p:cBhvr>
                                      <p:tavLst>
                                        <p:tav tm="0">
                                          <p:val>
                                            <p:fltVal val="360"/>
                                          </p:val>
                                        </p:tav>
                                        <p:tav tm="100000">
                                          <p:val>
                                            <p:fltVal val="0"/>
                                          </p:val>
                                        </p:tav>
                                      </p:tavLst>
                                    </p:anim>
                                    <p:animEffect transition="in" filter="fade">
                                      <p:cBhvr>
                                        <p:cTn id="108" dur="500"/>
                                        <p:tgtEl>
                                          <p:spTgt spid="50"/>
                                        </p:tgtEl>
                                      </p:cBhvr>
                                    </p:animEffect>
                                  </p:childTnLst>
                                </p:cTn>
                              </p:par>
                            </p:childTnLst>
                          </p:cTn>
                        </p:par>
                        <p:par>
                          <p:cTn id="109" fill="hold">
                            <p:stCondLst>
                              <p:cond delay="10000"/>
                            </p:stCondLst>
                            <p:childTnLst>
                              <p:par>
                                <p:cTn id="110" presetID="49" presetClass="entr" presetSubtype="0" decel="100000" fill="hold" grpId="0" nodeType="afterEffect">
                                  <p:stCondLst>
                                    <p:cond delay="0"/>
                                  </p:stCondLst>
                                  <p:childTnLst>
                                    <p:set>
                                      <p:cBhvr>
                                        <p:cTn id="111" dur="1" fill="hold">
                                          <p:stCondLst>
                                            <p:cond delay="0"/>
                                          </p:stCondLst>
                                        </p:cTn>
                                        <p:tgtEl>
                                          <p:spTgt spid="48"/>
                                        </p:tgtEl>
                                        <p:attrNameLst>
                                          <p:attrName>style.visibility</p:attrName>
                                        </p:attrNameLst>
                                      </p:cBhvr>
                                      <p:to>
                                        <p:strVal val="visible"/>
                                      </p:to>
                                    </p:set>
                                    <p:anim calcmode="lin" valueType="num">
                                      <p:cBhvr>
                                        <p:cTn id="112" dur="500" fill="hold"/>
                                        <p:tgtEl>
                                          <p:spTgt spid="48"/>
                                        </p:tgtEl>
                                        <p:attrNameLst>
                                          <p:attrName>ppt_w</p:attrName>
                                        </p:attrNameLst>
                                      </p:cBhvr>
                                      <p:tavLst>
                                        <p:tav tm="0">
                                          <p:val>
                                            <p:fltVal val="0"/>
                                          </p:val>
                                        </p:tav>
                                        <p:tav tm="100000">
                                          <p:val>
                                            <p:strVal val="#ppt_w"/>
                                          </p:val>
                                        </p:tav>
                                      </p:tavLst>
                                    </p:anim>
                                    <p:anim calcmode="lin" valueType="num">
                                      <p:cBhvr>
                                        <p:cTn id="113" dur="500" fill="hold"/>
                                        <p:tgtEl>
                                          <p:spTgt spid="48"/>
                                        </p:tgtEl>
                                        <p:attrNameLst>
                                          <p:attrName>ppt_h</p:attrName>
                                        </p:attrNameLst>
                                      </p:cBhvr>
                                      <p:tavLst>
                                        <p:tav tm="0">
                                          <p:val>
                                            <p:fltVal val="0"/>
                                          </p:val>
                                        </p:tav>
                                        <p:tav tm="100000">
                                          <p:val>
                                            <p:strVal val="#ppt_h"/>
                                          </p:val>
                                        </p:tav>
                                      </p:tavLst>
                                    </p:anim>
                                    <p:anim calcmode="lin" valueType="num">
                                      <p:cBhvr>
                                        <p:cTn id="114" dur="500" fill="hold"/>
                                        <p:tgtEl>
                                          <p:spTgt spid="48"/>
                                        </p:tgtEl>
                                        <p:attrNameLst>
                                          <p:attrName>style.rotation</p:attrName>
                                        </p:attrNameLst>
                                      </p:cBhvr>
                                      <p:tavLst>
                                        <p:tav tm="0">
                                          <p:val>
                                            <p:fltVal val="360"/>
                                          </p:val>
                                        </p:tav>
                                        <p:tav tm="100000">
                                          <p:val>
                                            <p:fltVal val="0"/>
                                          </p:val>
                                        </p:tav>
                                      </p:tavLst>
                                    </p:anim>
                                    <p:animEffect transition="in" filter="fade">
                                      <p:cBhvr>
                                        <p:cTn id="115" dur="500"/>
                                        <p:tgtEl>
                                          <p:spTgt spid="48"/>
                                        </p:tgtEl>
                                      </p:cBhvr>
                                    </p:animEffect>
                                  </p:childTnLst>
                                </p:cTn>
                              </p:par>
                            </p:childTnLst>
                          </p:cTn>
                        </p:par>
                        <p:par>
                          <p:cTn id="116" fill="hold">
                            <p:stCondLst>
                              <p:cond delay="10500"/>
                            </p:stCondLst>
                            <p:childTnLst>
                              <p:par>
                                <p:cTn id="117" presetID="10" presetClass="entr" presetSubtype="0" fill="hold" grpId="0" nodeType="afterEffect">
                                  <p:stCondLst>
                                    <p:cond delay="0"/>
                                  </p:stCondLst>
                                  <p:childTnLst>
                                    <p:set>
                                      <p:cBhvr>
                                        <p:cTn id="118" dur="1" fill="hold">
                                          <p:stCondLst>
                                            <p:cond delay="0"/>
                                          </p:stCondLst>
                                        </p:cTn>
                                        <p:tgtEl>
                                          <p:spTgt spid="60"/>
                                        </p:tgtEl>
                                        <p:attrNameLst>
                                          <p:attrName>style.visibility</p:attrName>
                                        </p:attrNameLst>
                                      </p:cBhvr>
                                      <p:to>
                                        <p:strVal val="visible"/>
                                      </p:to>
                                    </p:set>
                                    <p:animEffect transition="in" filter="fade">
                                      <p:cBhvr>
                                        <p:cTn id="119" dur="500"/>
                                        <p:tgtEl>
                                          <p:spTgt spid="60"/>
                                        </p:tgtEl>
                                      </p:cBhvr>
                                    </p:animEffect>
                                  </p:childTnLst>
                                </p:cTn>
                              </p:par>
                            </p:childTnLst>
                          </p:cTn>
                        </p:par>
                        <p:par>
                          <p:cTn id="120" fill="hold">
                            <p:stCondLst>
                              <p:cond delay="11000"/>
                            </p:stCondLst>
                            <p:childTnLst>
                              <p:par>
                                <p:cTn id="121" presetID="10" presetClass="entr" presetSubtype="0" fill="hold" grpId="0" nodeType="afterEffect">
                                  <p:stCondLst>
                                    <p:cond delay="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500"/>
                                        <p:tgtEl>
                                          <p:spTgt spid="59"/>
                                        </p:tgtEl>
                                      </p:cBhvr>
                                    </p:animEffect>
                                  </p:childTnLst>
                                </p:cTn>
                              </p:par>
                            </p:childTnLst>
                          </p:cTn>
                        </p:par>
                        <p:par>
                          <p:cTn id="124" fill="hold">
                            <p:stCondLst>
                              <p:cond delay="11500"/>
                            </p:stCondLst>
                            <p:childTnLst>
                              <p:par>
                                <p:cTn id="125" presetID="53" presetClass="entr" presetSubtype="16" fill="hold" grpId="0" nodeType="afterEffect">
                                  <p:stCondLst>
                                    <p:cond delay="0"/>
                                  </p:stCondLst>
                                  <p:childTnLst>
                                    <p:set>
                                      <p:cBhvr>
                                        <p:cTn id="126" dur="1" fill="hold">
                                          <p:stCondLst>
                                            <p:cond delay="0"/>
                                          </p:stCondLst>
                                        </p:cTn>
                                        <p:tgtEl>
                                          <p:spTgt spid="64"/>
                                        </p:tgtEl>
                                        <p:attrNameLst>
                                          <p:attrName>style.visibility</p:attrName>
                                        </p:attrNameLst>
                                      </p:cBhvr>
                                      <p:to>
                                        <p:strVal val="visible"/>
                                      </p:to>
                                    </p:set>
                                    <p:anim calcmode="lin" valueType="num">
                                      <p:cBhvr>
                                        <p:cTn id="127" dur="500" fill="hold"/>
                                        <p:tgtEl>
                                          <p:spTgt spid="64"/>
                                        </p:tgtEl>
                                        <p:attrNameLst>
                                          <p:attrName>ppt_w</p:attrName>
                                        </p:attrNameLst>
                                      </p:cBhvr>
                                      <p:tavLst>
                                        <p:tav tm="0">
                                          <p:val>
                                            <p:fltVal val="0"/>
                                          </p:val>
                                        </p:tav>
                                        <p:tav tm="100000">
                                          <p:val>
                                            <p:strVal val="#ppt_w"/>
                                          </p:val>
                                        </p:tav>
                                      </p:tavLst>
                                    </p:anim>
                                    <p:anim calcmode="lin" valueType="num">
                                      <p:cBhvr>
                                        <p:cTn id="128" dur="500" fill="hold"/>
                                        <p:tgtEl>
                                          <p:spTgt spid="64"/>
                                        </p:tgtEl>
                                        <p:attrNameLst>
                                          <p:attrName>ppt_h</p:attrName>
                                        </p:attrNameLst>
                                      </p:cBhvr>
                                      <p:tavLst>
                                        <p:tav tm="0">
                                          <p:val>
                                            <p:fltVal val="0"/>
                                          </p:val>
                                        </p:tav>
                                        <p:tav tm="100000">
                                          <p:val>
                                            <p:strVal val="#ppt_h"/>
                                          </p:val>
                                        </p:tav>
                                      </p:tavLst>
                                    </p:anim>
                                    <p:animEffect transition="in" filter="fade">
                                      <p:cBhvr>
                                        <p:cTn id="12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animBg="1"/>
      <p:bldP spid="46" grpId="0" animBg="1"/>
      <p:bldP spid="47" grpId="0" animBg="1"/>
      <p:bldP spid="48" grpId="0" animBg="1"/>
      <p:bldP spid="49" grpId="0" animBg="1"/>
      <p:bldP spid="50" grpId="0" animBg="1"/>
      <p:bldP spid="51" grpId="0" animBg="1"/>
      <p:bldP spid="52" grpId="0" animBg="1"/>
      <p:bldP spid="53" grpId="0"/>
      <p:bldP spid="54" grpId="0"/>
      <p:bldP spid="55" grpId="0"/>
      <p:bldP spid="56" grpId="0"/>
      <p:bldP spid="57" grpId="0"/>
      <p:bldP spid="58" grpId="0"/>
      <p:bldP spid="59" grpId="0"/>
      <p:bldP spid="60" grpId="0"/>
      <p:bldP spid="61" grpId="0"/>
      <p:bldP spid="62" grpId="0"/>
      <p:bldP spid="63" grpId="0"/>
      <p:bldP spid="6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2840835" y="2344933"/>
            <a:ext cx="3695028" cy="3695028"/>
            <a:chOff x="6240781" y="1363135"/>
            <a:chExt cx="4963584" cy="4963584"/>
          </a:xfrm>
        </p:grpSpPr>
        <p:grpSp>
          <p:nvGrpSpPr>
            <p:cNvPr id="13" name="Group 12"/>
            <p:cNvGrpSpPr/>
            <p:nvPr/>
          </p:nvGrpSpPr>
          <p:grpSpPr>
            <a:xfrm>
              <a:off x="6240781" y="1363135"/>
              <a:ext cx="3255433" cy="2434167"/>
              <a:chOff x="4657725" y="946151"/>
              <a:chExt cx="2441575" cy="1825625"/>
            </a:xfrm>
          </p:grpSpPr>
          <p:sp>
            <p:nvSpPr>
              <p:cNvPr id="27" name="Freeform 26"/>
              <p:cNvSpPr>
                <a:spLocks/>
              </p:cNvSpPr>
              <p:nvPr/>
            </p:nvSpPr>
            <p:spPr bwMode="auto">
              <a:xfrm>
                <a:off x="5953125" y="2046288"/>
                <a:ext cx="1146175" cy="593725"/>
              </a:xfrm>
              <a:custGeom>
                <a:avLst/>
                <a:gdLst>
                  <a:gd name="T0" fmla="*/ 849 w 904"/>
                  <a:gd name="T1" fmla="*/ 0 h 468"/>
                  <a:gd name="T2" fmla="*/ 873 w 904"/>
                  <a:gd name="T3" fmla="*/ 58 h 468"/>
                  <a:gd name="T4" fmla="*/ 507 w 904"/>
                  <a:gd name="T5" fmla="*/ 436 h 468"/>
                  <a:gd name="T6" fmla="*/ 396 w 904"/>
                  <a:gd name="T7" fmla="*/ 436 h 468"/>
                  <a:gd name="T8" fmla="*/ 30 w 904"/>
                  <a:gd name="T9" fmla="*/ 58 h 468"/>
                  <a:gd name="T10" fmla="*/ 55 w 904"/>
                  <a:gd name="T11" fmla="*/ 0 h 468"/>
                  <a:gd name="T12" fmla="*/ 849 w 90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849" y="0"/>
                    </a:moveTo>
                    <a:cubicBezTo>
                      <a:pt x="893" y="0"/>
                      <a:pt x="904" y="26"/>
                      <a:pt x="873" y="58"/>
                    </a:cubicBezTo>
                    <a:cubicBezTo>
                      <a:pt x="507" y="436"/>
                      <a:pt x="507" y="436"/>
                      <a:pt x="507" y="436"/>
                    </a:cubicBezTo>
                    <a:cubicBezTo>
                      <a:pt x="477" y="468"/>
                      <a:pt x="427" y="468"/>
                      <a:pt x="396" y="436"/>
                    </a:cubicBezTo>
                    <a:cubicBezTo>
                      <a:pt x="30" y="58"/>
                      <a:pt x="30" y="58"/>
                      <a:pt x="30" y="58"/>
                    </a:cubicBezTo>
                    <a:cubicBezTo>
                      <a:pt x="0" y="26"/>
                      <a:pt x="11" y="0"/>
                      <a:pt x="55" y="0"/>
                    </a:cubicBezTo>
                    <a:lnTo>
                      <a:pt x="849" y="0"/>
                    </a:lnTo>
                    <a:close/>
                  </a:path>
                </a:pathLst>
              </a:custGeom>
              <a:solidFill>
                <a:schemeClr val="accent1"/>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27"/>
              <p:cNvSpPr>
                <a:spLocks/>
              </p:cNvSpPr>
              <p:nvPr/>
            </p:nvSpPr>
            <p:spPr bwMode="auto">
              <a:xfrm>
                <a:off x="4657725" y="946151"/>
                <a:ext cx="2151063" cy="1825625"/>
              </a:xfrm>
              <a:custGeom>
                <a:avLst/>
                <a:gdLst>
                  <a:gd name="T0" fmla="*/ 848 w 1696"/>
                  <a:gd name="T1" fmla="*/ 0 h 1440"/>
                  <a:gd name="T2" fmla="*/ 0 w 1696"/>
                  <a:gd name="T3" fmla="*/ 848 h 1440"/>
                  <a:gd name="T4" fmla="*/ 241 w 1696"/>
                  <a:gd name="T5" fmla="*/ 1440 h 1440"/>
                  <a:gd name="T6" fmla="*/ 718 w 1696"/>
                  <a:gd name="T7" fmla="*/ 1209 h 1440"/>
                  <a:gd name="T8" fmla="*/ 464 w 1696"/>
                  <a:gd name="T9" fmla="*/ 848 h 1440"/>
                  <a:gd name="T10" fmla="*/ 848 w 1696"/>
                  <a:gd name="T11" fmla="*/ 464 h 1440"/>
                  <a:gd name="T12" fmla="*/ 1232 w 1696"/>
                  <a:gd name="T13" fmla="*/ 848 h 1440"/>
                  <a:gd name="T14" fmla="*/ 1213 w 1696"/>
                  <a:gd name="T15" fmla="*/ 966 h 1440"/>
                  <a:gd name="T16" fmla="*/ 1293 w 1696"/>
                  <a:gd name="T17" fmla="*/ 966 h 1440"/>
                  <a:gd name="T18" fmla="*/ 1293 w 1696"/>
                  <a:gd name="T19" fmla="*/ 1062 h 1440"/>
                  <a:gd name="T20" fmla="*/ 1669 w 1696"/>
                  <a:gd name="T21" fmla="*/ 1062 h 1440"/>
                  <a:gd name="T22" fmla="*/ 1696 w 1696"/>
                  <a:gd name="T23" fmla="*/ 848 h 1440"/>
                  <a:gd name="T24" fmla="*/ 848 w 1696"/>
                  <a:gd name="T25" fmla="*/ 0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6" h="1440">
                    <a:moveTo>
                      <a:pt x="848" y="0"/>
                    </a:moveTo>
                    <a:cubicBezTo>
                      <a:pt x="380" y="0"/>
                      <a:pt x="0" y="380"/>
                      <a:pt x="0" y="848"/>
                    </a:cubicBezTo>
                    <a:cubicBezTo>
                      <a:pt x="0" y="1078"/>
                      <a:pt x="92" y="1287"/>
                      <a:pt x="241" y="1440"/>
                    </a:cubicBezTo>
                    <a:cubicBezTo>
                      <a:pt x="374" y="1315"/>
                      <a:pt x="540" y="1235"/>
                      <a:pt x="718" y="1209"/>
                    </a:cubicBezTo>
                    <a:cubicBezTo>
                      <a:pt x="570" y="1156"/>
                      <a:pt x="464" y="1014"/>
                      <a:pt x="464" y="848"/>
                    </a:cubicBezTo>
                    <a:cubicBezTo>
                      <a:pt x="464" y="636"/>
                      <a:pt x="636" y="464"/>
                      <a:pt x="848" y="464"/>
                    </a:cubicBezTo>
                    <a:cubicBezTo>
                      <a:pt x="1060" y="464"/>
                      <a:pt x="1232" y="636"/>
                      <a:pt x="1232" y="848"/>
                    </a:cubicBezTo>
                    <a:cubicBezTo>
                      <a:pt x="1232" y="889"/>
                      <a:pt x="1225" y="929"/>
                      <a:pt x="1213" y="966"/>
                    </a:cubicBezTo>
                    <a:cubicBezTo>
                      <a:pt x="1293" y="966"/>
                      <a:pt x="1293" y="966"/>
                      <a:pt x="1293" y="966"/>
                    </a:cubicBezTo>
                    <a:cubicBezTo>
                      <a:pt x="1293" y="1062"/>
                      <a:pt x="1293" y="1062"/>
                      <a:pt x="1293" y="1062"/>
                    </a:cubicBezTo>
                    <a:cubicBezTo>
                      <a:pt x="1669" y="1062"/>
                      <a:pt x="1669" y="1062"/>
                      <a:pt x="1669" y="1062"/>
                    </a:cubicBezTo>
                    <a:cubicBezTo>
                      <a:pt x="1687" y="994"/>
                      <a:pt x="1696" y="922"/>
                      <a:pt x="1696" y="848"/>
                    </a:cubicBezTo>
                    <a:cubicBezTo>
                      <a:pt x="1696" y="380"/>
                      <a:pt x="1316" y="0"/>
                      <a:pt x="848" y="0"/>
                    </a:cubicBezTo>
                    <a:close/>
                  </a:path>
                </a:pathLst>
              </a:custGeom>
              <a:solidFill>
                <a:schemeClr val="accent1"/>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 name="Group 13"/>
            <p:cNvGrpSpPr/>
            <p:nvPr/>
          </p:nvGrpSpPr>
          <p:grpSpPr>
            <a:xfrm>
              <a:off x="6240781" y="3111502"/>
              <a:ext cx="2434167" cy="3215217"/>
              <a:chOff x="4657725" y="2257426"/>
              <a:chExt cx="1825625" cy="2411413"/>
            </a:xfrm>
          </p:grpSpPr>
          <p:sp>
            <p:nvSpPr>
              <p:cNvPr id="25" name="Freeform 24"/>
              <p:cNvSpPr>
                <a:spLocks/>
              </p:cNvSpPr>
              <p:nvPr/>
            </p:nvSpPr>
            <p:spPr bwMode="auto">
              <a:xfrm>
                <a:off x="5753100" y="2257426"/>
                <a:ext cx="593725" cy="1146175"/>
              </a:xfrm>
              <a:custGeom>
                <a:avLst/>
                <a:gdLst>
                  <a:gd name="T0" fmla="*/ 0 w 468"/>
                  <a:gd name="T1" fmla="*/ 55 h 904"/>
                  <a:gd name="T2" fmla="*/ 57 w 468"/>
                  <a:gd name="T3" fmla="*/ 30 h 904"/>
                  <a:gd name="T4" fmla="*/ 436 w 468"/>
                  <a:gd name="T5" fmla="*/ 397 h 904"/>
                  <a:gd name="T6" fmla="*/ 436 w 468"/>
                  <a:gd name="T7" fmla="*/ 508 h 904"/>
                  <a:gd name="T8" fmla="*/ 57 w 468"/>
                  <a:gd name="T9" fmla="*/ 874 h 904"/>
                  <a:gd name="T10" fmla="*/ 0 w 468"/>
                  <a:gd name="T11" fmla="*/ 849 h 904"/>
                  <a:gd name="T12" fmla="*/ 0 w 468"/>
                  <a:gd name="T13" fmla="*/ 55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0" y="55"/>
                    </a:moveTo>
                    <a:cubicBezTo>
                      <a:pt x="0" y="11"/>
                      <a:pt x="26" y="0"/>
                      <a:pt x="57" y="30"/>
                    </a:cubicBezTo>
                    <a:cubicBezTo>
                      <a:pt x="436" y="397"/>
                      <a:pt x="436" y="397"/>
                      <a:pt x="436" y="397"/>
                    </a:cubicBezTo>
                    <a:cubicBezTo>
                      <a:pt x="468" y="427"/>
                      <a:pt x="468" y="477"/>
                      <a:pt x="436" y="508"/>
                    </a:cubicBezTo>
                    <a:cubicBezTo>
                      <a:pt x="57" y="874"/>
                      <a:pt x="57" y="874"/>
                      <a:pt x="57" y="874"/>
                    </a:cubicBezTo>
                    <a:cubicBezTo>
                      <a:pt x="26" y="904"/>
                      <a:pt x="0" y="893"/>
                      <a:pt x="0" y="849"/>
                    </a:cubicBezTo>
                    <a:lnTo>
                      <a:pt x="0" y="55"/>
                    </a:lnTo>
                    <a:close/>
                  </a:path>
                </a:pathLst>
              </a:custGeom>
              <a:solidFill>
                <a:schemeClr val="accent3"/>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5"/>
              <p:cNvSpPr>
                <a:spLocks/>
              </p:cNvSpPr>
              <p:nvPr/>
            </p:nvSpPr>
            <p:spPr bwMode="auto">
              <a:xfrm>
                <a:off x="4657725" y="2517776"/>
                <a:ext cx="1825625" cy="2151063"/>
              </a:xfrm>
              <a:custGeom>
                <a:avLst/>
                <a:gdLst>
                  <a:gd name="T0" fmla="*/ 1209 w 1440"/>
                  <a:gd name="T1" fmla="*/ 978 h 1696"/>
                  <a:gd name="T2" fmla="*/ 848 w 1440"/>
                  <a:gd name="T3" fmla="*/ 1232 h 1696"/>
                  <a:gd name="T4" fmla="*/ 464 w 1440"/>
                  <a:gd name="T5" fmla="*/ 848 h 1696"/>
                  <a:gd name="T6" fmla="*/ 848 w 1440"/>
                  <a:gd name="T7" fmla="*/ 464 h 1696"/>
                  <a:gd name="T8" fmla="*/ 969 w 1440"/>
                  <a:gd name="T9" fmla="*/ 483 h 1696"/>
                  <a:gd name="T10" fmla="*/ 969 w 1440"/>
                  <a:gd name="T11" fmla="*/ 9 h 1696"/>
                  <a:gd name="T12" fmla="*/ 848 w 1440"/>
                  <a:gd name="T13" fmla="*/ 0 h 1696"/>
                  <a:gd name="T14" fmla="*/ 0 w 1440"/>
                  <a:gd name="T15" fmla="*/ 848 h 1696"/>
                  <a:gd name="T16" fmla="*/ 848 w 1440"/>
                  <a:gd name="T17" fmla="*/ 1696 h 1696"/>
                  <a:gd name="T18" fmla="*/ 1440 w 1440"/>
                  <a:gd name="T19" fmla="*/ 1455 h 1696"/>
                  <a:gd name="T20" fmla="*/ 1209 w 1440"/>
                  <a:gd name="T21" fmla="*/ 978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0" h="1696">
                    <a:moveTo>
                      <a:pt x="1209" y="978"/>
                    </a:moveTo>
                    <a:cubicBezTo>
                      <a:pt x="1156" y="1126"/>
                      <a:pt x="1014" y="1232"/>
                      <a:pt x="848" y="1232"/>
                    </a:cubicBezTo>
                    <a:cubicBezTo>
                      <a:pt x="636" y="1232"/>
                      <a:pt x="464" y="1060"/>
                      <a:pt x="464" y="848"/>
                    </a:cubicBezTo>
                    <a:cubicBezTo>
                      <a:pt x="464" y="636"/>
                      <a:pt x="636" y="464"/>
                      <a:pt x="848" y="464"/>
                    </a:cubicBezTo>
                    <a:cubicBezTo>
                      <a:pt x="890" y="464"/>
                      <a:pt x="931" y="471"/>
                      <a:pt x="969" y="483"/>
                    </a:cubicBezTo>
                    <a:cubicBezTo>
                      <a:pt x="969" y="9"/>
                      <a:pt x="969" y="9"/>
                      <a:pt x="969" y="9"/>
                    </a:cubicBezTo>
                    <a:cubicBezTo>
                      <a:pt x="929" y="3"/>
                      <a:pt x="889" y="0"/>
                      <a:pt x="848" y="0"/>
                    </a:cubicBezTo>
                    <a:cubicBezTo>
                      <a:pt x="380" y="0"/>
                      <a:pt x="0" y="380"/>
                      <a:pt x="0" y="848"/>
                    </a:cubicBezTo>
                    <a:cubicBezTo>
                      <a:pt x="0" y="1316"/>
                      <a:pt x="380" y="1696"/>
                      <a:pt x="848" y="1696"/>
                    </a:cubicBezTo>
                    <a:cubicBezTo>
                      <a:pt x="1078" y="1696"/>
                      <a:pt x="1287" y="1604"/>
                      <a:pt x="1440" y="1455"/>
                    </a:cubicBezTo>
                    <a:cubicBezTo>
                      <a:pt x="1315" y="1322"/>
                      <a:pt x="1235" y="1156"/>
                      <a:pt x="1209" y="978"/>
                    </a:cubicBezTo>
                    <a:close/>
                  </a:path>
                </a:pathLst>
              </a:custGeom>
              <a:solidFill>
                <a:schemeClr val="accent3"/>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5" name="Group 14"/>
            <p:cNvGrpSpPr/>
            <p:nvPr/>
          </p:nvGrpSpPr>
          <p:grpSpPr>
            <a:xfrm>
              <a:off x="7967980" y="3892551"/>
              <a:ext cx="3236384" cy="2434167"/>
              <a:chOff x="5953125" y="2843213"/>
              <a:chExt cx="2427288" cy="1825625"/>
            </a:xfrm>
          </p:grpSpPr>
          <p:sp>
            <p:nvSpPr>
              <p:cNvPr id="23" name="Freeform 22"/>
              <p:cNvSpPr>
                <a:spLocks/>
              </p:cNvSpPr>
              <p:nvPr/>
            </p:nvSpPr>
            <p:spPr bwMode="auto">
              <a:xfrm>
                <a:off x="5953125" y="2989263"/>
                <a:ext cx="1146175" cy="593725"/>
              </a:xfrm>
              <a:custGeom>
                <a:avLst/>
                <a:gdLst>
                  <a:gd name="T0" fmla="*/ 55 w 904"/>
                  <a:gd name="T1" fmla="*/ 468 h 468"/>
                  <a:gd name="T2" fmla="*/ 30 w 904"/>
                  <a:gd name="T3" fmla="*/ 411 h 468"/>
                  <a:gd name="T4" fmla="*/ 396 w 904"/>
                  <a:gd name="T5" fmla="*/ 32 h 468"/>
                  <a:gd name="T6" fmla="*/ 507 w 904"/>
                  <a:gd name="T7" fmla="*/ 32 h 468"/>
                  <a:gd name="T8" fmla="*/ 873 w 904"/>
                  <a:gd name="T9" fmla="*/ 411 h 468"/>
                  <a:gd name="T10" fmla="*/ 849 w 904"/>
                  <a:gd name="T11" fmla="*/ 468 h 468"/>
                  <a:gd name="T12" fmla="*/ 55 w 904"/>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55" y="468"/>
                    </a:moveTo>
                    <a:cubicBezTo>
                      <a:pt x="11" y="468"/>
                      <a:pt x="0" y="442"/>
                      <a:pt x="30" y="411"/>
                    </a:cubicBezTo>
                    <a:cubicBezTo>
                      <a:pt x="396" y="32"/>
                      <a:pt x="396" y="32"/>
                      <a:pt x="396" y="32"/>
                    </a:cubicBezTo>
                    <a:cubicBezTo>
                      <a:pt x="427" y="0"/>
                      <a:pt x="477" y="0"/>
                      <a:pt x="507" y="32"/>
                    </a:cubicBezTo>
                    <a:cubicBezTo>
                      <a:pt x="873" y="411"/>
                      <a:pt x="873" y="411"/>
                      <a:pt x="873" y="411"/>
                    </a:cubicBezTo>
                    <a:cubicBezTo>
                      <a:pt x="904" y="442"/>
                      <a:pt x="893" y="468"/>
                      <a:pt x="849" y="468"/>
                    </a:cubicBezTo>
                    <a:lnTo>
                      <a:pt x="55" y="468"/>
                    </a:lnTo>
                    <a:close/>
                  </a:path>
                </a:pathLst>
              </a:custGeom>
              <a:solidFill>
                <a:schemeClr val="accent4"/>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23"/>
              <p:cNvSpPr>
                <a:spLocks/>
              </p:cNvSpPr>
              <p:nvPr/>
            </p:nvSpPr>
            <p:spPr bwMode="auto">
              <a:xfrm>
                <a:off x="6230938" y="2843213"/>
                <a:ext cx="2149475" cy="1825625"/>
              </a:xfrm>
              <a:custGeom>
                <a:avLst/>
                <a:gdLst>
                  <a:gd name="T0" fmla="*/ 978 w 1696"/>
                  <a:gd name="T1" fmla="*/ 231 h 1440"/>
                  <a:gd name="T2" fmla="*/ 1232 w 1696"/>
                  <a:gd name="T3" fmla="*/ 592 h 1440"/>
                  <a:gd name="T4" fmla="*/ 848 w 1696"/>
                  <a:gd name="T5" fmla="*/ 976 h 1440"/>
                  <a:gd name="T6" fmla="*/ 464 w 1696"/>
                  <a:gd name="T7" fmla="*/ 592 h 1440"/>
                  <a:gd name="T8" fmla="*/ 487 w 1696"/>
                  <a:gd name="T9" fmla="*/ 462 h 1440"/>
                  <a:gd name="T10" fmla="*/ 10 w 1696"/>
                  <a:gd name="T11" fmla="*/ 462 h 1440"/>
                  <a:gd name="T12" fmla="*/ 0 w 1696"/>
                  <a:gd name="T13" fmla="*/ 592 h 1440"/>
                  <a:gd name="T14" fmla="*/ 848 w 1696"/>
                  <a:gd name="T15" fmla="*/ 1440 h 1440"/>
                  <a:gd name="T16" fmla="*/ 1696 w 1696"/>
                  <a:gd name="T17" fmla="*/ 592 h 1440"/>
                  <a:gd name="T18" fmla="*/ 1455 w 1696"/>
                  <a:gd name="T19" fmla="*/ 0 h 1440"/>
                  <a:gd name="T20" fmla="*/ 978 w 1696"/>
                  <a:gd name="T21" fmla="*/ 231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6" h="1440">
                    <a:moveTo>
                      <a:pt x="978" y="231"/>
                    </a:moveTo>
                    <a:cubicBezTo>
                      <a:pt x="1126" y="284"/>
                      <a:pt x="1232" y="426"/>
                      <a:pt x="1232" y="592"/>
                    </a:cubicBezTo>
                    <a:cubicBezTo>
                      <a:pt x="1232" y="804"/>
                      <a:pt x="1060" y="976"/>
                      <a:pt x="848" y="976"/>
                    </a:cubicBezTo>
                    <a:cubicBezTo>
                      <a:pt x="636" y="976"/>
                      <a:pt x="464" y="804"/>
                      <a:pt x="464" y="592"/>
                    </a:cubicBezTo>
                    <a:cubicBezTo>
                      <a:pt x="464" y="546"/>
                      <a:pt x="472" y="503"/>
                      <a:pt x="487" y="462"/>
                    </a:cubicBezTo>
                    <a:cubicBezTo>
                      <a:pt x="10" y="462"/>
                      <a:pt x="10" y="462"/>
                      <a:pt x="10" y="462"/>
                    </a:cubicBezTo>
                    <a:cubicBezTo>
                      <a:pt x="3" y="504"/>
                      <a:pt x="0" y="548"/>
                      <a:pt x="0" y="592"/>
                    </a:cubicBezTo>
                    <a:cubicBezTo>
                      <a:pt x="0" y="1060"/>
                      <a:pt x="380" y="1440"/>
                      <a:pt x="848" y="1440"/>
                    </a:cubicBezTo>
                    <a:cubicBezTo>
                      <a:pt x="1316" y="1440"/>
                      <a:pt x="1696" y="1060"/>
                      <a:pt x="1696" y="592"/>
                    </a:cubicBezTo>
                    <a:cubicBezTo>
                      <a:pt x="1696" y="362"/>
                      <a:pt x="1604" y="153"/>
                      <a:pt x="1455" y="0"/>
                    </a:cubicBezTo>
                    <a:cubicBezTo>
                      <a:pt x="1322" y="125"/>
                      <a:pt x="1156" y="205"/>
                      <a:pt x="978" y="231"/>
                    </a:cubicBezTo>
                    <a:close/>
                  </a:path>
                </a:pathLst>
              </a:custGeom>
              <a:solidFill>
                <a:schemeClr val="accent4"/>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Group 15"/>
            <p:cNvGrpSpPr/>
            <p:nvPr/>
          </p:nvGrpSpPr>
          <p:grpSpPr>
            <a:xfrm>
              <a:off x="8770198" y="1363135"/>
              <a:ext cx="2434167" cy="3276600"/>
              <a:chOff x="6554788" y="946151"/>
              <a:chExt cx="1825625" cy="2457450"/>
            </a:xfrm>
          </p:grpSpPr>
          <p:sp>
            <p:nvSpPr>
              <p:cNvPr id="21" name="Freeform 20"/>
              <p:cNvSpPr>
                <a:spLocks/>
              </p:cNvSpPr>
              <p:nvPr/>
            </p:nvSpPr>
            <p:spPr bwMode="auto">
              <a:xfrm>
                <a:off x="6691313" y="2257426"/>
                <a:ext cx="593725" cy="1146175"/>
              </a:xfrm>
              <a:custGeom>
                <a:avLst/>
                <a:gdLst>
                  <a:gd name="T0" fmla="*/ 468 w 468"/>
                  <a:gd name="T1" fmla="*/ 849 h 904"/>
                  <a:gd name="T2" fmla="*/ 410 w 468"/>
                  <a:gd name="T3" fmla="*/ 874 h 904"/>
                  <a:gd name="T4" fmla="*/ 32 w 468"/>
                  <a:gd name="T5" fmla="*/ 508 h 904"/>
                  <a:gd name="T6" fmla="*/ 32 w 468"/>
                  <a:gd name="T7" fmla="*/ 397 h 904"/>
                  <a:gd name="T8" fmla="*/ 410 w 468"/>
                  <a:gd name="T9" fmla="*/ 30 h 904"/>
                  <a:gd name="T10" fmla="*/ 468 w 468"/>
                  <a:gd name="T11" fmla="*/ 55 h 904"/>
                  <a:gd name="T12" fmla="*/ 468 w 468"/>
                  <a:gd name="T13" fmla="*/ 849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468" y="849"/>
                    </a:moveTo>
                    <a:cubicBezTo>
                      <a:pt x="468" y="893"/>
                      <a:pt x="442" y="904"/>
                      <a:pt x="410" y="874"/>
                    </a:cubicBezTo>
                    <a:cubicBezTo>
                      <a:pt x="32" y="508"/>
                      <a:pt x="32" y="508"/>
                      <a:pt x="32" y="508"/>
                    </a:cubicBezTo>
                    <a:cubicBezTo>
                      <a:pt x="0" y="477"/>
                      <a:pt x="0" y="427"/>
                      <a:pt x="32" y="397"/>
                    </a:cubicBezTo>
                    <a:cubicBezTo>
                      <a:pt x="410" y="30"/>
                      <a:pt x="410" y="30"/>
                      <a:pt x="410" y="30"/>
                    </a:cubicBezTo>
                    <a:cubicBezTo>
                      <a:pt x="442" y="0"/>
                      <a:pt x="468" y="11"/>
                      <a:pt x="468" y="55"/>
                    </a:cubicBezTo>
                    <a:lnTo>
                      <a:pt x="468" y="849"/>
                    </a:lnTo>
                    <a:close/>
                  </a:path>
                </a:pathLst>
              </a:custGeom>
              <a:solidFill>
                <a:schemeClr val="accent2"/>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21"/>
              <p:cNvSpPr>
                <a:spLocks/>
              </p:cNvSpPr>
              <p:nvPr/>
            </p:nvSpPr>
            <p:spPr bwMode="auto">
              <a:xfrm>
                <a:off x="6554788" y="946151"/>
                <a:ext cx="1825625" cy="2151063"/>
              </a:xfrm>
              <a:custGeom>
                <a:avLst/>
                <a:gdLst>
                  <a:gd name="T0" fmla="*/ 592 w 1440"/>
                  <a:gd name="T1" fmla="*/ 0 h 1696"/>
                  <a:gd name="T2" fmla="*/ 0 w 1440"/>
                  <a:gd name="T3" fmla="*/ 241 h 1696"/>
                  <a:gd name="T4" fmla="*/ 231 w 1440"/>
                  <a:gd name="T5" fmla="*/ 718 h 1696"/>
                  <a:gd name="T6" fmla="*/ 592 w 1440"/>
                  <a:gd name="T7" fmla="*/ 464 h 1696"/>
                  <a:gd name="T8" fmla="*/ 976 w 1440"/>
                  <a:gd name="T9" fmla="*/ 848 h 1696"/>
                  <a:gd name="T10" fmla="*/ 592 w 1440"/>
                  <a:gd name="T11" fmla="*/ 1232 h 1696"/>
                  <a:gd name="T12" fmla="*/ 452 w 1440"/>
                  <a:gd name="T13" fmla="*/ 1206 h 1696"/>
                  <a:gd name="T14" fmla="*/ 452 w 1440"/>
                  <a:gd name="T15" fmla="*/ 1300 h 1696"/>
                  <a:gd name="T16" fmla="*/ 389 w 1440"/>
                  <a:gd name="T17" fmla="*/ 1300 h 1696"/>
                  <a:gd name="T18" fmla="*/ 389 w 1440"/>
                  <a:gd name="T19" fmla="*/ 1671 h 1696"/>
                  <a:gd name="T20" fmla="*/ 592 w 1440"/>
                  <a:gd name="T21" fmla="*/ 1696 h 1696"/>
                  <a:gd name="T22" fmla="*/ 1440 w 1440"/>
                  <a:gd name="T23" fmla="*/ 848 h 1696"/>
                  <a:gd name="T24" fmla="*/ 592 w 1440"/>
                  <a:gd name="T25" fmla="*/ 0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0" h="1696">
                    <a:moveTo>
                      <a:pt x="592" y="0"/>
                    </a:moveTo>
                    <a:cubicBezTo>
                      <a:pt x="362" y="0"/>
                      <a:pt x="153" y="92"/>
                      <a:pt x="0" y="241"/>
                    </a:cubicBezTo>
                    <a:cubicBezTo>
                      <a:pt x="125" y="374"/>
                      <a:pt x="205" y="540"/>
                      <a:pt x="231" y="718"/>
                    </a:cubicBezTo>
                    <a:cubicBezTo>
                      <a:pt x="284" y="570"/>
                      <a:pt x="426" y="464"/>
                      <a:pt x="592" y="464"/>
                    </a:cubicBezTo>
                    <a:cubicBezTo>
                      <a:pt x="804" y="464"/>
                      <a:pt x="976" y="636"/>
                      <a:pt x="976" y="848"/>
                    </a:cubicBezTo>
                    <a:cubicBezTo>
                      <a:pt x="976" y="1060"/>
                      <a:pt x="804" y="1232"/>
                      <a:pt x="592" y="1232"/>
                    </a:cubicBezTo>
                    <a:cubicBezTo>
                      <a:pt x="543" y="1232"/>
                      <a:pt x="495" y="1223"/>
                      <a:pt x="452" y="1206"/>
                    </a:cubicBezTo>
                    <a:cubicBezTo>
                      <a:pt x="452" y="1300"/>
                      <a:pt x="452" y="1300"/>
                      <a:pt x="452" y="1300"/>
                    </a:cubicBezTo>
                    <a:cubicBezTo>
                      <a:pt x="389" y="1300"/>
                      <a:pt x="389" y="1300"/>
                      <a:pt x="389" y="1300"/>
                    </a:cubicBezTo>
                    <a:cubicBezTo>
                      <a:pt x="389" y="1671"/>
                      <a:pt x="389" y="1671"/>
                      <a:pt x="389" y="1671"/>
                    </a:cubicBezTo>
                    <a:cubicBezTo>
                      <a:pt x="454" y="1687"/>
                      <a:pt x="522" y="1696"/>
                      <a:pt x="592" y="1696"/>
                    </a:cubicBezTo>
                    <a:cubicBezTo>
                      <a:pt x="1060" y="1696"/>
                      <a:pt x="1440" y="1316"/>
                      <a:pt x="1440" y="848"/>
                    </a:cubicBezTo>
                    <a:cubicBezTo>
                      <a:pt x="1440" y="380"/>
                      <a:pt x="1060" y="0"/>
                      <a:pt x="592" y="0"/>
                    </a:cubicBezTo>
                    <a:close/>
                  </a:path>
                </a:pathLst>
              </a:custGeom>
              <a:solidFill>
                <a:schemeClr val="accent2"/>
              </a:solidFill>
              <a:ln>
                <a:noFill/>
              </a:ln>
            </p:spPr>
            <p:txBody>
              <a:bodyPr vert="horz" wrap="square" lIns="55827" tIns="27914" rIns="55827" bIns="27914" numCol="1" anchor="t" anchorCtr="0" compatLnSpc="1">
                <a:prstTxWarp prst="textNoShape">
                  <a:avLst/>
                </a:prstTxWarp>
              </a:bodyPr>
              <a:lstStyle/>
              <a:p>
                <a:pPr algn="just">
                  <a:lnSpc>
                    <a:spcPct val="120000"/>
                  </a:lnSpc>
                </a:pPr>
                <a:endParaRPr lang="en-US" sz="1737"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7" name="TextBox 16"/>
            <p:cNvSpPr txBox="1"/>
            <p:nvPr/>
          </p:nvSpPr>
          <p:spPr>
            <a:xfrm rot="18920653">
              <a:off x="6614389" y="1959675"/>
              <a:ext cx="1084827" cy="451405"/>
            </a:xfrm>
            <a:prstGeom prst="rect">
              <a:avLst/>
            </a:prstGeom>
            <a:noFill/>
          </p:spPr>
          <p:txBody>
            <a:bodyPr wrap="none" rtlCol="0" anchor="ctr">
              <a:prstTxWarp prst="textArchUp">
                <a:avLst/>
              </a:prstTxWarp>
              <a:spAutoFit/>
            </a:bodyPr>
            <a:lstStyle/>
            <a:p>
              <a:pPr algn="just">
                <a:lnSpc>
                  <a:spcPct val="120000"/>
                </a:lnSpc>
              </a:pPr>
              <a:r>
                <a:rPr lang="zh-CN" altLang="en-US" sz="1737"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737"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TextBox 17"/>
            <p:cNvSpPr txBox="1"/>
            <p:nvPr/>
          </p:nvSpPr>
          <p:spPr>
            <a:xfrm rot="2904439">
              <a:off x="9713530" y="2071950"/>
              <a:ext cx="1348425" cy="451405"/>
            </a:xfrm>
            <a:prstGeom prst="rect">
              <a:avLst/>
            </a:prstGeom>
            <a:noFill/>
          </p:spPr>
          <p:txBody>
            <a:bodyPr wrap="none" rtlCol="0" anchor="ctr">
              <a:prstTxWarp prst="textArchUp">
                <a:avLst/>
              </a:prstTxWarp>
              <a:spAutoFit/>
            </a:bodyPr>
            <a:lstStyle/>
            <a:p>
              <a:pPr algn="just">
                <a:lnSpc>
                  <a:spcPct val="120000"/>
                </a:lnSpc>
              </a:pPr>
              <a:r>
                <a:rPr lang="zh-CN" altLang="en-US" sz="1737"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737"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TextBox 18"/>
            <p:cNvSpPr txBox="1"/>
            <p:nvPr/>
          </p:nvSpPr>
          <p:spPr>
            <a:xfrm rot="3328205">
              <a:off x="6381839" y="5171931"/>
              <a:ext cx="1276620" cy="451405"/>
            </a:xfrm>
            <a:prstGeom prst="rect">
              <a:avLst/>
            </a:prstGeom>
            <a:noFill/>
          </p:spPr>
          <p:txBody>
            <a:bodyPr wrap="none" rtlCol="0" anchor="ctr">
              <a:prstTxWarp prst="textArchDown">
                <a:avLst/>
              </a:prstTxWarp>
              <a:spAutoFit/>
            </a:bodyPr>
            <a:lstStyle/>
            <a:p>
              <a:pPr algn="just">
                <a:lnSpc>
                  <a:spcPct val="120000"/>
                </a:lnSpc>
              </a:pPr>
              <a:r>
                <a:rPr lang="zh-CN" altLang="en-US" sz="1737"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737"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TextBox 19"/>
            <p:cNvSpPr txBox="1"/>
            <p:nvPr/>
          </p:nvSpPr>
          <p:spPr>
            <a:xfrm rot="18872992">
              <a:off x="9524091" y="5259067"/>
              <a:ext cx="1436559" cy="451405"/>
            </a:xfrm>
            <a:prstGeom prst="rect">
              <a:avLst/>
            </a:prstGeom>
            <a:noFill/>
          </p:spPr>
          <p:txBody>
            <a:bodyPr wrap="none" rtlCol="0" anchor="ctr">
              <a:prstTxWarp prst="textArchDown">
                <a:avLst/>
              </a:prstTxWarp>
              <a:spAutoFit/>
            </a:bodyPr>
            <a:lstStyle/>
            <a:p>
              <a:pPr algn="just">
                <a:lnSpc>
                  <a:spcPct val="120000"/>
                </a:lnSpc>
              </a:pPr>
              <a:r>
                <a:rPr lang="zh-CN" altLang="en-US" sz="1737"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737"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9" name="Group 30"/>
          <p:cNvGrpSpPr/>
          <p:nvPr/>
        </p:nvGrpSpPr>
        <p:grpSpPr>
          <a:xfrm>
            <a:off x="6924671" y="2712385"/>
            <a:ext cx="3609160" cy="572731"/>
            <a:chOff x="8633669" y="2306010"/>
            <a:chExt cx="2990246" cy="625370"/>
          </a:xfrm>
        </p:grpSpPr>
        <p:sp>
          <p:nvSpPr>
            <p:cNvPr id="30" name="Rectangle 28"/>
            <p:cNvSpPr/>
            <p:nvPr/>
          </p:nvSpPr>
          <p:spPr>
            <a:xfrm>
              <a:off x="8633669" y="2623602"/>
              <a:ext cx="2990246" cy="307778"/>
            </a:xfrm>
            <a:prstGeom prst="rect">
              <a:avLst/>
            </a:prstGeom>
          </p:spPr>
          <p:txBody>
            <a:bodyPr wrap="square" lIns="0" tIns="0" rIns="0" bIns="0">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TextBox 29"/>
            <p:cNvSpPr txBox="1"/>
            <p:nvPr/>
          </p:nvSpPr>
          <p:spPr>
            <a:xfrm>
              <a:off x="8633669" y="2306010"/>
              <a:ext cx="1279218" cy="257930"/>
            </a:xfrm>
            <a:prstGeom prst="rect">
              <a:avLst/>
            </a:prstGeom>
            <a:noFill/>
          </p:spPr>
          <p:txBody>
            <a:bodyPr wrap="square" lIns="0" tIns="0" rIns="0" bIns="0"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3" name="Group 30"/>
          <p:cNvGrpSpPr/>
          <p:nvPr/>
        </p:nvGrpSpPr>
        <p:grpSpPr>
          <a:xfrm>
            <a:off x="6924671" y="3535890"/>
            <a:ext cx="3609160" cy="572731"/>
            <a:chOff x="8633669" y="2306010"/>
            <a:chExt cx="2990246" cy="625370"/>
          </a:xfrm>
        </p:grpSpPr>
        <p:sp>
          <p:nvSpPr>
            <p:cNvPr id="34" name="Rectangle 28"/>
            <p:cNvSpPr/>
            <p:nvPr/>
          </p:nvSpPr>
          <p:spPr>
            <a:xfrm>
              <a:off x="8633669" y="2623602"/>
              <a:ext cx="2990246" cy="307778"/>
            </a:xfrm>
            <a:prstGeom prst="rect">
              <a:avLst/>
            </a:prstGeom>
          </p:spPr>
          <p:txBody>
            <a:bodyPr wrap="square" lIns="0" tIns="0" rIns="0" bIns="0">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Box 29"/>
            <p:cNvSpPr txBox="1"/>
            <p:nvPr/>
          </p:nvSpPr>
          <p:spPr>
            <a:xfrm>
              <a:off x="8633669" y="2306010"/>
              <a:ext cx="1279218" cy="257930"/>
            </a:xfrm>
            <a:prstGeom prst="rect">
              <a:avLst/>
            </a:prstGeom>
            <a:noFill/>
          </p:spPr>
          <p:txBody>
            <a:bodyPr wrap="square" lIns="0" tIns="0" rIns="0" bIns="0"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6" name="Group 30"/>
          <p:cNvGrpSpPr/>
          <p:nvPr/>
        </p:nvGrpSpPr>
        <p:grpSpPr>
          <a:xfrm>
            <a:off x="6924671" y="4359397"/>
            <a:ext cx="3609160" cy="572731"/>
            <a:chOff x="8633669" y="2306010"/>
            <a:chExt cx="2990246" cy="625370"/>
          </a:xfrm>
        </p:grpSpPr>
        <p:sp>
          <p:nvSpPr>
            <p:cNvPr id="37" name="Rectangle 28"/>
            <p:cNvSpPr/>
            <p:nvPr/>
          </p:nvSpPr>
          <p:spPr>
            <a:xfrm>
              <a:off x="8633669" y="2623602"/>
              <a:ext cx="2990246" cy="307778"/>
            </a:xfrm>
            <a:prstGeom prst="rect">
              <a:avLst/>
            </a:prstGeom>
          </p:spPr>
          <p:txBody>
            <a:bodyPr wrap="square" lIns="0" tIns="0" rIns="0" bIns="0">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TextBox 29"/>
            <p:cNvSpPr txBox="1"/>
            <p:nvPr/>
          </p:nvSpPr>
          <p:spPr>
            <a:xfrm>
              <a:off x="8633669" y="2306010"/>
              <a:ext cx="1279218" cy="257930"/>
            </a:xfrm>
            <a:prstGeom prst="rect">
              <a:avLst/>
            </a:prstGeom>
            <a:noFill/>
          </p:spPr>
          <p:txBody>
            <a:bodyPr wrap="square" lIns="0" tIns="0" rIns="0" bIns="0"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9" name="Group 30"/>
          <p:cNvGrpSpPr/>
          <p:nvPr/>
        </p:nvGrpSpPr>
        <p:grpSpPr>
          <a:xfrm>
            <a:off x="6924671" y="5182902"/>
            <a:ext cx="3609160" cy="572731"/>
            <a:chOff x="8633669" y="2306010"/>
            <a:chExt cx="2990246" cy="625370"/>
          </a:xfrm>
        </p:grpSpPr>
        <p:sp>
          <p:nvSpPr>
            <p:cNvPr id="40" name="Rectangle 28"/>
            <p:cNvSpPr/>
            <p:nvPr/>
          </p:nvSpPr>
          <p:spPr>
            <a:xfrm>
              <a:off x="8633669" y="2623602"/>
              <a:ext cx="2990246" cy="307778"/>
            </a:xfrm>
            <a:prstGeom prst="rect">
              <a:avLst/>
            </a:prstGeom>
          </p:spPr>
          <p:txBody>
            <a:bodyPr wrap="square" lIns="0" tIns="0" rIns="0" bIns="0">
              <a:spAutoFit/>
            </a:bodyPr>
            <a:lstStyle/>
            <a:p>
              <a:pPr>
                <a:lnSpc>
                  <a:spcPct val="120000"/>
                </a:lnSpc>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TextBox 29"/>
            <p:cNvSpPr txBox="1"/>
            <p:nvPr/>
          </p:nvSpPr>
          <p:spPr>
            <a:xfrm>
              <a:off x="8633669" y="2306010"/>
              <a:ext cx="1279218" cy="257930"/>
            </a:xfrm>
            <a:prstGeom prst="rect">
              <a:avLst/>
            </a:prstGeom>
            <a:noFill/>
          </p:spPr>
          <p:txBody>
            <a:bodyPr wrap="square" lIns="0" tIns="0" rIns="0" bIns="0" rtlCol="0">
              <a:spAutoFit/>
            </a:bodyPr>
            <a:lstStyle/>
            <a:p>
              <a:pPr>
                <a:lnSpc>
                  <a:spcPct val="120000"/>
                </a:lnSpc>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3"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126080709"/>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1500"/>
                                        <p:tgtEl>
                                          <p:spTgt spid="12"/>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par>
                          <p:cTn id="20" fill="hold">
                            <p:stCondLst>
                              <p:cond delay="3000"/>
                            </p:stCondLst>
                            <p:childTnLst>
                              <p:par>
                                <p:cTn id="21" presetID="10"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val 25"/>
          <p:cNvSpPr/>
          <p:nvPr/>
        </p:nvSpPr>
        <p:spPr>
          <a:xfrm>
            <a:off x="4429024" y="1960141"/>
            <a:ext cx="4101964" cy="4101964"/>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en-AU" sz="9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8" name="Group 17"/>
          <p:cNvGrpSpPr/>
          <p:nvPr/>
        </p:nvGrpSpPr>
        <p:grpSpPr>
          <a:xfrm>
            <a:off x="5540262" y="2301904"/>
            <a:ext cx="1879488" cy="3418438"/>
            <a:chOff x="2777030" y="1276350"/>
            <a:chExt cx="1871170" cy="3403312"/>
          </a:xfrm>
          <a:effectLst>
            <a:outerShdw blurRad="50800" dist="38100" dir="2700000" algn="tl" rotWithShape="0">
              <a:prstClr val="black">
                <a:alpha val="40000"/>
              </a:prstClr>
            </a:outerShdw>
          </a:effectLst>
        </p:grpSpPr>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7030" y="1276350"/>
              <a:ext cx="1871170" cy="3403312"/>
            </a:xfrm>
            <a:prstGeom prst="rect">
              <a:avLst/>
            </a:prstGeom>
          </p:spPr>
        </p:pic>
        <p:sp>
          <p:nvSpPr>
            <p:cNvPr id="20" name="Rectangle 19"/>
            <p:cNvSpPr/>
            <p:nvPr/>
          </p:nvSpPr>
          <p:spPr>
            <a:xfrm>
              <a:off x="2961703" y="1874759"/>
              <a:ext cx="1501824" cy="2211466"/>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0"/>
                </a:spcBef>
                <a:spcAft>
                  <a:spcPts val="0"/>
                </a:spcAft>
              </a:pPr>
              <a:endParaRPr lang="en-US" sz="9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9" name="Group 28"/>
          <p:cNvGrpSpPr/>
          <p:nvPr/>
        </p:nvGrpSpPr>
        <p:grpSpPr>
          <a:xfrm>
            <a:off x="7644771" y="2208822"/>
            <a:ext cx="904654" cy="904657"/>
            <a:chOff x="8197836" y="1898395"/>
            <a:chExt cx="1017919" cy="1017922"/>
          </a:xfrm>
        </p:grpSpPr>
        <p:sp>
          <p:nvSpPr>
            <p:cNvPr id="27"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3"/>
            </a:solidFill>
            <a:ln w="76200" cap="flat">
              <a:solidFill>
                <a:schemeClr val="bg1"/>
              </a:solidFill>
              <a:miter lim="400000"/>
            </a:ln>
            <a:effectLst/>
          </p:spPr>
          <p:txBody>
            <a:bodyPr wrap="square" lIns="40181" tIns="40181" rIns="40181" bIns="4018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Shape 256"/>
            <p:cNvSpPr/>
            <p:nvPr/>
          </p:nvSpPr>
          <p:spPr>
            <a:xfrm>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46041" tIns="46041" rIns="46041" bIns="4604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1" name="Group 30"/>
          <p:cNvGrpSpPr/>
          <p:nvPr/>
        </p:nvGrpSpPr>
        <p:grpSpPr>
          <a:xfrm>
            <a:off x="4390335" y="2211918"/>
            <a:ext cx="904654" cy="904657"/>
            <a:chOff x="8197836" y="1898395"/>
            <a:chExt cx="1017919" cy="1017922"/>
          </a:xfrm>
        </p:grpSpPr>
        <p:sp>
          <p:nvSpPr>
            <p:cNvPr id="32"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2"/>
            </a:solidFill>
            <a:ln w="76200" cap="flat">
              <a:solidFill>
                <a:schemeClr val="bg1"/>
              </a:solidFill>
              <a:miter lim="400000"/>
            </a:ln>
            <a:effectLst/>
          </p:spPr>
          <p:txBody>
            <a:bodyPr wrap="square" lIns="40181" tIns="40181" rIns="40181" bIns="4018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Shape 256"/>
            <p:cNvSpPr/>
            <p:nvPr/>
          </p:nvSpPr>
          <p:spPr>
            <a:xfrm flipH="1">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46041" tIns="46041" rIns="46041" bIns="4604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0" name="Group 39"/>
          <p:cNvGrpSpPr/>
          <p:nvPr/>
        </p:nvGrpSpPr>
        <p:grpSpPr>
          <a:xfrm>
            <a:off x="7640402" y="4900513"/>
            <a:ext cx="904654" cy="904657"/>
            <a:chOff x="8197836" y="1898395"/>
            <a:chExt cx="1017919" cy="1017922"/>
          </a:xfrm>
        </p:grpSpPr>
        <p:sp>
          <p:nvSpPr>
            <p:cNvPr id="41"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5"/>
            </a:solidFill>
            <a:ln w="76200" cap="flat">
              <a:solidFill>
                <a:schemeClr val="bg1"/>
              </a:solidFill>
              <a:miter lim="400000"/>
            </a:ln>
            <a:effectLst/>
          </p:spPr>
          <p:txBody>
            <a:bodyPr wrap="square" lIns="40181" tIns="40181" rIns="40181" bIns="4018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Shape 256"/>
            <p:cNvSpPr/>
            <p:nvPr/>
          </p:nvSpPr>
          <p:spPr>
            <a:xfrm>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46041" tIns="46041" rIns="46041" bIns="4604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3" name="Group 42"/>
          <p:cNvGrpSpPr/>
          <p:nvPr/>
        </p:nvGrpSpPr>
        <p:grpSpPr>
          <a:xfrm>
            <a:off x="4422891" y="4904695"/>
            <a:ext cx="904654" cy="904657"/>
            <a:chOff x="8197836" y="1898395"/>
            <a:chExt cx="1017919" cy="1017922"/>
          </a:xfrm>
        </p:grpSpPr>
        <p:sp>
          <p:nvSpPr>
            <p:cNvPr id="44"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4"/>
            </a:solidFill>
            <a:ln w="76200" cap="flat">
              <a:solidFill>
                <a:schemeClr val="bg1"/>
              </a:solidFill>
              <a:miter lim="400000"/>
            </a:ln>
            <a:effectLst/>
          </p:spPr>
          <p:txBody>
            <a:bodyPr wrap="square" lIns="40181" tIns="40181" rIns="40181" bIns="4018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Shape 256"/>
            <p:cNvSpPr/>
            <p:nvPr/>
          </p:nvSpPr>
          <p:spPr>
            <a:xfrm flipH="1">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46041" tIns="46041" rIns="46041" bIns="46041" numCol="1" anchor="ctr">
              <a:noAutofit/>
            </a:bodyPr>
            <a:lstStyle/>
            <a:p>
              <a:pPr algn="just">
                <a:lnSpc>
                  <a:spcPct val="120000"/>
                </a:lnSpc>
                <a:spcBef>
                  <a:spcPts val="0"/>
                </a:spcBef>
                <a:spcAft>
                  <a:spcPts val="0"/>
                </a:spcAft>
                <a:defRPr sz="3200">
                  <a:solidFill>
                    <a:srgbClr val="FFFFFF"/>
                  </a:solidFill>
                  <a:latin typeface="+mn-lt"/>
                  <a:ea typeface="+mn-ea"/>
                  <a:cs typeface="+mn-cs"/>
                  <a:sym typeface="Helvetica Light"/>
                </a:defRPr>
              </a:pPr>
              <a:endParaRPr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1" name="Text Placeholder 8"/>
          <p:cNvSpPr txBox="1">
            <a:spLocks/>
          </p:cNvSpPr>
          <p:nvPr/>
        </p:nvSpPr>
        <p:spPr>
          <a:xfrm>
            <a:off x="2454434" y="2295525"/>
            <a:ext cx="1770063" cy="298450"/>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fontAlgn="auto">
              <a:lnSpc>
                <a:spcPct val="120000"/>
              </a:lnSpc>
              <a:spcBef>
                <a:spcPts val="0"/>
              </a:spcBef>
              <a:spcAft>
                <a:spcPts val="0"/>
              </a:spcAft>
              <a:buFont typeface="Arial" panose="020B0604020202020204" pitchFamily="34" charset="0"/>
              <a:buNone/>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Text Placeholder 9"/>
          <p:cNvSpPr txBox="1">
            <a:spLocks/>
          </p:cNvSpPr>
          <p:nvPr/>
        </p:nvSpPr>
        <p:spPr>
          <a:xfrm>
            <a:off x="1949609" y="2547938"/>
            <a:ext cx="2274888" cy="708347"/>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fontAlgn="auto">
              <a:lnSpc>
                <a:spcPct val="120000"/>
              </a:lnSpc>
              <a:spcBef>
                <a:spcPts val="0"/>
              </a:spcBef>
              <a:spcAft>
                <a:spcPts val="0"/>
              </a:spcAft>
              <a:buNone/>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directly.ent to this directly.</a:t>
            </a:r>
            <a:endParaRPr lang="en-AU"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Text Placeholder 8"/>
          <p:cNvSpPr txBox="1">
            <a:spLocks/>
          </p:cNvSpPr>
          <p:nvPr/>
        </p:nvSpPr>
        <p:spPr>
          <a:xfrm>
            <a:off x="8756809" y="2295525"/>
            <a:ext cx="1770063" cy="298450"/>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0000"/>
              </a:lnSpc>
              <a:spcBef>
                <a:spcPts val="0"/>
              </a:spcBef>
              <a:spcAft>
                <a:spcPts val="0"/>
              </a:spcAft>
              <a:buFont typeface="Arial" panose="020B0604020202020204" pitchFamily="34" charset="0"/>
              <a:buNone/>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Text Placeholder 9"/>
          <p:cNvSpPr txBox="1">
            <a:spLocks/>
          </p:cNvSpPr>
          <p:nvPr/>
        </p:nvSpPr>
        <p:spPr>
          <a:xfrm>
            <a:off x="8756809" y="2547938"/>
            <a:ext cx="2274888" cy="708347"/>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20000"/>
              </a:lnSpc>
              <a:spcBef>
                <a:spcPts val="0"/>
              </a:spcBef>
              <a:spcAft>
                <a:spcPts val="0"/>
              </a:spcAft>
              <a:buNone/>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directly.ent to this directly.</a:t>
            </a:r>
            <a:endParaRPr lang="en-AU"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Text Placeholder 8"/>
          <p:cNvSpPr txBox="1">
            <a:spLocks/>
          </p:cNvSpPr>
          <p:nvPr/>
        </p:nvSpPr>
        <p:spPr>
          <a:xfrm>
            <a:off x="2454434" y="4966153"/>
            <a:ext cx="1770063" cy="298450"/>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fontAlgn="auto">
              <a:lnSpc>
                <a:spcPct val="120000"/>
              </a:lnSpc>
              <a:spcBef>
                <a:spcPts val="0"/>
              </a:spcBef>
              <a:spcAft>
                <a:spcPts val="0"/>
              </a:spcAft>
              <a:buFont typeface="Arial" panose="020B0604020202020204" pitchFamily="34" charset="0"/>
              <a:buNone/>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 Placeholder 9"/>
          <p:cNvSpPr txBox="1">
            <a:spLocks/>
          </p:cNvSpPr>
          <p:nvPr/>
        </p:nvSpPr>
        <p:spPr>
          <a:xfrm>
            <a:off x="1949609" y="5218566"/>
            <a:ext cx="2274888" cy="708347"/>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fontAlgn="auto">
              <a:lnSpc>
                <a:spcPct val="120000"/>
              </a:lnSpc>
              <a:spcBef>
                <a:spcPts val="0"/>
              </a:spcBef>
              <a:spcAft>
                <a:spcPts val="0"/>
              </a:spcAft>
              <a:buNone/>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directly.ent to this directly.</a:t>
            </a:r>
            <a:endParaRPr lang="en-AU"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Text Placeholder 8"/>
          <p:cNvSpPr txBox="1">
            <a:spLocks/>
          </p:cNvSpPr>
          <p:nvPr/>
        </p:nvSpPr>
        <p:spPr>
          <a:xfrm>
            <a:off x="8756809" y="4966153"/>
            <a:ext cx="1770063" cy="298450"/>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0000"/>
              </a:lnSpc>
              <a:spcBef>
                <a:spcPts val="0"/>
              </a:spcBef>
              <a:spcAft>
                <a:spcPts val="0"/>
              </a:spcAft>
              <a:buFont typeface="Arial" panose="020B0604020202020204" pitchFamily="34" charset="0"/>
              <a:buNone/>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 Placeholder 9"/>
          <p:cNvSpPr txBox="1">
            <a:spLocks/>
          </p:cNvSpPr>
          <p:nvPr/>
        </p:nvSpPr>
        <p:spPr>
          <a:xfrm>
            <a:off x="8756809" y="5218566"/>
            <a:ext cx="2274888" cy="708347"/>
          </a:xfrm>
          <a:prstGeom prst="rect">
            <a:avLst/>
          </a:prstGeom>
        </p:spPr>
        <p:txBody>
          <a:bodyPr>
            <a:noAutofit/>
          </a:bodyPr>
          <a:lstStyle>
            <a:lvl1pPr marL="228620" indent="-228620" algn="l" defTabSz="91447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20000"/>
              </a:lnSpc>
              <a:spcBef>
                <a:spcPts val="0"/>
              </a:spcBef>
              <a:spcAft>
                <a:spcPts val="0"/>
              </a:spcAft>
              <a:buNone/>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directly.ent to this directly.</a:t>
            </a:r>
            <a:endParaRPr lang="en-AU"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580427898"/>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49" presetClass="entr" presetSubtype="0" decel="100000" fill="hold" nodeType="afterEffect">
                                  <p:stCondLst>
                                    <p:cond delay="0"/>
                                  </p:stCondLst>
                                  <p:childTnLst>
                                    <p:set>
                                      <p:cBhvr>
                                        <p:cTn id="17" dur="1" fill="hold">
                                          <p:stCondLst>
                                            <p:cond delay="0"/>
                                          </p:stCondLst>
                                        </p:cTn>
                                        <p:tgtEl>
                                          <p:spTgt spid="31"/>
                                        </p:tgtEl>
                                        <p:attrNameLst>
                                          <p:attrName>style.visibility</p:attrName>
                                        </p:attrNameLst>
                                      </p:cBhvr>
                                      <p:to>
                                        <p:strVal val="visible"/>
                                      </p:to>
                                    </p:set>
                                    <p:anim calcmode="lin" valueType="num">
                                      <p:cBhvr>
                                        <p:cTn id="18" dur="500" fill="hold"/>
                                        <p:tgtEl>
                                          <p:spTgt spid="31"/>
                                        </p:tgtEl>
                                        <p:attrNameLst>
                                          <p:attrName>ppt_w</p:attrName>
                                        </p:attrNameLst>
                                      </p:cBhvr>
                                      <p:tavLst>
                                        <p:tav tm="0">
                                          <p:val>
                                            <p:fltVal val="0"/>
                                          </p:val>
                                        </p:tav>
                                        <p:tav tm="100000">
                                          <p:val>
                                            <p:strVal val="#ppt_w"/>
                                          </p:val>
                                        </p:tav>
                                      </p:tavLst>
                                    </p:anim>
                                    <p:anim calcmode="lin" valueType="num">
                                      <p:cBhvr>
                                        <p:cTn id="19" dur="500" fill="hold"/>
                                        <p:tgtEl>
                                          <p:spTgt spid="31"/>
                                        </p:tgtEl>
                                        <p:attrNameLst>
                                          <p:attrName>ppt_h</p:attrName>
                                        </p:attrNameLst>
                                      </p:cBhvr>
                                      <p:tavLst>
                                        <p:tav tm="0">
                                          <p:val>
                                            <p:fltVal val="0"/>
                                          </p:val>
                                        </p:tav>
                                        <p:tav tm="100000">
                                          <p:val>
                                            <p:strVal val="#ppt_h"/>
                                          </p:val>
                                        </p:tav>
                                      </p:tavLst>
                                    </p:anim>
                                    <p:anim calcmode="lin" valueType="num">
                                      <p:cBhvr>
                                        <p:cTn id="20" dur="500" fill="hold"/>
                                        <p:tgtEl>
                                          <p:spTgt spid="31"/>
                                        </p:tgtEl>
                                        <p:attrNameLst>
                                          <p:attrName>style.rotation</p:attrName>
                                        </p:attrNameLst>
                                      </p:cBhvr>
                                      <p:tavLst>
                                        <p:tav tm="0">
                                          <p:val>
                                            <p:fltVal val="360"/>
                                          </p:val>
                                        </p:tav>
                                        <p:tav tm="100000">
                                          <p:val>
                                            <p:fltVal val="0"/>
                                          </p:val>
                                        </p:tav>
                                      </p:tavLst>
                                    </p:anim>
                                    <p:animEffect transition="in" filter="fade">
                                      <p:cBhvr>
                                        <p:cTn id="21" dur="500"/>
                                        <p:tgtEl>
                                          <p:spTgt spid="31"/>
                                        </p:tgtEl>
                                      </p:cBhvr>
                                    </p:animEffect>
                                  </p:childTnLst>
                                </p:cTn>
                              </p:par>
                            </p:childTnLst>
                          </p:cTn>
                        </p:par>
                        <p:par>
                          <p:cTn id="22" fill="hold">
                            <p:stCondLst>
                              <p:cond delay="1500"/>
                            </p:stCondLst>
                            <p:childTnLst>
                              <p:par>
                                <p:cTn id="23" presetID="49" presetClass="entr" presetSubtype="0" decel="100000"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fltVal val="0"/>
                                          </p:val>
                                        </p:tav>
                                        <p:tav tm="100000">
                                          <p:val>
                                            <p:strVal val="#ppt_h"/>
                                          </p:val>
                                        </p:tav>
                                      </p:tavLst>
                                    </p:anim>
                                    <p:anim calcmode="lin" valueType="num">
                                      <p:cBhvr>
                                        <p:cTn id="27" dur="500" fill="hold"/>
                                        <p:tgtEl>
                                          <p:spTgt spid="29"/>
                                        </p:tgtEl>
                                        <p:attrNameLst>
                                          <p:attrName>style.rotation</p:attrName>
                                        </p:attrNameLst>
                                      </p:cBhvr>
                                      <p:tavLst>
                                        <p:tav tm="0">
                                          <p:val>
                                            <p:fltVal val="360"/>
                                          </p:val>
                                        </p:tav>
                                        <p:tav tm="100000">
                                          <p:val>
                                            <p:fltVal val="0"/>
                                          </p:val>
                                        </p:tav>
                                      </p:tavLst>
                                    </p:anim>
                                    <p:animEffect transition="in" filter="fade">
                                      <p:cBhvr>
                                        <p:cTn id="28" dur="500"/>
                                        <p:tgtEl>
                                          <p:spTgt spid="29"/>
                                        </p:tgtEl>
                                      </p:cBhvr>
                                    </p:animEffect>
                                  </p:childTnLst>
                                </p:cTn>
                              </p:par>
                            </p:childTnLst>
                          </p:cTn>
                        </p:par>
                        <p:par>
                          <p:cTn id="29" fill="hold">
                            <p:stCondLst>
                              <p:cond delay="2000"/>
                            </p:stCondLst>
                            <p:childTnLst>
                              <p:par>
                                <p:cTn id="30" presetID="49" presetClass="entr" presetSubtype="0" decel="100000" fill="hold" nodeType="afterEffect">
                                  <p:stCondLst>
                                    <p:cond delay="0"/>
                                  </p:stCondLst>
                                  <p:childTnLst>
                                    <p:set>
                                      <p:cBhvr>
                                        <p:cTn id="31" dur="1" fill="hold">
                                          <p:stCondLst>
                                            <p:cond delay="0"/>
                                          </p:stCondLst>
                                        </p:cTn>
                                        <p:tgtEl>
                                          <p:spTgt spid="43"/>
                                        </p:tgtEl>
                                        <p:attrNameLst>
                                          <p:attrName>style.visibility</p:attrName>
                                        </p:attrNameLst>
                                      </p:cBhvr>
                                      <p:to>
                                        <p:strVal val="visible"/>
                                      </p:to>
                                    </p:set>
                                    <p:anim calcmode="lin" valueType="num">
                                      <p:cBhvr>
                                        <p:cTn id="32" dur="500" fill="hold"/>
                                        <p:tgtEl>
                                          <p:spTgt spid="43"/>
                                        </p:tgtEl>
                                        <p:attrNameLst>
                                          <p:attrName>ppt_w</p:attrName>
                                        </p:attrNameLst>
                                      </p:cBhvr>
                                      <p:tavLst>
                                        <p:tav tm="0">
                                          <p:val>
                                            <p:fltVal val="0"/>
                                          </p:val>
                                        </p:tav>
                                        <p:tav tm="100000">
                                          <p:val>
                                            <p:strVal val="#ppt_w"/>
                                          </p:val>
                                        </p:tav>
                                      </p:tavLst>
                                    </p:anim>
                                    <p:anim calcmode="lin" valueType="num">
                                      <p:cBhvr>
                                        <p:cTn id="33" dur="500" fill="hold"/>
                                        <p:tgtEl>
                                          <p:spTgt spid="43"/>
                                        </p:tgtEl>
                                        <p:attrNameLst>
                                          <p:attrName>ppt_h</p:attrName>
                                        </p:attrNameLst>
                                      </p:cBhvr>
                                      <p:tavLst>
                                        <p:tav tm="0">
                                          <p:val>
                                            <p:fltVal val="0"/>
                                          </p:val>
                                        </p:tav>
                                        <p:tav tm="100000">
                                          <p:val>
                                            <p:strVal val="#ppt_h"/>
                                          </p:val>
                                        </p:tav>
                                      </p:tavLst>
                                    </p:anim>
                                    <p:anim calcmode="lin" valueType="num">
                                      <p:cBhvr>
                                        <p:cTn id="34" dur="500" fill="hold"/>
                                        <p:tgtEl>
                                          <p:spTgt spid="43"/>
                                        </p:tgtEl>
                                        <p:attrNameLst>
                                          <p:attrName>style.rotation</p:attrName>
                                        </p:attrNameLst>
                                      </p:cBhvr>
                                      <p:tavLst>
                                        <p:tav tm="0">
                                          <p:val>
                                            <p:fltVal val="360"/>
                                          </p:val>
                                        </p:tav>
                                        <p:tav tm="100000">
                                          <p:val>
                                            <p:fltVal val="0"/>
                                          </p:val>
                                        </p:tav>
                                      </p:tavLst>
                                    </p:anim>
                                    <p:animEffect transition="in" filter="fade">
                                      <p:cBhvr>
                                        <p:cTn id="35" dur="500"/>
                                        <p:tgtEl>
                                          <p:spTgt spid="43"/>
                                        </p:tgtEl>
                                      </p:cBhvr>
                                    </p:animEffect>
                                  </p:childTnLst>
                                </p:cTn>
                              </p:par>
                            </p:childTnLst>
                          </p:cTn>
                        </p:par>
                        <p:par>
                          <p:cTn id="36" fill="hold">
                            <p:stCondLst>
                              <p:cond delay="2500"/>
                            </p:stCondLst>
                            <p:childTnLst>
                              <p:par>
                                <p:cTn id="37" presetID="49" presetClass="entr" presetSubtype="0" decel="100000" fill="hold" nodeType="afterEffect">
                                  <p:stCondLst>
                                    <p:cond delay="0"/>
                                  </p:stCondLst>
                                  <p:childTnLst>
                                    <p:set>
                                      <p:cBhvr>
                                        <p:cTn id="38" dur="1" fill="hold">
                                          <p:stCondLst>
                                            <p:cond delay="0"/>
                                          </p:stCondLst>
                                        </p:cTn>
                                        <p:tgtEl>
                                          <p:spTgt spid="40"/>
                                        </p:tgtEl>
                                        <p:attrNameLst>
                                          <p:attrName>style.visibility</p:attrName>
                                        </p:attrNameLst>
                                      </p:cBhvr>
                                      <p:to>
                                        <p:strVal val="visible"/>
                                      </p:to>
                                    </p:set>
                                    <p:anim calcmode="lin" valueType="num">
                                      <p:cBhvr>
                                        <p:cTn id="39" dur="500" fill="hold"/>
                                        <p:tgtEl>
                                          <p:spTgt spid="40"/>
                                        </p:tgtEl>
                                        <p:attrNameLst>
                                          <p:attrName>ppt_w</p:attrName>
                                        </p:attrNameLst>
                                      </p:cBhvr>
                                      <p:tavLst>
                                        <p:tav tm="0">
                                          <p:val>
                                            <p:fltVal val="0"/>
                                          </p:val>
                                        </p:tav>
                                        <p:tav tm="100000">
                                          <p:val>
                                            <p:strVal val="#ppt_w"/>
                                          </p:val>
                                        </p:tav>
                                      </p:tavLst>
                                    </p:anim>
                                    <p:anim calcmode="lin" valueType="num">
                                      <p:cBhvr>
                                        <p:cTn id="40" dur="500" fill="hold"/>
                                        <p:tgtEl>
                                          <p:spTgt spid="40"/>
                                        </p:tgtEl>
                                        <p:attrNameLst>
                                          <p:attrName>ppt_h</p:attrName>
                                        </p:attrNameLst>
                                      </p:cBhvr>
                                      <p:tavLst>
                                        <p:tav tm="0">
                                          <p:val>
                                            <p:fltVal val="0"/>
                                          </p:val>
                                        </p:tav>
                                        <p:tav tm="100000">
                                          <p:val>
                                            <p:strVal val="#ppt_h"/>
                                          </p:val>
                                        </p:tav>
                                      </p:tavLst>
                                    </p:anim>
                                    <p:anim calcmode="lin" valueType="num">
                                      <p:cBhvr>
                                        <p:cTn id="41" dur="500" fill="hold"/>
                                        <p:tgtEl>
                                          <p:spTgt spid="40"/>
                                        </p:tgtEl>
                                        <p:attrNameLst>
                                          <p:attrName>style.rotation</p:attrName>
                                        </p:attrNameLst>
                                      </p:cBhvr>
                                      <p:tavLst>
                                        <p:tav tm="0">
                                          <p:val>
                                            <p:fltVal val="360"/>
                                          </p:val>
                                        </p:tav>
                                        <p:tav tm="100000">
                                          <p:val>
                                            <p:fltVal val="0"/>
                                          </p:val>
                                        </p:tav>
                                      </p:tavLst>
                                    </p:anim>
                                    <p:animEffect transition="in" filter="fade">
                                      <p:cBhvr>
                                        <p:cTn id="42" dur="500"/>
                                        <p:tgtEl>
                                          <p:spTgt spid="40"/>
                                        </p:tgtEl>
                                      </p:cBhvr>
                                    </p:animEffect>
                                  </p:childTnLst>
                                </p:cTn>
                              </p:par>
                            </p:childTnLst>
                          </p:cTn>
                        </p:par>
                        <p:par>
                          <p:cTn id="43" fill="hold">
                            <p:stCondLst>
                              <p:cond delay="3000"/>
                            </p:stCondLst>
                            <p:childTnLst>
                              <p:par>
                                <p:cTn id="44" presetID="53" presetClass="entr" presetSubtype="16" fill="hold" grpId="0" nodeType="afterEffect">
                                  <p:stCondLst>
                                    <p:cond delay="0"/>
                                  </p:stCondLst>
                                  <p:childTnLst>
                                    <p:set>
                                      <p:cBhvr>
                                        <p:cTn id="45" dur="1" fill="hold">
                                          <p:stCondLst>
                                            <p:cond delay="0"/>
                                          </p:stCondLst>
                                        </p:cTn>
                                        <p:tgtEl>
                                          <p:spTgt spid="21">
                                            <p:txEl>
                                              <p:pRg st="0" end="0"/>
                                            </p:txEl>
                                          </p:spTgt>
                                        </p:tgtEl>
                                        <p:attrNameLst>
                                          <p:attrName>style.visibility</p:attrName>
                                        </p:attrNameLst>
                                      </p:cBhvr>
                                      <p:to>
                                        <p:strVal val="visible"/>
                                      </p:to>
                                    </p:set>
                                    <p:anim calcmode="lin" valueType="num">
                                      <p:cBhvr>
                                        <p:cTn id="46"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47"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8" dur="500"/>
                                        <p:tgtEl>
                                          <p:spTgt spid="21">
                                            <p:txEl>
                                              <p:pRg st="0" end="0"/>
                                            </p:txEl>
                                          </p:spTgt>
                                        </p:tgtEl>
                                      </p:cBhvr>
                                    </p:animEffect>
                                  </p:childTnLst>
                                </p:cTn>
                              </p:par>
                            </p:childTnLst>
                          </p:cTn>
                        </p:par>
                        <p:par>
                          <p:cTn id="49" fill="hold">
                            <p:stCondLst>
                              <p:cond delay="3500"/>
                            </p:stCondLst>
                            <p:childTnLst>
                              <p:par>
                                <p:cTn id="50" presetID="22" presetClass="entr" presetSubtype="4" fill="hold" grpId="0" nodeType="after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par>
                          <p:cTn id="53" fill="hold">
                            <p:stCondLst>
                              <p:cond delay="4000"/>
                            </p:stCondLst>
                            <p:childTnLst>
                              <p:par>
                                <p:cTn id="54" presetID="53" presetClass="entr" presetSubtype="16" fill="hold" grpId="0" nodeType="afterEffect">
                                  <p:stCondLst>
                                    <p:cond delay="0"/>
                                  </p:stCondLst>
                                  <p:childTnLst>
                                    <p:set>
                                      <p:cBhvr>
                                        <p:cTn id="55" dur="1" fill="hold">
                                          <p:stCondLst>
                                            <p:cond delay="0"/>
                                          </p:stCondLst>
                                        </p:cTn>
                                        <p:tgtEl>
                                          <p:spTgt spid="23">
                                            <p:txEl>
                                              <p:pRg st="0" end="0"/>
                                            </p:txEl>
                                          </p:spTgt>
                                        </p:tgtEl>
                                        <p:attrNameLst>
                                          <p:attrName>style.visibility</p:attrName>
                                        </p:attrNameLst>
                                      </p:cBhvr>
                                      <p:to>
                                        <p:strVal val="visible"/>
                                      </p:to>
                                    </p:set>
                                    <p:anim calcmode="lin" valueType="num">
                                      <p:cBhvr>
                                        <p:cTn id="56" dur="500" fill="hold"/>
                                        <p:tgtEl>
                                          <p:spTgt spid="23">
                                            <p:txEl>
                                              <p:pRg st="0" end="0"/>
                                            </p:txEl>
                                          </p:spTgt>
                                        </p:tgtEl>
                                        <p:attrNameLst>
                                          <p:attrName>ppt_w</p:attrName>
                                        </p:attrNameLst>
                                      </p:cBhvr>
                                      <p:tavLst>
                                        <p:tav tm="0">
                                          <p:val>
                                            <p:fltVal val="0"/>
                                          </p:val>
                                        </p:tav>
                                        <p:tav tm="100000">
                                          <p:val>
                                            <p:strVal val="#ppt_w"/>
                                          </p:val>
                                        </p:tav>
                                      </p:tavLst>
                                    </p:anim>
                                    <p:anim calcmode="lin" valueType="num">
                                      <p:cBhvr>
                                        <p:cTn id="57" dur="500" fill="hold"/>
                                        <p:tgtEl>
                                          <p:spTgt spid="23">
                                            <p:txEl>
                                              <p:pRg st="0" end="0"/>
                                            </p:txEl>
                                          </p:spTgt>
                                        </p:tgtEl>
                                        <p:attrNameLst>
                                          <p:attrName>ppt_h</p:attrName>
                                        </p:attrNameLst>
                                      </p:cBhvr>
                                      <p:tavLst>
                                        <p:tav tm="0">
                                          <p:val>
                                            <p:fltVal val="0"/>
                                          </p:val>
                                        </p:tav>
                                        <p:tav tm="100000">
                                          <p:val>
                                            <p:strVal val="#ppt_h"/>
                                          </p:val>
                                        </p:tav>
                                      </p:tavLst>
                                    </p:anim>
                                    <p:animEffect transition="in" filter="fade">
                                      <p:cBhvr>
                                        <p:cTn id="58" dur="500"/>
                                        <p:tgtEl>
                                          <p:spTgt spid="23">
                                            <p:txEl>
                                              <p:pRg st="0" end="0"/>
                                            </p:txEl>
                                          </p:spTgt>
                                        </p:tgtEl>
                                      </p:cBhvr>
                                    </p:animEffect>
                                  </p:childTnLst>
                                </p:cTn>
                              </p:par>
                            </p:childTnLst>
                          </p:cTn>
                        </p:par>
                        <p:par>
                          <p:cTn id="59" fill="hold">
                            <p:stCondLst>
                              <p:cond delay="4500"/>
                            </p:stCondLst>
                            <p:childTnLst>
                              <p:par>
                                <p:cTn id="60" presetID="22" presetClass="entr" presetSubtype="4" fill="hold" grpId="0" nodeType="afterEffect">
                                  <p:stCondLst>
                                    <p:cond delay="0"/>
                                  </p:stCondLst>
                                  <p:childTnLst>
                                    <p:set>
                                      <p:cBhvr>
                                        <p:cTn id="61" dur="1" fill="hold">
                                          <p:stCondLst>
                                            <p:cond delay="0"/>
                                          </p:stCondLst>
                                        </p:cTn>
                                        <p:tgtEl>
                                          <p:spTgt spid="24">
                                            <p:txEl>
                                              <p:pRg st="0" end="0"/>
                                            </p:txEl>
                                          </p:spTgt>
                                        </p:tgtEl>
                                        <p:attrNameLst>
                                          <p:attrName>style.visibility</p:attrName>
                                        </p:attrNameLst>
                                      </p:cBhvr>
                                      <p:to>
                                        <p:strVal val="visible"/>
                                      </p:to>
                                    </p:set>
                                    <p:animEffect transition="in" filter="wipe(down)">
                                      <p:cBhvr>
                                        <p:cTn id="62" dur="500"/>
                                        <p:tgtEl>
                                          <p:spTgt spid="24">
                                            <p:txEl>
                                              <p:pRg st="0" end="0"/>
                                            </p:txEl>
                                          </p:spTgt>
                                        </p:tgtEl>
                                      </p:cBhvr>
                                    </p:animEffect>
                                  </p:childTnLst>
                                </p:cTn>
                              </p:par>
                            </p:childTnLst>
                          </p:cTn>
                        </p:par>
                        <p:par>
                          <p:cTn id="63" fill="hold">
                            <p:stCondLst>
                              <p:cond delay="5000"/>
                            </p:stCondLst>
                            <p:childTnLst>
                              <p:par>
                                <p:cTn id="64" presetID="53" presetClass="entr" presetSubtype="16" fill="hold" grpId="0" nodeType="afterEffect">
                                  <p:stCondLst>
                                    <p:cond delay="0"/>
                                  </p:stCondLst>
                                  <p:childTnLst>
                                    <p:set>
                                      <p:cBhvr>
                                        <p:cTn id="65" dur="1" fill="hold">
                                          <p:stCondLst>
                                            <p:cond delay="0"/>
                                          </p:stCondLst>
                                        </p:cTn>
                                        <p:tgtEl>
                                          <p:spTgt spid="25">
                                            <p:txEl>
                                              <p:pRg st="0" end="0"/>
                                            </p:txEl>
                                          </p:spTgt>
                                        </p:tgtEl>
                                        <p:attrNameLst>
                                          <p:attrName>style.visibility</p:attrName>
                                        </p:attrNameLst>
                                      </p:cBhvr>
                                      <p:to>
                                        <p:strVal val="visible"/>
                                      </p:to>
                                    </p:set>
                                    <p:anim calcmode="lin" valueType="num">
                                      <p:cBhvr>
                                        <p:cTn id="66" dur="500" fill="hold"/>
                                        <p:tgtEl>
                                          <p:spTgt spid="25">
                                            <p:txEl>
                                              <p:pRg st="0" end="0"/>
                                            </p:txEl>
                                          </p:spTgt>
                                        </p:tgtEl>
                                        <p:attrNameLst>
                                          <p:attrName>ppt_w</p:attrName>
                                        </p:attrNameLst>
                                      </p:cBhvr>
                                      <p:tavLst>
                                        <p:tav tm="0">
                                          <p:val>
                                            <p:fltVal val="0"/>
                                          </p:val>
                                        </p:tav>
                                        <p:tav tm="100000">
                                          <p:val>
                                            <p:strVal val="#ppt_w"/>
                                          </p:val>
                                        </p:tav>
                                      </p:tavLst>
                                    </p:anim>
                                    <p:anim calcmode="lin" valueType="num">
                                      <p:cBhvr>
                                        <p:cTn id="67" dur="500" fill="hold"/>
                                        <p:tgtEl>
                                          <p:spTgt spid="25">
                                            <p:txEl>
                                              <p:pRg st="0" end="0"/>
                                            </p:txEl>
                                          </p:spTgt>
                                        </p:tgtEl>
                                        <p:attrNameLst>
                                          <p:attrName>ppt_h</p:attrName>
                                        </p:attrNameLst>
                                      </p:cBhvr>
                                      <p:tavLst>
                                        <p:tav tm="0">
                                          <p:val>
                                            <p:fltVal val="0"/>
                                          </p:val>
                                        </p:tav>
                                        <p:tav tm="100000">
                                          <p:val>
                                            <p:strVal val="#ppt_h"/>
                                          </p:val>
                                        </p:tav>
                                      </p:tavLst>
                                    </p:anim>
                                    <p:animEffect transition="in" filter="fade">
                                      <p:cBhvr>
                                        <p:cTn id="68" dur="500"/>
                                        <p:tgtEl>
                                          <p:spTgt spid="25">
                                            <p:txEl>
                                              <p:pRg st="0" end="0"/>
                                            </p:txEl>
                                          </p:spTgt>
                                        </p:tgtEl>
                                      </p:cBhvr>
                                    </p:animEffect>
                                  </p:childTnLst>
                                </p:cTn>
                              </p:par>
                            </p:childTnLst>
                          </p:cTn>
                        </p:par>
                        <p:par>
                          <p:cTn id="69" fill="hold">
                            <p:stCondLst>
                              <p:cond delay="5500"/>
                            </p:stCondLst>
                            <p:childTnLst>
                              <p:par>
                                <p:cTn id="70" presetID="22" presetClass="entr" presetSubtype="4" fill="hold" grpId="0" nodeType="afterEffect">
                                  <p:stCondLst>
                                    <p:cond delay="0"/>
                                  </p:stCondLst>
                                  <p:childTnLst>
                                    <p:set>
                                      <p:cBhvr>
                                        <p:cTn id="71" dur="1" fill="hold">
                                          <p:stCondLst>
                                            <p:cond delay="0"/>
                                          </p:stCondLst>
                                        </p:cTn>
                                        <p:tgtEl>
                                          <p:spTgt spid="30">
                                            <p:txEl>
                                              <p:pRg st="0" end="0"/>
                                            </p:txEl>
                                          </p:spTgt>
                                        </p:tgtEl>
                                        <p:attrNameLst>
                                          <p:attrName>style.visibility</p:attrName>
                                        </p:attrNameLst>
                                      </p:cBhvr>
                                      <p:to>
                                        <p:strVal val="visible"/>
                                      </p:to>
                                    </p:set>
                                    <p:animEffect transition="in" filter="wipe(down)">
                                      <p:cBhvr>
                                        <p:cTn id="72" dur="500"/>
                                        <p:tgtEl>
                                          <p:spTgt spid="30">
                                            <p:txEl>
                                              <p:pRg st="0" end="0"/>
                                            </p:txEl>
                                          </p:spTgt>
                                        </p:tgtEl>
                                      </p:cBhvr>
                                    </p:animEffect>
                                  </p:childTnLst>
                                </p:cTn>
                              </p:par>
                            </p:childTnLst>
                          </p:cTn>
                        </p:par>
                        <p:par>
                          <p:cTn id="73" fill="hold">
                            <p:stCondLst>
                              <p:cond delay="6000"/>
                            </p:stCondLst>
                            <p:childTnLst>
                              <p:par>
                                <p:cTn id="74" presetID="53" presetClass="entr" presetSubtype="16" fill="hold" grpId="0" nodeType="afterEffect">
                                  <p:stCondLst>
                                    <p:cond delay="0"/>
                                  </p:stCondLst>
                                  <p:childTnLst>
                                    <p:set>
                                      <p:cBhvr>
                                        <p:cTn id="75" dur="1" fill="hold">
                                          <p:stCondLst>
                                            <p:cond delay="0"/>
                                          </p:stCondLst>
                                        </p:cTn>
                                        <p:tgtEl>
                                          <p:spTgt spid="34">
                                            <p:txEl>
                                              <p:pRg st="0" end="0"/>
                                            </p:txEl>
                                          </p:spTgt>
                                        </p:tgtEl>
                                        <p:attrNameLst>
                                          <p:attrName>style.visibility</p:attrName>
                                        </p:attrNameLst>
                                      </p:cBhvr>
                                      <p:to>
                                        <p:strVal val="visible"/>
                                      </p:to>
                                    </p:set>
                                    <p:anim calcmode="lin" valueType="num">
                                      <p:cBhvr>
                                        <p:cTn id="76"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77"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78" dur="500"/>
                                        <p:tgtEl>
                                          <p:spTgt spid="34">
                                            <p:txEl>
                                              <p:pRg st="0" end="0"/>
                                            </p:txEl>
                                          </p:spTgt>
                                        </p:tgtEl>
                                      </p:cBhvr>
                                    </p:animEffect>
                                  </p:childTnLst>
                                </p:cTn>
                              </p:par>
                            </p:childTnLst>
                          </p:cTn>
                        </p:par>
                        <p:par>
                          <p:cTn id="79" fill="hold">
                            <p:stCondLst>
                              <p:cond delay="6500"/>
                            </p:stCondLst>
                            <p:childTnLst>
                              <p:par>
                                <p:cTn id="80" presetID="22" presetClass="entr" presetSubtype="4" fill="hold" grpId="0" nodeType="afterEffect">
                                  <p:stCondLst>
                                    <p:cond delay="0"/>
                                  </p:stCondLst>
                                  <p:childTnLst>
                                    <p:set>
                                      <p:cBhvr>
                                        <p:cTn id="81" dur="1" fill="hold">
                                          <p:stCondLst>
                                            <p:cond delay="0"/>
                                          </p:stCondLst>
                                        </p:cTn>
                                        <p:tgtEl>
                                          <p:spTgt spid="35">
                                            <p:txEl>
                                              <p:pRg st="0" end="0"/>
                                            </p:txEl>
                                          </p:spTgt>
                                        </p:tgtEl>
                                        <p:attrNameLst>
                                          <p:attrName>style.visibility</p:attrName>
                                        </p:attrNameLst>
                                      </p:cBhvr>
                                      <p:to>
                                        <p:strVal val="visible"/>
                                      </p:to>
                                    </p:set>
                                    <p:animEffect transition="in" filter="wipe(down)">
                                      <p:cBhvr>
                                        <p:cTn id="82" dur="500"/>
                                        <p:tgtEl>
                                          <p:spTgt spid="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1" grpId="0" build="p"/>
      <p:bldP spid="22" grpId="0" build="p"/>
      <p:bldP spid="23" grpId="0" build="p"/>
      <p:bldP spid="24" grpId="0" build="p"/>
      <p:bldP spid="25" grpId="0" build="p"/>
      <p:bldP spid="30" grpId="0" build="p"/>
      <p:bldP spid="34" grpId="0" build="p"/>
      <p:bldP spid="3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2684959" y="1600101"/>
            <a:ext cx="3341438" cy="39489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669">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78" name="直接连接符 77"/>
          <p:cNvCxnSpPr/>
          <p:nvPr/>
        </p:nvCxnSpPr>
        <p:spPr>
          <a:xfrm>
            <a:off x="3247158" y="5006216"/>
            <a:ext cx="221704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itle 13"/>
          <p:cNvSpPr txBox="1">
            <a:spLocks/>
          </p:cNvSpPr>
          <p:nvPr/>
        </p:nvSpPr>
        <p:spPr>
          <a:xfrm>
            <a:off x="3130692" y="4221373"/>
            <a:ext cx="2449974" cy="519373"/>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3375" b="1">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PART</a:t>
            </a:r>
            <a:endParaRPr lang="en-US" sz="3375"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TextBox 48"/>
          <p:cNvSpPr txBox="1"/>
          <p:nvPr/>
        </p:nvSpPr>
        <p:spPr>
          <a:xfrm>
            <a:off x="6933431" y="3040261"/>
            <a:ext cx="4320480" cy="738664"/>
          </a:xfrm>
          <a:prstGeom prst="rect">
            <a:avLst/>
          </a:prstGeom>
          <a:noFill/>
        </p:spPr>
        <p:txBody>
          <a:bodyPr wrap="square" lIns="0" tIns="0" rIns="0" bIns="0" rtlCol="0">
            <a:spAutoFit/>
          </a:bodyPr>
          <a:lstStyle/>
          <a:p>
            <a:r>
              <a:rPr lang="zh-CN" altLang="en-US" sz="48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明年工作计划</a:t>
            </a:r>
            <a:endParaRPr lang="en-GB" altLang="zh-CN"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矩形 259"/>
          <p:cNvSpPr>
            <a:spLocks noChangeArrowheads="1"/>
          </p:cNvSpPr>
          <p:nvPr/>
        </p:nvSpPr>
        <p:spPr bwMode="auto">
          <a:xfrm>
            <a:off x="3186856" y="2011757"/>
            <a:ext cx="233764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a:solidFill>
                  <a:schemeClr val="bg1"/>
                </a:solidFill>
                <a:latin typeface="Impact" panose="020B0806030902050204" pitchFamily="34" charset="0"/>
                <a:cs typeface="Arial" panose="020B0604020202020204" pitchFamily="34" charset="0"/>
                <a:sym typeface="Arial" panose="020B0604020202020204" pitchFamily="34" charset="0"/>
              </a:rPr>
              <a:t>04</a:t>
            </a:r>
            <a:endParaRPr lang="zh-CN" altLang="en-US" sz="13800" cap="all" spc="300" dirty="0">
              <a:solidFill>
                <a:schemeClr val="bg1"/>
              </a:solidFill>
              <a:latin typeface="Impact" panose="020B0806030902050204" pitchFamily="34" charset="0"/>
              <a:cs typeface="Arial" panose="020B0604020202020204" pitchFamily="34" charset="0"/>
              <a:sym typeface="Arial" panose="020B0604020202020204" pitchFamily="34" charset="0"/>
            </a:endParaRPr>
          </a:p>
        </p:txBody>
      </p:sp>
      <p:sp>
        <p:nvSpPr>
          <p:cNvPr id="13" name="TextBox 11"/>
          <p:cNvSpPr txBox="1"/>
          <p:nvPr/>
        </p:nvSpPr>
        <p:spPr>
          <a:xfrm>
            <a:off x="6879479"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TextBox 11"/>
          <p:cNvSpPr txBox="1"/>
          <p:nvPr/>
        </p:nvSpPr>
        <p:spPr>
          <a:xfrm>
            <a:off x="8939842" y="3992900"/>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TextBox 11"/>
          <p:cNvSpPr txBox="1"/>
          <p:nvPr/>
        </p:nvSpPr>
        <p:spPr>
          <a:xfrm>
            <a:off x="6879479"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1"/>
          <p:cNvSpPr txBox="1"/>
          <p:nvPr/>
        </p:nvSpPr>
        <p:spPr>
          <a:xfrm>
            <a:off x="8939842" y="4303831"/>
            <a:ext cx="1837447" cy="215444"/>
          </a:xfrm>
          <a:prstGeom prst="rect">
            <a:avLst/>
          </a:prstGeom>
          <a:noFill/>
        </p:spPr>
        <p:txBody>
          <a:bodyPr wrap="square" lIns="0" tIns="0" rIns="0" bIns="0" rtlCol="0">
            <a:spAutoFit/>
          </a:bodyPr>
          <a:lstStyle/>
          <a:p>
            <a:pPr marL="171450" lvl="1" indent="-171450">
              <a:buFont typeface="Arial" panose="020B0604020202020204" pitchFamily="34" charset="0"/>
              <a:buChar char="•"/>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2771830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wind"/>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2"/>
                                        </p:tgtEl>
                                        <p:attrNameLst>
                                          <p:attrName>ppt_y</p:attrName>
                                        </p:attrNameLst>
                                      </p:cBhvr>
                                      <p:tavLst>
                                        <p:tav tm="0">
                                          <p:val>
                                            <p:strVal val="#ppt_y"/>
                                          </p:val>
                                        </p:tav>
                                        <p:tav tm="100000">
                                          <p:val>
                                            <p:strVal val="#ppt_y"/>
                                          </p:val>
                                        </p:tav>
                                      </p:tavLst>
                                    </p:anim>
                                    <p:anim calcmode="lin" valueType="num">
                                      <p:cBhvr>
                                        <p:cTn id="1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2"/>
                                        </p:tgtEl>
                                      </p:cBhvr>
                                    </p:animEffect>
                                  </p:childTnLst>
                                </p:cTn>
                              </p:par>
                            </p:childTnLst>
                          </p:cTn>
                        </p:par>
                        <p:par>
                          <p:cTn id="16" fill="hold">
                            <p:stCondLst>
                              <p:cond delay="10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2"/>
                                        </p:tgtEl>
                                      </p:cBhvr>
                                    </p:animEffect>
                                    <p:animScale>
                                      <p:cBhvr>
                                        <p:cTn id="19" dur="250" autoRev="1" fill="hold"/>
                                        <p:tgtEl>
                                          <p:spTgt spid="12"/>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500" fill="hold"/>
                                        <p:tgtEl>
                                          <p:spTgt spid="78"/>
                                        </p:tgtEl>
                                        <p:attrNameLst>
                                          <p:attrName>ppt_x</p:attrName>
                                        </p:attrNameLst>
                                      </p:cBhvr>
                                      <p:tavLst>
                                        <p:tav tm="0">
                                          <p:val>
                                            <p:strVal val="#ppt_x"/>
                                          </p:val>
                                        </p:tav>
                                        <p:tav tm="100000">
                                          <p:val>
                                            <p:strVal val="#ppt_x"/>
                                          </p:val>
                                        </p:tav>
                                      </p:tavLst>
                                    </p:anim>
                                    <p:anim calcmode="lin" valueType="num">
                                      <p:cBhvr additive="base">
                                        <p:cTn id="25" dur="500" fill="hold"/>
                                        <p:tgtEl>
                                          <p:spTgt spid="7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2" presetClass="entr" presetSubtype="8" fill="hold" grpId="0" nodeType="afterEffect">
                                  <p:stCondLst>
                                    <p:cond delay="0"/>
                                  </p:stCondLst>
                                  <p:iterate type="lt">
                                    <p:tmPct val="30000"/>
                                  </p:iterate>
                                  <p:childTnLst>
                                    <p:set>
                                      <p:cBhvr>
                                        <p:cTn id="32" dur="1" fill="hold">
                                          <p:stCondLst>
                                            <p:cond delay="0"/>
                                          </p:stCondLst>
                                        </p:cTn>
                                        <p:tgtEl>
                                          <p:spTgt spid="11"/>
                                        </p:tgtEl>
                                        <p:attrNameLst>
                                          <p:attrName>style.visibility</p:attrName>
                                        </p:attrNameLst>
                                      </p:cBhvr>
                                      <p:to>
                                        <p:strVal val="visible"/>
                                      </p:to>
                                    </p:set>
                                    <p:animEffect transition="in" filter="wipe(left)">
                                      <p:cBhvr>
                                        <p:cTn id="33" dur="200"/>
                                        <p:tgtEl>
                                          <p:spTgt spid="11"/>
                                        </p:tgtEl>
                                      </p:cBhvr>
                                    </p:animEffect>
                                  </p:childTnLst>
                                </p:cTn>
                              </p:par>
                              <p:par>
                                <p:cTn id="34" presetID="36" presetClass="emph" presetSubtype="0" fill="hold" grpId="1" nodeType="withEffect">
                                  <p:stCondLst>
                                    <p:cond delay="0"/>
                                  </p:stCondLst>
                                  <p:iterate type="lt">
                                    <p:tmPct val="30000"/>
                                  </p:iterate>
                                  <p:childTnLst>
                                    <p:animScale>
                                      <p:cBhvr>
                                        <p:cTn id="35" dur="50" autoRev="1" fill="hold">
                                          <p:stCondLst>
                                            <p:cond delay="0"/>
                                          </p:stCondLst>
                                        </p:cTn>
                                        <p:tgtEl>
                                          <p:spTgt spid="11"/>
                                        </p:tgtEl>
                                      </p:cBhvr>
                                      <p:to x="80000" y="100000"/>
                                    </p:animScale>
                                    <p:anim by="(#ppt_w*0.10)" calcmode="lin" valueType="num">
                                      <p:cBhvr>
                                        <p:cTn id="36" dur="50" autoRev="1" fill="hold">
                                          <p:stCondLst>
                                            <p:cond delay="0"/>
                                          </p:stCondLst>
                                        </p:cTn>
                                        <p:tgtEl>
                                          <p:spTgt spid="11"/>
                                        </p:tgtEl>
                                        <p:attrNameLst>
                                          <p:attrName>ppt_x</p:attrName>
                                        </p:attrNameLst>
                                      </p:cBhvr>
                                    </p:anim>
                                    <p:anim by="(-#ppt_w*0.10)" calcmode="lin" valueType="num">
                                      <p:cBhvr>
                                        <p:cTn id="37" dur="50" autoRev="1" fill="hold">
                                          <p:stCondLst>
                                            <p:cond delay="0"/>
                                          </p:stCondLst>
                                        </p:cTn>
                                        <p:tgtEl>
                                          <p:spTgt spid="11"/>
                                        </p:tgtEl>
                                        <p:attrNameLst>
                                          <p:attrName>ppt_y</p:attrName>
                                        </p:attrNameLst>
                                      </p:cBhvr>
                                    </p:anim>
                                    <p:animRot by="-480000">
                                      <p:cBhvr>
                                        <p:cTn id="38" dur="50" autoRev="1" fill="hold">
                                          <p:stCondLst>
                                            <p:cond delay="0"/>
                                          </p:stCondLst>
                                        </p:cTn>
                                        <p:tgtEl>
                                          <p:spTgt spid="11"/>
                                        </p:tgtEl>
                                        <p:attrNameLst>
                                          <p:attrName>r</p:attrName>
                                        </p:attrNameLst>
                                      </p:cBhvr>
                                    </p:animRot>
                                  </p:childTnLst>
                                </p:cTn>
                              </p:par>
                            </p:childTnLst>
                          </p:cTn>
                        </p:par>
                        <p:par>
                          <p:cTn id="39" fill="hold">
                            <p:stCondLst>
                              <p:cond delay="1000"/>
                            </p:stCondLst>
                            <p:childTnLst>
                              <p:par>
                                <p:cTn id="40" presetID="12" presetClass="entr" presetSubtype="8"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p:tgtEl>
                                          <p:spTgt spid="13"/>
                                        </p:tgtEl>
                                        <p:attrNameLst>
                                          <p:attrName>ppt_x</p:attrName>
                                        </p:attrNameLst>
                                      </p:cBhvr>
                                      <p:tavLst>
                                        <p:tav tm="0">
                                          <p:val>
                                            <p:strVal val="#ppt_x-#ppt_w*1.125000"/>
                                          </p:val>
                                        </p:tav>
                                        <p:tav tm="100000">
                                          <p:val>
                                            <p:strVal val="#ppt_x"/>
                                          </p:val>
                                        </p:tav>
                                      </p:tavLst>
                                    </p:anim>
                                    <p:animEffect transition="in" filter="wipe(right)">
                                      <p:cBhvr>
                                        <p:cTn id="43" dur="500"/>
                                        <p:tgtEl>
                                          <p:spTgt spid="13"/>
                                        </p:tgtEl>
                                      </p:cBhvr>
                                    </p:animEffect>
                                  </p:childTnLst>
                                </p:cTn>
                              </p:par>
                            </p:childTnLst>
                          </p:cTn>
                        </p:par>
                        <p:par>
                          <p:cTn id="44" fill="hold">
                            <p:stCondLst>
                              <p:cond delay="1500"/>
                            </p:stCondLst>
                            <p:childTnLst>
                              <p:par>
                                <p:cTn id="45" presetID="12" presetClass="entr" presetSubtype="8"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ppt_x</p:attrName>
                                        </p:attrNameLst>
                                      </p:cBhvr>
                                      <p:tavLst>
                                        <p:tav tm="0">
                                          <p:val>
                                            <p:strVal val="#ppt_x-#ppt_w*1.125000"/>
                                          </p:val>
                                        </p:tav>
                                        <p:tav tm="100000">
                                          <p:val>
                                            <p:strVal val="#ppt_x"/>
                                          </p:val>
                                        </p:tav>
                                      </p:tavLst>
                                    </p:anim>
                                    <p:animEffect transition="in" filter="wipe(right)">
                                      <p:cBhvr>
                                        <p:cTn id="48" dur="500"/>
                                        <p:tgtEl>
                                          <p:spTgt spid="14"/>
                                        </p:tgtEl>
                                      </p:cBhvr>
                                    </p:animEffect>
                                  </p:childTnLst>
                                </p:cTn>
                              </p:par>
                            </p:childTnLst>
                          </p:cTn>
                        </p:par>
                        <p:par>
                          <p:cTn id="49" fill="hold">
                            <p:stCondLst>
                              <p:cond delay="2000"/>
                            </p:stCondLst>
                            <p:childTnLst>
                              <p:par>
                                <p:cTn id="50" presetID="12" presetClass="entr" presetSubtype="8"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p:tgtEl>
                                          <p:spTgt spid="15"/>
                                        </p:tgtEl>
                                        <p:attrNameLst>
                                          <p:attrName>ppt_x</p:attrName>
                                        </p:attrNameLst>
                                      </p:cBhvr>
                                      <p:tavLst>
                                        <p:tav tm="0">
                                          <p:val>
                                            <p:strVal val="#ppt_x-#ppt_w*1.125000"/>
                                          </p:val>
                                        </p:tav>
                                        <p:tav tm="100000">
                                          <p:val>
                                            <p:strVal val="#ppt_x"/>
                                          </p:val>
                                        </p:tav>
                                      </p:tavLst>
                                    </p:anim>
                                    <p:animEffect transition="in" filter="wipe(right)">
                                      <p:cBhvr>
                                        <p:cTn id="53" dur="500"/>
                                        <p:tgtEl>
                                          <p:spTgt spid="15"/>
                                        </p:tgtEl>
                                      </p:cBhvr>
                                    </p:animEffect>
                                  </p:childTnLst>
                                </p:cTn>
                              </p:par>
                            </p:childTnLst>
                          </p:cTn>
                        </p:par>
                        <p:par>
                          <p:cTn id="54" fill="hold">
                            <p:stCondLst>
                              <p:cond delay="2500"/>
                            </p:stCondLst>
                            <p:childTnLst>
                              <p:par>
                                <p:cTn id="55" presetID="12" presetClass="entr" presetSubtype="8"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p:tgtEl>
                                          <p:spTgt spid="16"/>
                                        </p:tgtEl>
                                        <p:attrNameLst>
                                          <p:attrName>ppt_x</p:attrName>
                                        </p:attrNameLst>
                                      </p:cBhvr>
                                      <p:tavLst>
                                        <p:tav tm="0">
                                          <p:val>
                                            <p:strVal val="#ppt_x-#ppt_w*1.125000"/>
                                          </p:val>
                                        </p:tav>
                                        <p:tav tm="100000">
                                          <p:val>
                                            <p:strVal val="#ppt_x"/>
                                          </p:val>
                                        </p:tav>
                                      </p:tavLst>
                                    </p:anim>
                                    <p:animEffect transition="in" filter="wipe(right)">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p:bldP spid="11" grpId="0"/>
      <p:bldP spid="11" grpId="1"/>
      <p:bldP spid="12" grpId="0"/>
      <p:bldP spid="12" grpId="1"/>
      <p:bldP spid="13"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042720" y="3368509"/>
            <a:ext cx="2762008" cy="2496581"/>
            <a:chOff x="3471863" y="2343150"/>
            <a:chExt cx="2197101" cy="1985963"/>
          </a:xfrm>
        </p:grpSpPr>
        <p:sp>
          <p:nvSpPr>
            <p:cNvPr id="6" name="Freeform 5"/>
            <p:cNvSpPr>
              <a:spLocks/>
            </p:cNvSpPr>
            <p:nvPr/>
          </p:nvSpPr>
          <p:spPr bwMode="auto">
            <a:xfrm>
              <a:off x="3476626" y="2381250"/>
              <a:ext cx="2192338" cy="1495425"/>
            </a:xfrm>
            <a:custGeom>
              <a:avLst/>
              <a:gdLst/>
              <a:ahLst/>
              <a:cxnLst>
                <a:cxn ang="0">
                  <a:pos x="1202" y="800"/>
                </a:cxn>
                <a:cxn ang="0">
                  <a:pos x="1182" y="820"/>
                </a:cxn>
                <a:cxn ang="0">
                  <a:pos x="20" y="820"/>
                </a:cxn>
                <a:cxn ang="0">
                  <a:pos x="0" y="800"/>
                </a:cxn>
                <a:cxn ang="0">
                  <a:pos x="0" y="20"/>
                </a:cxn>
                <a:cxn ang="0">
                  <a:pos x="20" y="0"/>
                </a:cxn>
                <a:cxn ang="0">
                  <a:pos x="1182" y="0"/>
                </a:cxn>
                <a:cxn ang="0">
                  <a:pos x="1202" y="20"/>
                </a:cxn>
                <a:cxn ang="0">
                  <a:pos x="1202" y="800"/>
                </a:cxn>
              </a:cxnLst>
              <a:rect l="0" t="0" r="r" b="b"/>
              <a:pathLst>
                <a:path w="1202" h="820">
                  <a:moveTo>
                    <a:pt x="1202" y="800"/>
                  </a:moveTo>
                  <a:cubicBezTo>
                    <a:pt x="1202" y="811"/>
                    <a:pt x="1193" y="820"/>
                    <a:pt x="1182" y="820"/>
                  </a:cubicBezTo>
                  <a:cubicBezTo>
                    <a:pt x="20" y="820"/>
                    <a:pt x="20" y="820"/>
                    <a:pt x="20" y="820"/>
                  </a:cubicBezTo>
                  <a:cubicBezTo>
                    <a:pt x="9" y="820"/>
                    <a:pt x="0" y="811"/>
                    <a:pt x="0" y="800"/>
                  </a:cubicBezTo>
                  <a:cubicBezTo>
                    <a:pt x="0" y="20"/>
                    <a:pt x="0" y="20"/>
                    <a:pt x="0" y="20"/>
                  </a:cubicBezTo>
                  <a:cubicBezTo>
                    <a:pt x="0" y="9"/>
                    <a:pt x="9" y="0"/>
                    <a:pt x="20" y="0"/>
                  </a:cubicBezTo>
                  <a:cubicBezTo>
                    <a:pt x="1182" y="0"/>
                    <a:pt x="1182" y="0"/>
                    <a:pt x="1182" y="0"/>
                  </a:cubicBezTo>
                  <a:cubicBezTo>
                    <a:pt x="1193" y="0"/>
                    <a:pt x="1202" y="9"/>
                    <a:pt x="1202" y="20"/>
                  </a:cubicBezTo>
                  <a:lnTo>
                    <a:pt x="1202" y="800"/>
                  </a:lnTo>
                  <a:close/>
                </a:path>
              </a:pathLst>
            </a:custGeom>
            <a:solidFill>
              <a:schemeClr val="accent5"/>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Rectangle 6"/>
            <p:cNvSpPr>
              <a:spLocks noChangeArrowheads="1"/>
            </p:cNvSpPr>
            <p:nvPr/>
          </p:nvSpPr>
          <p:spPr bwMode="auto">
            <a:xfrm>
              <a:off x="3563938" y="3713163"/>
              <a:ext cx="2019300" cy="90488"/>
            </a:xfrm>
            <a:prstGeom prst="rect">
              <a:avLst/>
            </a:prstGeom>
            <a:solidFill>
              <a:schemeClr val="accent1">
                <a:lumMod val="40000"/>
                <a:lumOff val="60000"/>
              </a:schemeClr>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7"/>
            <p:cNvSpPr>
              <a:spLocks/>
            </p:cNvSpPr>
            <p:nvPr/>
          </p:nvSpPr>
          <p:spPr bwMode="auto">
            <a:xfrm>
              <a:off x="4573587" y="2343150"/>
              <a:ext cx="1009650" cy="1460500"/>
            </a:xfrm>
            <a:custGeom>
              <a:avLst/>
              <a:gdLst/>
              <a:ahLst/>
              <a:cxnLst>
                <a:cxn ang="0">
                  <a:pos x="0" y="801"/>
                </a:cxn>
                <a:cxn ang="0">
                  <a:pos x="0" y="73"/>
                </a:cxn>
                <a:cxn ang="0">
                  <a:pos x="1" y="71"/>
                </a:cxn>
                <a:cxn ang="0">
                  <a:pos x="1" y="65"/>
                </a:cxn>
                <a:cxn ang="0">
                  <a:pos x="70" y="0"/>
                </a:cxn>
                <a:cxn ang="0">
                  <a:pos x="554" y="0"/>
                </a:cxn>
                <a:cxn ang="0">
                  <a:pos x="554" y="758"/>
                </a:cxn>
                <a:cxn ang="0">
                  <a:pos x="70" y="758"/>
                </a:cxn>
                <a:cxn ang="0">
                  <a:pos x="0" y="801"/>
                </a:cxn>
              </a:cxnLst>
              <a:rect l="0" t="0" r="r" b="b"/>
              <a:pathLst>
                <a:path w="554" h="801">
                  <a:moveTo>
                    <a:pt x="0" y="801"/>
                  </a:moveTo>
                  <a:cubicBezTo>
                    <a:pt x="0" y="73"/>
                    <a:pt x="0" y="73"/>
                    <a:pt x="0" y="73"/>
                  </a:cubicBezTo>
                  <a:cubicBezTo>
                    <a:pt x="1" y="72"/>
                    <a:pt x="1" y="71"/>
                    <a:pt x="1" y="71"/>
                  </a:cubicBezTo>
                  <a:cubicBezTo>
                    <a:pt x="1" y="69"/>
                    <a:pt x="1" y="67"/>
                    <a:pt x="1" y="65"/>
                  </a:cubicBezTo>
                  <a:cubicBezTo>
                    <a:pt x="4" y="29"/>
                    <a:pt x="34" y="0"/>
                    <a:pt x="70" y="0"/>
                  </a:cubicBezTo>
                  <a:cubicBezTo>
                    <a:pt x="554" y="0"/>
                    <a:pt x="554" y="0"/>
                    <a:pt x="554" y="0"/>
                  </a:cubicBezTo>
                  <a:cubicBezTo>
                    <a:pt x="554" y="758"/>
                    <a:pt x="554" y="758"/>
                    <a:pt x="554" y="758"/>
                  </a:cubicBezTo>
                  <a:cubicBezTo>
                    <a:pt x="70" y="758"/>
                    <a:pt x="70" y="758"/>
                    <a:pt x="70" y="758"/>
                  </a:cubicBezTo>
                  <a:cubicBezTo>
                    <a:pt x="40" y="758"/>
                    <a:pt x="13" y="775"/>
                    <a:pt x="0" y="801"/>
                  </a:cubicBezTo>
                  <a:close/>
                </a:path>
              </a:pathLst>
            </a:custGeom>
            <a:solidFill>
              <a:schemeClr val="bg1">
                <a:lumMod val="95000"/>
              </a:schemeClr>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8"/>
            <p:cNvSpPr>
              <a:spLocks/>
            </p:cNvSpPr>
            <p:nvPr/>
          </p:nvSpPr>
          <p:spPr bwMode="auto">
            <a:xfrm>
              <a:off x="3563938" y="2343150"/>
              <a:ext cx="1011238" cy="1460500"/>
            </a:xfrm>
            <a:custGeom>
              <a:avLst/>
              <a:gdLst/>
              <a:ahLst/>
              <a:cxnLst>
                <a:cxn ang="0">
                  <a:pos x="554" y="801"/>
                </a:cxn>
                <a:cxn ang="0">
                  <a:pos x="554" y="73"/>
                </a:cxn>
                <a:cxn ang="0">
                  <a:pos x="553" y="71"/>
                </a:cxn>
                <a:cxn ang="0">
                  <a:pos x="553" y="65"/>
                </a:cxn>
                <a:cxn ang="0">
                  <a:pos x="483" y="0"/>
                </a:cxn>
                <a:cxn ang="0">
                  <a:pos x="0" y="0"/>
                </a:cxn>
                <a:cxn ang="0">
                  <a:pos x="0" y="758"/>
                </a:cxn>
                <a:cxn ang="0">
                  <a:pos x="483" y="758"/>
                </a:cxn>
                <a:cxn ang="0">
                  <a:pos x="554" y="801"/>
                </a:cxn>
              </a:cxnLst>
              <a:rect l="0" t="0" r="r" b="b"/>
              <a:pathLst>
                <a:path w="554" h="801">
                  <a:moveTo>
                    <a:pt x="554" y="801"/>
                  </a:moveTo>
                  <a:cubicBezTo>
                    <a:pt x="554" y="73"/>
                    <a:pt x="554" y="73"/>
                    <a:pt x="554" y="73"/>
                  </a:cubicBezTo>
                  <a:cubicBezTo>
                    <a:pt x="553" y="72"/>
                    <a:pt x="553" y="71"/>
                    <a:pt x="553" y="71"/>
                  </a:cubicBezTo>
                  <a:cubicBezTo>
                    <a:pt x="553" y="69"/>
                    <a:pt x="553" y="67"/>
                    <a:pt x="553" y="65"/>
                  </a:cubicBezTo>
                  <a:cubicBezTo>
                    <a:pt x="550" y="29"/>
                    <a:pt x="520" y="0"/>
                    <a:pt x="483" y="0"/>
                  </a:cubicBezTo>
                  <a:cubicBezTo>
                    <a:pt x="0" y="0"/>
                    <a:pt x="0" y="0"/>
                    <a:pt x="0" y="0"/>
                  </a:cubicBezTo>
                  <a:cubicBezTo>
                    <a:pt x="0" y="758"/>
                    <a:pt x="0" y="758"/>
                    <a:pt x="0" y="758"/>
                  </a:cubicBezTo>
                  <a:cubicBezTo>
                    <a:pt x="483" y="758"/>
                    <a:pt x="483" y="758"/>
                    <a:pt x="483" y="758"/>
                  </a:cubicBezTo>
                  <a:cubicBezTo>
                    <a:pt x="514" y="758"/>
                    <a:pt x="540" y="775"/>
                    <a:pt x="554" y="801"/>
                  </a:cubicBezTo>
                  <a:close/>
                </a:path>
              </a:pathLst>
            </a:custGeom>
            <a:solidFill>
              <a:schemeClr val="bg1">
                <a:lumMod val="95000"/>
              </a:schemeClr>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9"/>
            <p:cNvSpPr>
              <a:spLocks/>
            </p:cNvSpPr>
            <p:nvPr/>
          </p:nvSpPr>
          <p:spPr bwMode="auto">
            <a:xfrm>
              <a:off x="4502151" y="2357438"/>
              <a:ext cx="73025" cy="1446213"/>
            </a:xfrm>
            <a:custGeom>
              <a:avLst/>
              <a:gdLst/>
              <a:ahLst/>
              <a:cxnLst>
                <a:cxn ang="0">
                  <a:pos x="39" y="57"/>
                </a:cxn>
                <a:cxn ang="0">
                  <a:pos x="0" y="0"/>
                </a:cxn>
                <a:cxn ang="0">
                  <a:pos x="0" y="756"/>
                </a:cxn>
                <a:cxn ang="0">
                  <a:pos x="40" y="793"/>
                </a:cxn>
                <a:cxn ang="0">
                  <a:pos x="40" y="65"/>
                </a:cxn>
                <a:cxn ang="0">
                  <a:pos x="39" y="63"/>
                </a:cxn>
                <a:cxn ang="0">
                  <a:pos x="39" y="57"/>
                </a:cxn>
              </a:cxnLst>
              <a:rect l="0" t="0" r="r" b="b"/>
              <a:pathLst>
                <a:path w="40" h="793">
                  <a:moveTo>
                    <a:pt x="39" y="57"/>
                  </a:moveTo>
                  <a:cubicBezTo>
                    <a:pt x="37" y="32"/>
                    <a:pt x="22" y="10"/>
                    <a:pt x="0" y="0"/>
                  </a:cubicBezTo>
                  <a:cubicBezTo>
                    <a:pt x="0" y="756"/>
                    <a:pt x="0" y="756"/>
                    <a:pt x="0" y="756"/>
                  </a:cubicBezTo>
                  <a:cubicBezTo>
                    <a:pt x="17" y="764"/>
                    <a:pt x="31" y="776"/>
                    <a:pt x="40" y="793"/>
                  </a:cubicBezTo>
                  <a:cubicBezTo>
                    <a:pt x="40" y="65"/>
                    <a:pt x="40" y="65"/>
                    <a:pt x="40" y="65"/>
                  </a:cubicBezTo>
                  <a:cubicBezTo>
                    <a:pt x="39" y="64"/>
                    <a:pt x="39" y="63"/>
                    <a:pt x="39" y="63"/>
                  </a:cubicBezTo>
                  <a:cubicBezTo>
                    <a:pt x="39" y="61"/>
                    <a:pt x="39" y="59"/>
                    <a:pt x="39" y="57"/>
                  </a:cubicBezTo>
                  <a:close/>
                </a:path>
              </a:pathLst>
            </a:custGeom>
            <a:solidFill>
              <a:srgbClr val="FFFFFF"/>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Rectangle 10"/>
            <p:cNvSpPr>
              <a:spLocks noChangeArrowheads="1"/>
            </p:cNvSpPr>
            <p:nvPr/>
          </p:nvSpPr>
          <p:spPr bwMode="auto">
            <a:xfrm>
              <a:off x="4700588" y="2586038"/>
              <a:ext cx="746125" cy="47625"/>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Rectangle 11"/>
            <p:cNvSpPr>
              <a:spLocks noChangeArrowheads="1"/>
            </p:cNvSpPr>
            <p:nvPr/>
          </p:nvSpPr>
          <p:spPr bwMode="auto">
            <a:xfrm>
              <a:off x="4700588" y="2759075"/>
              <a:ext cx="746125" cy="47625"/>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Rectangle 12"/>
            <p:cNvSpPr>
              <a:spLocks noChangeArrowheads="1"/>
            </p:cNvSpPr>
            <p:nvPr/>
          </p:nvSpPr>
          <p:spPr bwMode="auto">
            <a:xfrm>
              <a:off x="4700588" y="2932113"/>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Rectangle 13"/>
            <p:cNvSpPr>
              <a:spLocks noChangeArrowheads="1"/>
            </p:cNvSpPr>
            <p:nvPr/>
          </p:nvSpPr>
          <p:spPr bwMode="auto">
            <a:xfrm>
              <a:off x="4700588" y="3105150"/>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Rectangle 14"/>
            <p:cNvSpPr>
              <a:spLocks noChangeArrowheads="1"/>
            </p:cNvSpPr>
            <p:nvPr/>
          </p:nvSpPr>
          <p:spPr bwMode="auto">
            <a:xfrm>
              <a:off x="4700588" y="3279775"/>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Rectangle 15"/>
            <p:cNvSpPr>
              <a:spLocks noChangeArrowheads="1"/>
            </p:cNvSpPr>
            <p:nvPr/>
          </p:nvSpPr>
          <p:spPr bwMode="auto">
            <a:xfrm>
              <a:off x="4700588" y="3452813"/>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Rectangle 16"/>
            <p:cNvSpPr>
              <a:spLocks noChangeArrowheads="1"/>
            </p:cNvSpPr>
            <p:nvPr/>
          </p:nvSpPr>
          <p:spPr bwMode="auto">
            <a:xfrm>
              <a:off x="3692526" y="2586038"/>
              <a:ext cx="746125" cy="47625"/>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Rectangle 17"/>
            <p:cNvSpPr>
              <a:spLocks noChangeArrowheads="1"/>
            </p:cNvSpPr>
            <p:nvPr/>
          </p:nvSpPr>
          <p:spPr bwMode="auto">
            <a:xfrm>
              <a:off x="3692526" y="2759075"/>
              <a:ext cx="746125" cy="47625"/>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Rectangle 18"/>
            <p:cNvSpPr>
              <a:spLocks noChangeArrowheads="1"/>
            </p:cNvSpPr>
            <p:nvPr/>
          </p:nvSpPr>
          <p:spPr bwMode="auto">
            <a:xfrm>
              <a:off x="3692526" y="2932113"/>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ectangle 19"/>
            <p:cNvSpPr>
              <a:spLocks noChangeArrowheads="1"/>
            </p:cNvSpPr>
            <p:nvPr/>
          </p:nvSpPr>
          <p:spPr bwMode="auto">
            <a:xfrm>
              <a:off x="3692526" y="3105150"/>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Rectangle 20"/>
            <p:cNvSpPr>
              <a:spLocks noChangeArrowheads="1"/>
            </p:cNvSpPr>
            <p:nvPr/>
          </p:nvSpPr>
          <p:spPr bwMode="auto">
            <a:xfrm>
              <a:off x="3692526" y="3279775"/>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Rectangle 21"/>
            <p:cNvSpPr>
              <a:spLocks noChangeArrowheads="1"/>
            </p:cNvSpPr>
            <p:nvPr/>
          </p:nvSpPr>
          <p:spPr bwMode="auto">
            <a:xfrm>
              <a:off x="3692526" y="3452813"/>
              <a:ext cx="746125" cy="49213"/>
            </a:xfrm>
            <a:prstGeom prst="rect">
              <a:avLst/>
            </a:prstGeom>
            <a:solidFill>
              <a:srgbClr val="A8AAAD"/>
            </a:solidFill>
            <a:ln w="9525">
              <a:noFill/>
              <a:miter lim="800000"/>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22"/>
            <p:cNvSpPr>
              <a:spLocks/>
            </p:cNvSpPr>
            <p:nvPr/>
          </p:nvSpPr>
          <p:spPr bwMode="auto">
            <a:xfrm>
              <a:off x="3548063" y="3338513"/>
              <a:ext cx="928688" cy="917575"/>
            </a:xfrm>
            <a:custGeom>
              <a:avLst/>
              <a:gdLst/>
              <a:ahLst/>
              <a:cxnLst>
                <a:cxn ang="0">
                  <a:pos x="32" y="500"/>
                </a:cxn>
                <a:cxn ang="0">
                  <a:pos x="14" y="489"/>
                </a:cxn>
                <a:cxn ang="0">
                  <a:pos x="15" y="436"/>
                </a:cxn>
                <a:cxn ang="0">
                  <a:pos x="441" y="15"/>
                </a:cxn>
                <a:cxn ang="0">
                  <a:pos x="495" y="15"/>
                </a:cxn>
                <a:cxn ang="0">
                  <a:pos x="494" y="69"/>
                </a:cxn>
                <a:cxn ang="0">
                  <a:pos x="68" y="490"/>
                </a:cxn>
                <a:cxn ang="0">
                  <a:pos x="32" y="500"/>
                </a:cxn>
              </a:cxnLst>
              <a:rect l="0" t="0" r="r" b="b"/>
              <a:pathLst>
                <a:path w="509" h="503">
                  <a:moveTo>
                    <a:pt x="32" y="500"/>
                  </a:moveTo>
                  <a:cubicBezTo>
                    <a:pt x="26" y="498"/>
                    <a:pt x="19" y="495"/>
                    <a:pt x="14" y="489"/>
                  </a:cubicBezTo>
                  <a:cubicBezTo>
                    <a:pt x="0" y="475"/>
                    <a:pt x="0" y="450"/>
                    <a:pt x="15" y="436"/>
                  </a:cubicBezTo>
                  <a:cubicBezTo>
                    <a:pt x="441" y="15"/>
                    <a:pt x="441" y="15"/>
                    <a:pt x="441" y="15"/>
                  </a:cubicBezTo>
                  <a:cubicBezTo>
                    <a:pt x="456" y="0"/>
                    <a:pt x="480" y="0"/>
                    <a:pt x="495" y="15"/>
                  </a:cubicBezTo>
                  <a:cubicBezTo>
                    <a:pt x="509" y="30"/>
                    <a:pt x="509" y="54"/>
                    <a:pt x="494" y="69"/>
                  </a:cubicBezTo>
                  <a:cubicBezTo>
                    <a:pt x="68" y="490"/>
                    <a:pt x="68" y="490"/>
                    <a:pt x="68" y="490"/>
                  </a:cubicBezTo>
                  <a:cubicBezTo>
                    <a:pt x="58" y="499"/>
                    <a:pt x="44" y="503"/>
                    <a:pt x="32" y="500"/>
                  </a:cubicBezTo>
                  <a:close/>
                </a:path>
              </a:pathLst>
            </a:custGeom>
            <a:solidFill>
              <a:schemeClr val="accent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23"/>
            <p:cNvSpPr>
              <a:spLocks/>
            </p:cNvSpPr>
            <p:nvPr/>
          </p:nvSpPr>
          <p:spPr bwMode="auto">
            <a:xfrm>
              <a:off x="3471863" y="3467100"/>
              <a:ext cx="874713" cy="862013"/>
            </a:xfrm>
            <a:custGeom>
              <a:avLst/>
              <a:gdLst/>
              <a:ahLst/>
              <a:cxnLst>
                <a:cxn ang="0">
                  <a:pos x="65" y="466"/>
                </a:cxn>
                <a:cxn ang="0">
                  <a:pos x="29" y="446"/>
                </a:cxn>
                <a:cxn ang="0">
                  <a:pos x="30" y="339"/>
                </a:cxn>
                <a:cxn ang="0">
                  <a:pos x="343" y="29"/>
                </a:cxn>
                <a:cxn ang="0">
                  <a:pos x="451" y="30"/>
                </a:cxn>
                <a:cxn ang="0">
                  <a:pos x="450" y="137"/>
                </a:cxn>
                <a:cxn ang="0">
                  <a:pos x="137" y="447"/>
                </a:cxn>
                <a:cxn ang="0">
                  <a:pos x="65" y="466"/>
                </a:cxn>
              </a:cxnLst>
              <a:rect l="0" t="0" r="r" b="b"/>
              <a:pathLst>
                <a:path w="480" h="473">
                  <a:moveTo>
                    <a:pt x="65" y="466"/>
                  </a:moveTo>
                  <a:cubicBezTo>
                    <a:pt x="52" y="463"/>
                    <a:pt x="39" y="456"/>
                    <a:pt x="29" y="446"/>
                  </a:cubicBezTo>
                  <a:cubicBezTo>
                    <a:pt x="0" y="416"/>
                    <a:pt x="0" y="368"/>
                    <a:pt x="30" y="339"/>
                  </a:cubicBezTo>
                  <a:cubicBezTo>
                    <a:pt x="343" y="29"/>
                    <a:pt x="343" y="29"/>
                    <a:pt x="343" y="29"/>
                  </a:cubicBezTo>
                  <a:cubicBezTo>
                    <a:pt x="373" y="0"/>
                    <a:pt x="421" y="0"/>
                    <a:pt x="451" y="30"/>
                  </a:cubicBezTo>
                  <a:cubicBezTo>
                    <a:pt x="480" y="60"/>
                    <a:pt x="480" y="108"/>
                    <a:pt x="450" y="137"/>
                  </a:cubicBezTo>
                  <a:cubicBezTo>
                    <a:pt x="137" y="447"/>
                    <a:pt x="137" y="447"/>
                    <a:pt x="137" y="447"/>
                  </a:cubicBezTo>
                  <a:cubicBezTo>
                    <a:pt x="117" y="466"/>
                    <a:pt x="90" y="473"/>
                    <a:pt x="65" y="466"/>
                  </a:cubicBezTo>
                  <a:close/>
                </a:path>
              </a:pathLst>
            </a:custGeom>
            <a:solidFill>
              <a:schemeClr val="accent1">
                <a:lumMod val="75000"/>
              </a:schemeClr>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24"/>
            <p:cNvSpPr>
              <a:spLocks noEditPoints="1"/>
            </p:cNvSpPr>
            <p:nvPr/>
          </p:nvSpPr>
          <p:spPr bwMode="auto">
            <a:xfrm>
              <a:off x="4195763" y="2540000"/>
              <a:ext cx="1084263" cy="1084263"/>
            </a:xfrm>
            <a:custGeom>
              <a:avLst/>
              <a:gdLst/>
              <a:ahLst/>
              <a:cxnLst>
                <a:cxn ang="0">
                  <a:pos x="595" y="299"/>
                </a:cxn>
                <a:cxn ang="0">
                  <a:pos x="370" y="9"/>
                </a:cxn>
                <a:cxn ang="0">
                  <a:pos x="300" y="0"/>
                </a:cxn>
                <a:cxn ang="0">
                  <a:pos x="89" y="86"/>
                </a:cxn>
                <a:cxn ang="0">
                  <a:pos x="1" y="295"/>
                </a:cxn>
                <a:cxn ang="0">
                  <a:pos x="225" y="585"/>
                </a:cxn>
                <a:cxn ang="0">
                  <a:pos x="296" y="594"/>
                </a:cxn>
                <a:cxn ang="0">
                  <a:pos x="506" y="508"/>
                </a:cxn>
                <a:cxn ang="0">
                  <a:pos x="595" y="299"/>
                </a:cxn>
                <a:cxn ang="0">
                  <a:pos x="453" y="454"/>
                </a:cxn>
                <a:cxn ang="0">
                  <a:pos x="296" y="518"/>
                </a:cxn>
                <a:cxn ang="0">
                  <a:pos x="244" y="511"/>
                </a:cxn>
                <a:cxn ang="0">
                  <a:pos x="77" y="296"/>
                </a:cxn>
                <a:cxn ang="0">
                  <a:pos x="143" y="140"/>
                </a:cxn>
                <a:cxn ang="0">
                  <a:pos x="299" y="76"/>
                </a:cxn>
                <a:cxn ang="0">
                  <a:pos x="352" y="83"/>
                </a:cxn>
                <a:cxn ang="0">
                  <a:pos x="519" y="298"/>
                </a:cxn>
                <a:cxn ang="0">
                  <a:pos x="453" y="454"/>
                </a:cxn>
              </a:cxnLst>
              <a:rect l="0" t="0" r="r" b="b"/>
              <a:pathLst>
                <a:path w="595" h="594">
                  <a:moveTo>
                    <a:pt x="595" y="299"/>
                  </a:moveTo>
                  <a:cubicBezTo>
                    <a:pt x="595" y="162"/>
                    <a:pt x="503" y="43"/>
                    <a:pt x="370" y="9"/>
                  </a:cubicBezTo>
                  <a:cubicBezTo>
                    <a:pt x="347" y="3"/>
                    <a:pt x="323" y="0"/>
                    <a:pt x="300" y="0"/>
                  </a:cubicBezTo>
                  <a:cubicBezTo>
                    <a:pt x="220" y="0"/>
                    <a:pt x="146" y="30"/>
                    <a:pt x="89" y="86"/>
                  </a:cubicBezTo>
                  <a:cubicBezTo>
                    <a:pt x="33" y="142"/>
                    <a:pt x="1" y="216"/>
                    <a:pt x="1" y="295"/>
                  </a:cubicBezTo>
                  <a:cubicBezTo>
                    <a:pt x="0" y="432"/>
                    <a:pt x="92" y="552"/>
                    <a:pt x="225" y="585"/>
                  </a:cubicBezTo>
                  <a:cubicBezTo>
                    <a:pt x="248" y="591"/>
                    <a:pt x="272" y="594"/>
                    <a:pt x="296" y="594"/>
                  </a:cubicBezTo>
                  <a:cubicBezTo>
                    <a:pt x="375" y="594"/>
                    <a:pt x="450" y="564"/>
                    <a:pt x="506" y="508"/>
                  </a:cubicBezTo>
                  <a:cubicBezTo>
                    <a:pt x="563" y="452"/>
                    <a:pt x="594" y="378"/>
                    <a:pt x="595" y="299"/>
                  </a:cubicBezTo>
                  <a:close/>
                  <a:moveTo>
                    <a:pt x="453" y="454"/>
                  </a:moveTo>
                  <a:cubicBezTo>
                    <a:pt x="411" y="496"/>
                    <a:pt x="355" y="518"/>
                    <a:pt x="296" y="518"/>
                  </a:cubicBezTo>
                  <a:cubicBezTo>
                    <a:pt x="279" y="518"/>
                    <a:pt x="261" y="516"/>
                    <a:pt x="244" y="511"/>
                  </a:cubicBezTo>
                  <a:cubicBezTo>
                    <a:pt x="145" y="486"/>
                    <a:pt x="76" y="398"/>
                    <a:pt x="77" y="296"/>
                  </a:cubicBezTo>
                  <a:cubicBezTo>
                    <a:pt x="77" y="237"/>
                    <a:pt x="101" y="181"/>
                    <a:pt x="143" y="140"/>
                  </a:cubicBezTo>
                  <a:cubicBezTo>
                    <a:pt x="185" y="98"/>
                    <a:pt x="240" y="76"/>
                    <a:pt x="299" y="76"/>
                  </a:cubicBezTo>
                  <a:cubicBezTo>
                    <a:pt x="317" y="76"/>
                    <a:pt x="335" y="79"/>
                    <a:pt x="352" y="83"/>
                  </a:cubicBezTo>
                  <a:cubicBezTo>
                    <a:pt x="451" y="108"/>
                    <a:pt x="519" y="196"/>
                    <a:pt x="519" y="298"/>
                  </a:cubicBezTo>
                  <a:cubicBezTo>
                    <a:pt x="518" y="357"/>
                    <a:pt x="495" y="413"/>
                    <a:pt x="453" y="454"/>
                  </a:cubicBezTo>
                  <a:close/>
                </a:path>
              </a:pathLst>
            </a:custGeom>
            <a:solidFill>
              <a:schemeClr val="accent4"/>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6" name="Group 130"/>
          <p:cNvGrpSpPr/>
          <p:nvPr/>
        </p:nvGrpSpPr>
        <p:grpSpPr>
          <a:xfrm>
            <a:off x="9189262" y="2383391"/>
            <a:ext cx="2169031" cy="686214"/>
            <a:chOff x="1762139" y="1304396"/>
            <a:chExt cx="1542507" cy="488001"/>
          </a:xfrm>
        </p:grpSpPr>
        <p:sp>
          <p:nvSpPr>
            <p:cNvPr id="27" name="TextBox 26"/>
            <p:cNvSpPr txBox="1"/>
            <p:nvPr/>
          </p:nvSpPr>
          <p:spPr>
            <a:xfrm>
              <a:off x="1762140" y="1304396"/>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TextBox 27"/>
            <p:cNvSpPr txBox="1"/>
            <p:nvPr/>
          </p:nvSpPr>
          <p:spPr>
            <a:xfrm>
              <a:off x="1762139" y="1477217"/>
              <a:ext cx="1542507" cy="315180"/>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9" name="Group 131"/>
          <p:cNvGrpSpPr/>
          <p:nvPr/>
        </p:nvGrpSpPr>
        <p:grpSpPr>
          <a:xfrm>
            <a:off x="9189262" y="3471950"/>
            <a:ext cx="2169031" cy="740218"/>
            <a:chOff x="1762139" y="2072489"/>
            <a:chExt cx="1542507" cy="526406"/>
          </a:xfrm>
        </p:grpSpPr>
        <p:sp>
          <p:nvSpPr>
            <p:cNvPr id="30" name="TextBox 29"/>
            <p:cNvSpPr txBox="1"/>
            <p:nvPr/>
          </p:nvSpPr>
          <p:spPr>
            <a:xfrm>
              <a:off x="1762140" y="2072489"/>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accent6"/>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6"/>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TextBox 30"/>
            <p:cNvSpPr txBox="1"/>
            <p:nvPr/>
          </p:nvSpPr>
          <p:spPr>
            <a:xfrm>
              <a:off x="1762139" y="2283715"/>
              <a:ext cx="1542507" cy="315180"/>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2" name="Group 144"/>
          <p:cNvGrpSpPr/>
          <p:nvPr/>
        </p:nvGrpSpPr>
        <p:grpSpPr>
          <a:xfrm>
            <a:off x="9189262" y="4614508"/>
            <a:ext cx="2169031" cy="713217"/>
            <a:chOff x="1762139" y="2840582"/>
            <a:chExt cx="1542507" cy="507204"/>
          </a:xfrm>
        </p:grpSpPr>
        <p:sp>
          <p:nvSpPr>
            <p:cNvPr id="33" name="TextBox 32"/>
            <p:cNvSpPr txBox="1"/>
            <p:nvPr/>
          </p:nvSpPr>
          <p:spPr>
            <a:xfrm>
              <a:off x="1762140" y="2840582"/>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TextBox 33"/>
            <p:cNvSpPr txBox="1"/>
            <p:nvPr/>
          </p:nvSpPr>
          <p:spPr>
            <a:xfrm>
              <a:off x="1762139" y="3032606"/>
              <a:ext cx="1542507" cy="315180"/>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5" name="Group 145"/>
          <p:cNvGrpSpPr/>
          <p:nvPr/>
        </p:nvGrpSpPr>
        <p:grpSpPr>
          <a:xfrm>
            <a:off x="9189262" y="5730060"/>
            <a:ext cx="2169031" cy="686214"/>
            <a:chOff x="1762139" y="3608676"/>
            <a:chExt cx="1542507" cy="488001"/>
          </a:xfrm>
        </p:grpSpPr>
        <p:sp>
          <p:nvSpPr>
            <p:cNvPr id="36" name="TextBox 35"/>
            <p:cNvSpPr txBox="1"/>
            <p:nvPr/>
          </p:nvSpPr>
          <p:spPr>
            <a:xfrm>
              <a:off x="1762140" y="3608676"/>
              <a:ext cx="1542506" cy="167987"/>
            </a:xfrm>
            <a:prstGeom prst="rect">
              <a:avLst/>
            </a:prstGeom>
            <a:noFill/>
          </p:spPr>
          <p:txBody>
            <a:bodyPr wrap="square" lIns="0" tIns="0" rIns="0" bIns="0" rtlCol="0" anchor="t">
              <a:spAutoFit/>
            </a:bodyPr>
            <a:lstStyle/>
            <a:p>
              <a:pPr>
                <a:lnSpc>
                  <a:spcPct val="120000"/>
                </a:lnSpc>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TextBox 36"/>
            <p:cNvSpPr txBox="1"/>
            <p:nvPr/>
          </p:nvSpPr>
          <p:spPr>
            <a:xfrm>
              <a:off x="1762139" y="3781497"/>
              <a:ext cx="1542507" cy="315180"/>
            </a:xfrm>
            <a:prstGeom prst="rect">
              <a:avLst/>
            </a:prstGeom>
            <a:noFill/>
          </p:spPr>
          <p:txBody>
            <a:bodyPr wrap="square" lIns="0" tIns="0" rIns="0" bIns="0" rtlCol="0" anchor="t">
              <a:spAutoFit/>
            </a:bodyPr>
            <a:lstStyle/>
            <a:p>
              <a:pP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8" name="Group 113"/>
          <p:cNvGrpSpPr/>
          <p:nvPr/>
        </p:nvGrpSpPr>
        <p:grpSpPr>
          <a:xfrm>
            <a:off x="1500459" y="2365595"/>
            <a:ext cx="2169031" cy="721811"/>
            <a:chOff x="5839354" y="1336688"/>
            <a:chExt cx="1542507" cy="513316"/>
          </a:xfrm>
        </p:grpSpPr>
        <p:sp>
          <p:nvSpPr>
            <p:cNvPr id="39" name="TextBox 38"/>
            <p:cNvSpPr txBox="1"/>
            <p:nvPr/>
          </p:nvSpPr>
          <p:spPr>
            <a:xfrm>
              <a:off x="5839355" y="1336688"/>
              <a:ext cx="1542506" cy="167987"/>
            </a:xfrm>
            <a:prstGeom prst="rect">
              <a:avLst/>
            </a:prstGeom>
            <a:noFill/>
          </p:spPr>
          <p:txBody>
            <a:bodyPr wrap="square" lIns="0" tIns="0" rIns="0" bIns="0" rtlCol="0" anchor="t">
              <a:spAutoFit/>
            </a:bodyPr>
            <a:lstStyle/>
            <a:p>
              <a:pPr algn="r">
                <a:lnSpc>
                  <a:spcPct val="120000"/>
                </a:lnSpc>
              </a:pPr>
              <a:r>
                <a:rPr lang="zh-CN" altLang="en-US" sz="140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TextBox 39"/>
            <p:cNvSpPr txBox="1"/>
            <p:nvPr/>
          </p:nvSpPr>
          <p:spPr>
            <a:xfrm>
              <a:off x="5839354" y="1534824"/>
              <a:ext cx="1542507" cy="315180"/>
            </a:xfrm>
            <a:prstGeom prst="rect">
              <a:avLst/>
            </a:prstGeom>
            <a:noFill/>
          </p:spPr>
          <p:txBody>
            <a:bodyPr wrap="square" lIns="0" tIns="0" rIns="0" bIns="0" rtlCol="0" anchor="t">
              <a:spAutoFit/>
            </a:bodyPr>
            <a:lstStyle/>
            <a:p>
              <a:pPr algn="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1" name="Group 117"/>
          <p:cNvGrpSpPr/>
          <p:nvPr/>
        </p:nvGrpSpPr>
        <p:grpSpPr>
          <a:xfrm>
            <a:off x="1534265" y="3467504"/>
            <a:ext cx="2169031" cy="730909"/>
            <a:chOff x="5863395" y="2079109"/>
            <a:chExt cx="1542507" cy="519786"/>
          </a:xfrm>
        </p:grpSpPr>
        <p:sp>
          <p:nvSpPr>
            <p:cNvPr id="42" name="TextBox 41"/>
            <p:cNvSpPr txBox="1"/>
            <p:nvPr/>
          </p:nvSpPr>
          <p:spPr>
            <a:xfrm>
              <a:off x="5863396" y="2079109"/>
              <a:ext cx="1542506" cy="167987"/>
            </a:xfrm>
            <a:prstGeom prst="rect">
              <a:avLst/>
            </a:prstGeom>
            <a:noFill/>
          </p:spPr>
          <p:txBody>
            <a:bodyPr wrap="square" lIns="0" tIns="0" rIns="0" bIns="0" rtlCol="0" anchor="t">
              <a:spAutoFit/>
            </a:bodyPr>
            <a:lstStyle/>
            <a:p>
              <a:pPr algn="r">
                <a:lnSpc>
                  <a:spcPct val="120000"/>
                </a:lnSpc>
              </a:pPr>
              <a:r>
                <a:rPr lang="zh-CN" altLang="en-US" sz="140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TextBox 42"/>
            <p:cNvSpPr txBox="1"/>
            <p:nvPr/>
          </p:nvSpPr>
          <p:spPr>
            <a:xfrm>
              <a:off x="5863395" y="2283715"/>
              <a:ext cx="1542507" cy="315180"/>
            </a:xfrm>
            <a:prstGeom prst="rect">
              <a:avLst/>
            </a:prstGeom>
            <a:noFill/>
          </p:spPr>
          <p:txBody>
            <a:bodyPr wrap="square" lIns="0" tIns="0" rIns="0" bIns="0" rtlCol="0" anchor="t">
              <a:spAutoFit/>
            </a:bodyPr>
            <a:lstStyle/>
            <a:p>
              <a:pPr algn="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4" name="Group 118"/>
          <p:cNvGrpSpPr/>
          <p:nvPr/>
        </p:nvGrpSpPr>
        <p:grpSpPr>
          <a:xfrm>
            <a:off x="1534265" y="4578511"/>
            <a:ext cx="2169031" cy="740007"/>
            <a:chOff x="5863395" y="2821530"/>
            <a:chExt cx="1542507" cy="526256"/>
          </a:xfrm>
        </p:grpSpPr>
        <p:sp>
          <p:nvSpPr>
            <p:cNvPr id="45" name="TextBox 44"/>
            <p:cNvSpPr txBox="1"/>
            <p:nvPr/>
          </p:nvSpPr>
          <p:spPr>
            <a:xfrm>
              <a:off x="5863396" y="2821530"/>
              <a:ext cx="1542506" cy="167987"/>
            </a:xfrm>
            <a:prstGeom prst="rect">
              <a:avLst/>
            </a:prstGeom>
            <a:noFill/>
          </p:spPr>
          <p:txBody>
            <a:bodyPr wrap="square" lIns="0" tIns="0" rIns="0" bIns="0" rtlCol="0" anchor="t">
              <a:spAutoFit/>
            </a:bodyPr>
            <a:lstStyle/>
            <a:p>
              <a:pPr algn="r">
                <a:lnSpc>
                  <a:spcPct val="120000"/>
                </a:lnSpc>
              </a:pPr>
              <a:r>
                <a:rPr lang="zh-CN" altLang="en-US" sz="140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TextBox 45"/>
            <p:cNvSpPr txBox="1"/>
            <p:nvPr/>
          </p:nvSpPr>
          <p:spPr>
            <a:xfrm>
              <a:off x="5863395" y="3032606"/>
              <a:ext cx="1542507" cy="315180"/>
            </a:xfrm>
            <a:prstGeom prst="rect">
              <a:avLst/>
            </a:prstGeom>
            <a:noFill/>
          </p:spPr>
          <p:txBody>
            <a:bodyPr wrap="square" lIns="0" tIns="0" rIns="0" bIns="0" rtlCol="0" anchor="t">
              <a:spAutoFit/>
            </a:bodyPr>
            <a:lstStyle/>
            <a:p>
              <a:pPr algn="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7" name="Group 119"/>
          <p:cNvGrpSpPr/>
          <p:nvPr/>
        </p:nvGrpSpPr>
        <p:grpSpPr>
          <a:xfrm>
            <a:off x="1534265" y="5698616"/>
            <a:ext cx="2169031" cy="749108"/>
            <a:chOff x="5863395" y="3563950"/>
            <a:chExt cx="1542507" cy="532728"/>
          </a:xfrm>
        </p:grpSpPr>
        <p:sp>
          <p:nvSpPr>
            <p:cNvPr id="48" name="TextBox 47"/>
            <p:cNvSpPr txBox="1"/>
            <p:nvPr/>
          </p:nvSpPr>
          <p:spPr>
            <a:xfrm>
              <a:off x="5863396" y="3563950"/>
              <a:ext cx="1542506" cy="167987"/>
            </a:xfrm>
            <a:prstGeom prst="rect">
              <a:avLst/>
            </a:prstGeom>
            <a:noFill/>
          </p:spPr>
          <p:txBody>
            <a:bodyPr wrap="square" lIns="0" tIns="0" rIns="0" bIns="0" rtlCol="0" anchor="t">
              <a:spAutoFit/>
            </a:bodyPr>
            <a:lstStyle/>
            <a:p>
              <a:pPr algn="r">
                <a:lnSpc>
                  <a:spcPct val="120000"/>
                </a:lnSpc>
              </a:pPr>
              <a:r>
                <a:rPr lang="zh-CN" altLang="en-US" sz="1400">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400" dirty="0">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TextBox 48"/>
            <p:cNvSpPr txBox="1"/>
            <p:nvPr/>
          </p:nvSpPr>
          <p:spPr>
            <a:xfrm>
              <a:off x="5863395" y="3781498"/>
              <a:ext cx="1542507" cy="315180"/>
            </a:xfrm>
            <a:prstGeom prst="rect">
              <a:avLst/>
            </a:prstGeom>
            <a:noFill/>
          </p:spPr>
          <p:txBody>
            <a:bodyPr wrap="square" lIns="0" tIns="0" rIns="0" bIns="0" rtlCol="0" anchor="t">
              <a:spAutoFit/>
            </a:bodyPr>
            <a:lstStyle/>
            <a:p>
              <a:pPr algn="r" defTabSz="1285829">
                <a:lnSpc>
                  <a:spcPct val="120000"/>
                </a:lnSpc>
                <a:spcBef>
                  <a:spcPct val="20000"/>
                </a:spcBef>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0" name="Group 108"/>
          <p:cNvGrpSpPr/>
          <p:nvPr/>
        </p:nvGrpSpPr>
        <p:grpSpPr>
          <a:xfrm>
            <a:off x="3871160" y="4632085"/>
            <a:ext cx="659525" cy="640643"/>
            <a:chOff x="6299532" y="3384456"/>
            <a:chExt cx="469021" cy="455593"/>
          </a:xfrm>
        </p:grpSpPr>
        <p:sp>
          <p:nvSpPr>
            <p:cNvPr id="51" name="Oval 50"/>
            <p:cNvSpPr>
              <a:spLocks noChangeAspect="1"/>
            </p:cNvSpPr>
            <p:nvPr/>
          </p:nvSpPr>
          <p:spPr>
            <a:xfrm>
              <a:off x="6299532" y="3384456"/>
              <a:ext cx="469021" cy="45559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Freeform 36"/>
            <p:cNvSpPr>
              <a:spLocks noEditPoints="1"/>
            </p:cNvSpPr>
            <p:nvPr/>
          </p:nvSpPr>
          <p:spPr bwMode="auto">
            <a:xfrm>
              <a:off x="6435895" y="3505670"/>
              <a:ext cx="196295" cy="213164"/>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3" name="Group 111"/>
          <p:cNvGrpSpPr/>
          <p:nvPr/>
        </p:nvGrpSpPr>
        <p:grpSpPr>
          <a:xfrm>
            <a:off x="3871160" y="5747641"/>
            <a:ext cx="659525" cy="640643"/>
            <a:chOff x="630683" y="4190009"/>
            <a:chExt cx="469021" cy="455593"/>
          </a:xfrm>
        </p:grpSpPr>
        <p:sp>
          <p:nvSpPr>
            <p:cNvPr id="54" name="Oval 53"/>
            <p:cNvSpPr>
              <a:spLocks noChangeAspect="1"/>
            </p:cNvSpPr>
            <p:nvPr/>
          </p:nvSpPr>
          <p:spPr>
            <a:xfrm>
              <a:off x="630683" y="4190009"/>
              <a:ext cx="469021" cy="4555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Freeform 103"/>
            <p:cNvSpPr>
              <a:spLocks noEditPoints="1"/>
            </p:cNvSpPr>
            <p:nvPr/>
          </p:nvSpPr>
          <p:spPr bwMode="auto">
            <a:xfrm>
              <a:off x="765181" y="4270535"/>
              <a:ext cx="200025" cy="294541"/>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6" name="Group 114"/>
          <p:cNvGrpSpPr/>
          <p:nvPr/>
        </p:nvGrpSpPr>
        <p:grpSpPr>
          <a:xfrm>
            <a:off x="3871160" y="3516530"/>
            <a:ext cx="659525" cy="640643"/>
            <a:chOff x="3425803" y="3384456"/>
            <a:chExt cx="469021" cy="455593"/>
          </a:xfrm>
        </p:grpSpPr>
        <p:sp>
          <p:nvSpPr>
            <p:cNvPr id="57" name="Oval 56"/>
            <p:cNvSpPr>
              <a:spLocks noChangeAspect="1"/>
            </p:cNvSpPr>
            <p:nvPr/>
          </p:nvSpPr>
          <p:spPr>
            <a:xfrm>
              <a:off x="3425803" y="3384456"/>
              <a:ext cx="469021" cy="4555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Freeform 5"/>
            <p:cNvSpPr>
              <a:spLocks noEditPoints="1"/>
            </p:cNvSpPr>
            <p:nvPr/>
          </p:nvSpPr>
          <p:spPr bwMode="auto">
            <a:xfrm>
              <a:off x="3520613" y="3471340"/>
              <a:ext cx="279400" cy="27940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9" name="Group 117"/>
          <p:cNvGrpSpPr/>
          <p:nvPr/>
        </p:nvGrpSpPr>
        <p:grpSpPr>
          <a:xfrm>
            <a:off x="3871160" y="2400975"/>
            <a:ext cx="659525" cy="640643"/>
            <a:chOff x="630683" y="3383511"/>
            <a:chExt cx="469021" cy="455593"/>
          </a:xfrm>
        </p:grpSpPr>
        <p:sp>
          <p:nvSpPr>
            <p:cNvPr id="60" name="Oval 59"/>
            <p:cNvSpPr>
              <a:spLocks noChangeAspect="1"/>
            </p:cNvSpPr>
            <p:nvPr/>
          </p:nvSpPr>
          <p:spPr>
            <a:xfrm>
              <a:off x="630683" y="3383511"/>
              <a:ext cx="469021" cy="45559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Freeform 117"/>
            <p:cNvSpPr>
              <a:spLocks/>
            </p:cNvSpPr>
            <p:nvPr/>
          </p:nvSpPr>
          <p:spPr bwMode="auto">
            <a:xfrm>
              <a:off x="730012" y="3476126"/>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2" name="Group 120"/>
          <p:cNvGrpSpPr/>
          <p:nvPr/>
        </p:nvGrpSpPr>
        <p:grpSpPr>
          <a:xfrm>
            <a:off x="8345071" y="2400975"/>
            <a:ext cx="659525" cy="640643"/>
            <a:chOff x="3428938" y="4190009"/>
            <a:chExt cx="469021" cy="455593"/>
          </a:xfrm>
        </p:grpSpPr>
        <p:sp>
          <p:nvSpPr>
            <p:cNvPr id="63" name="Oval 62"/>
            <p:cNvSpPr>
              <a:spLocks noChangeAspect="1"/>
            </p:cNvSpPr>
            <p:nvPr/>
          </p:nvSpPr>
          <p:spPr>
            <a:xfrm>
              <a:off x="3428938" y="4190009"/>
              <a:ext cx="469021" cy="45559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83"/>
            <p:cNvSpPr>
              <a:spLocks noEditPoints="1"/>
            </p:cNvSpPr>
            <p:nvPr/>
          </p:nvSpPr>
          <p:spPr bwMode="auto">
            <a:xfrm>
              <a:off x="3571129" y="4279327"/>
              <a:ext cx="184638" cy="276957"/>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5" name="Group 123"/>
          <p:cNvGrpSpPr/>
          <p:nvPr/>
        </p:nvGrpSpPr>
        <p:grpSpPr>
          <a:xfrm>
            <a:off x="8345071" y="3516530"/>
            <a:ext cx="659525" cy="640643"/>
            <a:chOff x="6299532" y="4190009"/>
            <a:chExt cx="469021" cy="455593"/>
          </a:xfrm>
        </p:grpSpPr>
        <p:sp>
          <p:nvSpPr>
            <p:cNvPr id="66" name="Oval 65"/>
            <p:cNvSpPr>
              <a:spLocks noChangeAspect="1"/>
            </p:cNvSpPr>
            <p:nvPr/>
          </p:nvSpPr>
          <p:spPr>
            <a:xfrm>
              <a:off x="6299532" y="4190009"/>
              <a:ext cx="469021" cy="45559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Freeform 63"/>
            <p:cNvSpPr>
              <a:spLocks noEditPoints="1"/>
            </p:cNvSpPr>
            <p:nvPr/>
          </p:nvSpPr>
          <p:spPr bwMode="auto">
            <a:xfrm>
              <a:off x="6386874" y="4310694"/>
              <a:ext cx="294337" cy="214222"/>
            </a:xfrm>
            <a:custGeom>
              <a:avLst/>
              <a:gdLst/>
              <a:ahLst/>
              <a:cxnLst>
                <a:cxn ang="0">
                  <a:pos x="62" y="57"/>
                </a:cxn>
                <a:cxn ang="0">
                  <a:pos x="18" y="57"/>
                </a:cxn>
                <a:cxn ang="0">
                  <a:pos x="0" y="39"/>
                </a:cxn>
                <a:cxn ang="0">
                  <a:pos x="11" y="23"/>
                </a:cxn>
                <a:cxn ang="0">
                  <a:pos x="11" y="21"/>
                </a:cxn>
                <a:cxn ang="0">
                  <a:pos x="31" y="0"/>
                </a:cxn>
                <a:cxn ang="0">
                  <a:pos x="50" y="13"/>
                </a:cxn>
                <a:cxn ang="0">
                  <a:pos x="57" y="11"/>
                </a:cxn>
                <a:cxn ang="0">
                  <a:pos x="67" y="21"/>
                </a:cxn>
                <a:cxn ang="0">
                  <a:pos x="66" y="27"/>
                </a:cxn>
                <a:cxn ang="0">
                  <a:pos x="78" y="42"/>
                </a:cxn>
                <a:cxn ang="0">
                  <a:pos x="62" y="57"/>
                </a:cxn>
                <a:cxn ang="0">
                  <a:pos x="51" y="31"/>
                </a:cxn>
                <a:cxn ang="0">
                  <a:pos x="42" y="31"/>
                </a:cxn>
                <a:cxn ang="0">
                  <a:pos x="42" y="17"/>
                </a:cxn>
                <a:cxn ang="0">
                  <a:pos x="40" y="16"/>
                </a:cxn>
                <a:cxn ang="0">
                  <a:pos x="33" y="16"/>
                </a:cxn>
                <a:cxn ang="0">
                  <a:pos x="31" y="17"/>
                </a:cxn>
                <a:cxn ang="0">
                  <a:pos x="31" y="31"/>
                </a:cxn>
                <a:cxn ang="0">
                  <a:pos x="22" y="31"/>
                </a:cxn>
                <a:cxn ang="0">
                  <a:pos x="21" y="33"/>
                </a:cxn>
                <a:cxn ang="0">
                  <a:pos x="21" y="34"/>
                </a:cxn>
                <a:cxn ang="0">
                  <a:pos x="36" y="48"/>
                </a:cxn>
                <a:cxn ang="0">
                  <a:pos x="36" y="48"/>
                </a:cxn>
                <a:cxn ang="0">
                  <a:pos x="37" y="48"/>
                </a:cxn>
                <a:cxn ang="0">
                  <a:pos x="51" y="34"/>
                </a:cxn>
                <a:cxn ang="0">
                  <a:pos x="52" y="33"/>
                </a:cxn>
                <a:cxn ang="0">
                  <a:pos x="51" y="31"/>
                </a:cxn>
              </a:cxnLst>
              <a:rect l="0" t="0" r="r" b="b"/>
              <a:pathLst>
                <a:path w="78" h="57">
                  <a:moveTo>
                    <a:pt x="62" y="57"/>
                  </a:moveTo>
                  <a:cubicBezTo>
                    <a:pt x="18" y="57"/>
                    <a:pt x="18" y="57"/>
                    <a:pt x="18" y="57"/>
                  </a:cubicBezTo>
                  <a:cubicBezTo>
                    <a:pt x="9" y="57"/>
                    <a:pt x="0" y="49"/>
                    <a:pt x="0" y="39"/>
                  </a:cubicBezTo>
                  <a:cubicBezTo>
                    <a:pt x="0" y="32"/>
                    <a:pt x="5" y="26"/>
                    <a:pt x="11" y="23"/>
                  </a:cubicBezTo>
                  <a:cubicBezTo>
                    <a:pt x="11" y="22"/>
                    <a:pt x="11" y="22"/>
                    <a:pt x="11" y="21"/>
                  </a:cubicBezTo>
                  <a:cubicBezTo>
                    <a:pt x="11" y="10"/>
                    <a:pt x="20" y="0"/>
                    <a:pt x="31" y="0"/>
                  </a:cubicBezTo>
                  <a:cubicBezTo>
                    <a:pt x="40" y="0"/>
                    <a:pt x="47" y="6"/>
                    <a:pt x="50" y="13"/>
                  </a:cubicBezTo>
                  <a:cubicBezTo>
                    <a:pt x="52" y="12"/>
                    <a:pt x="55" y="11"/>
                    <a:pt x="57" y="11"/>
                  </a:cubicBezTo>
                  <a:cubicBezTo>
                    <a:pt x="63" y="11"/>
                    <a:pt x="67" y="15"/>
                    <a:pt x="67" y="21"/>
                  </a:cubicBezTo>
                  <a:cubicBezTo>
                    <a:pt x="67" y="23"/>
                    <a:pt x="67" y="25"/>
                    <a:pt x="66" y="27"/>
                  </a:cubicBezTo>
                  <a:cubicBezTo>
                    <a:pt x="73" y="28"/>
                    <a:pt x="78" y="34"/>
                    <a:pt x="78" y="42"/>
                  </a:cubicBezTo>
                  <a:cubicBezTo>
                    <a:pt x="78" y="50"/>
                    <a:pt x="71" y="57"/>
                    <a:pt x="62" y="57"/>
                  </a:cubicBezTo>
                  <a:close/>
                  <a:moveTo>
                    <a:pt x="51" y="31"/>
                  </a:moveTo>
                  <a:cubicBezTo>
                    <a:pt x="42" y="31"/>
                    <a:pt x="42" y="31"/>
                    <a:pt x="42" y="31"/>
                  </a:cubicBezTo>
                  <a:cubicBezTo>
                    <a:pt x="42" y="17"/>
                    <a:pt x="42" y="17"/>
                    <a:pt x="42" y="17"/>
                  </a:cubicBezTo>
                  <a:cubicBezTo>
                    <a:pt x="42" y="16"/>
                    <a:pt x="41" y="16"/>
                    <a:pt x="40" y="16"/>
                  </a:cubicBezTo>
                  <a:cubicBezTo>
                    <a:pt x="33" y="16"/>
                    <a:pt x="33" y="16"/>
                    <a:pt x="33" y="16"/>
                  </a:cubicBezTo>
                  <a:cubicBezTo>
                    <a:pt x="32" y="16"/>
                    <a:pt x="31" y="16"/>
                    <a:pt x="31" y="17"/>
                  </a:cubicBezTo>
                  <a:cubicBezTo>
                    <a:pt x="31" y="31"/>
                    <a:pt x="31" y="31"/>
                    <a:pt x="31" y="31"/>
                  </a:cubicBezTo>
                  <a:cubicBezTo>
                    <a:pt x="22" y="31"/>
                    <a:pt x="22" y="31"/>
                    <a:pt x="22" y="31"/>
                  </a:cubicBezTo>
                  <a:cubicBezTo>
                    <a:pt x="22" y="31"/>
                    <a:pt x="21" y="32"/>
                    <a:pt x="21" y="33"/>
                  </a:cubicBezTo>
                  <a:cubicBezTo>
                    <a:pt x="21" y="33"/>
                    <a:pt x="21" y="33"/>
                    <a:pt x="21" y="34"/>
                  </a:cubicBezTo>
                  <a:cubicBezTo>
                    <a:pt x="36" y="48"/>
                    <a:pt x="36" y="48"/>
                    <a:pt x="36" y="48"/>
                  </a:cubicBezTo>
                  <a:cubicBezTo>
                    <a:pt x="36" y="48"/>
                    <a:pt x="36" y="48"/>
                    <a:pt x="36" y="48"/>
                  </a:cubicBezTo>
                  <a:cubicBezTo>
                    <a:pt x="37" y="48"/>
                    <a:pt x="37" y="48"/>
                    <a:pt x="37" y="48"/>
                  </a:cubicBezTo>
                  <a:cubicBezTo>
                    <a:pt x="51" y="34"/>
                    <a:pt x="51" y="34"/>
                    <a:pt x="51" y="34"/>
                  </a:cubicBezTo>
                  <a:cubicBezTo>
                    <a:pt x="52" y="33"/>
                    <a:pt x="52" y="33"/>
                    <a:pt x="52" y="33"/>
                  </a:cubicBezTo>
                  <a:cubicBezTo>
                    <a:pt x="52" y="32"/>
                    <a:pt x="51" y="31"/>
                    <a:pt x="51" y="31"/>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8" name="Group 126"/>
          <p:cNvGrpSpPr/>
          <p:nvPr/>
        </p:nvGrpSpPr>
        <p:grpSpPr>
          <a:xfrm>
            <a:off x="8345071" y="5747641"/>
            <a:ext cx="659525" cy="640643"/>
            <a:chOff x="7501792" y="3621100"/>
            <a:chExt cx="469021" cy="455593"/>
          </a:xfrm>
        </p:grpSpPr>
        <p:sp>
          <p:nvSpPr>
            <p:cNvPr id="69" name="Oval 68"/>
            <p:cNvSpPr>
              <a:spLocks noChangeAspect="1"/>
            </p:cNvSpPr>
            <p:nvPr/>
          </p:nvSpPr>
          <p:spPr>
            <a:xfrm>
              <a:off x="7501792" y="3621100"/>
              <a:ext cx="469021" cy="4555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Freeform 135"/>
            <p:cNvSpPr>
              <a:spLocks noEditPoints="1"/>
            </p:cNvSpPr>
            <p:nvPr/>
          </p:nvSpPr>
          <p:spPr bwMode="auto">
            <a:xfrm>
              <a:off x="7610890" y="3731421"/>
              <a:ext cx="250825" cy="234950"/>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1" name="Group 129"/>
          <p:cNvGrpSpPr/>
          <p:nvPr/>
        </p:nvGrpSpPr>
        <p:grpSpPr>
          <a:xfrm>
            <a:off x="8345071" y="4632085"/>
            <a:ext cx="659525" cy="640643"/>
            <a:chOff x="7501792" y="2878680"/>
            <a:chExt cx="469021" cy="455593"/>
          </a:xfrm>
        </p:grpSpPr>
        <p:sp>
          <p:nvSpPr>
            <p:cNvPr id="72" name="Oval 71"/>
            <p:cNvSpPr>
              <a:spLocks noChangeAspect="1"/>
            </p:cNvSpPr>
            <p:nvPr/>
          </p:nvSpPr>
          <p:spPr>
            <a:xfrm>
              <a:off x="7501792" y="2878680"/>
              <a:ext cx="469021" cy="45559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3" name="Freeform 53"/>
            <p:cNvSpPr>
              <a:spLocks/>
            </p:cNvSpPr>
            <p:nvPr/>
          </p:nvSpPr>
          <p:spPr bwMode="auto">
            <a:xfrm>
              <a:off x="7580281" y="2990787"/>
              <a:ext cx="312043" cy="231379"/>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Lst>
              <a:rect l="0" t="0" r="r" b="b"/>
              <a:pathLst>
                <a:path w="68" h="50">
                  <a:moveTo>
                    <a:pt x="55" y="50"/>
                  </a:moveTo>
                  <a:cubicBezTo>
                    <a:pt x="16" y="50"/>
                    <a:pt x="16" y="50"/>
                    <a:pt x="16" y="50"/>
                  </a:cubicBezTo>
                  <a:cubicBezTo>
                    <a:pt x="7" y="50"/>
                    <a:pt x="0" y="43"/>
                    <a:pt x="0" y="34"/>
                  </a:cubicBezTo>
                  <a:cubicBezTo>
                    <a:pt x="0" y="28"/>
                    <a:pt x="4" y="22"/>
                    <a:pt x="9" y="20"/>
                  </a:cubicBezTo>
                  <a:cubicBezTo>
                    <a:pt x="9" y="19"/>
                    <a:pt x="9" y="19"/>
                    <a:pt x="9" y="18"/>
                  </a:cubicBezTo>
                  <a:cubicBezTo>
                    <a:pt x="9" y="8"/>
                    <a:pt x="17" y="0"/>
                    <a:pt x="27" y="0"/>
                  </a:cubicBezTo>
                  <a:cubicBezTo>
                    <a:pt x="35" y="0"/>
                    <a:pt x="41" y="5"/>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path>
              </a:pathLst>
            </a:custGeom>
            <a:solidFill>
              <a:schemeClr val="bg1"/>
            </a:solidFill>
            <a:ln w="9525">
              <a:noFill/>
              <a:round/>
              <a:headEnd/>
              <a:tailEnd/>
            </a:ln>
          </p:spPr>
          <p:txBody>
            <a:bodyPr vert="horz" wrap="square" lIns="128580" tIns="64290" rIns="128580" bIns="64290" numCol="1" anchor="t" anchorCtr="0" compatLnSpc="1">
              <a:prstTxWarp prst="textNoShape">
                <a:avLst/>
              </a:prstTxWarp>
            </a:bodyPr>
            <a:lstStyle/>
            <a:p>
              <a:pP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76"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7"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233780518"/>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p:cTn id="13" dur="500" fill="hold"/>
                                        <p:tgtEl>
                                          <p:spTgt spid="59"/>
                                        </p:tgtEl>
                                        <p:attrNameLst>
                                          <p:attrName>ppt_w</p:attrName>
                                        </p:attrNameLst>
                                      </p:cBhvr>
                                      <p:tavLst>
                                        <p:tav tm="0">
                                          <p:val>
                                            <p:fltVal val="0"/>
                                          </p:val>
                                        </p:tav>
                                        <p:tav tm="100000">
                                          <p:val>
                                            <p:strVal val="#ppt_w"/>
                                          </p:val>
                                        </p:tav>
                                      </p:tavLst>
                                    </p:anim>
                                    <p:anim calcmode="lin" valueType="num">
                                      <p:cBhvr>
                                        <p:cTn id="14" dur="500" fill="hold"/>
                                        <p:tgtEl>
                                          <p:spTgt spid="59"/>
                                        </p:tgtEl>
                                        <p:attrNameLst>
                                          <p:attrName>ppt_h</p:attrName>
                                        </p:attrNameLst>
                                      </p:cBhvr>
                                      <p:tavLst>
                                        <p:tav tm="0">
                                          <p:val>
                                            <p:fltVal val="0"/>
                                          </p:val>
                                        </p:tav>
                                        <p:tav tm="100000">
                                          <p:val>
                                            <p:strVal val="#ppt_h"/>
                                          </p:val>
                                        </p:tav>
                                      </p:tavLst>
                                    </p:anim>
                                    <p:animEffect transition="in" filter="fade">
                                      <p:cBhvr>
                                        <p:cTn id="15" dur="500"/>
                                        <p:tgtEl>
                                          <p:spTgt spid="59"/>
                                        </p:tgtEl>
                                      </p:cBhvr>
                                    </p:animEffect>
                                  </p:childTnLst>
                                </p:cTn>
                              </p:par>
                            </p:childTnLst>
                          </p:cTn>
                        </p:par>
                        <p:par>
                          <p:cTn id="16" fill="hold">
                            <p:stCondLst>
                              <p:cond delay="1000"/>
                            </p:stCondLst>
                            <p:childTnLst>
                              <p:par>
                                <p:cTn id="17" presetID="2" presetClass="entr" presetSubtype="8" accel="50000" decel="5000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0-#ppt_w/2"/>
                                          </p:val>
                                        </p:tav>
                                        <p:tav tm="100000">
                                          <p:val>
                                            <p:strVal val="#ppt_x"/>
                                          </p:val>
                                        </p:tav>
                                      </p:tavLst>
                                    </p:anim>
                                    <p:anim calcmode="lin" valueType="num">
                                      <p:cBhvr additive="base">
                                        <p:cTn id="20" dur="500" fill="hold"/>
                                        <p:tgtEl>
                                          <p:spTgt spid="38"/>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53" presetClass="entr" presetSubtype="0" fill="hold" nodeType="afterEffect">
                                  <p:stCondLst>
                                    <p:cond delay="0"/>
                                  </p:stCondLst>
                                  <p:childTnLst>
                                    <p:set>
                                      <p:cBhvr>
                                        <p:cTn id="23" dur="1" fill="hold">
                                          <p:stCondLst>
                                            <p:cond delay="0"/>
                                          </p:stCondLst>
                                        </p:cTn>
                                        <p:tgtEl>
                                          <p:spTgt spid="56"/>
                                        </p:tgtEl>
                                        <p:attrNameLst>
                                          <p:attrName>style.visibility</p:attrName>
                                        </p:attrNameLst>
                                      </p:cBhvr>
                                      <p:to>
                                        <p:strVal val="visible"/>
                                      </p:to>
                                    </p:set>
                                    <p:anim calcmode="lin" valueType="num">
                                      <p:cBhvr>
                                        <p:cTn id="24" dur="500" fill="hold"/>
                                        <p:tgtEl>
                                          <p:spTgt spid="56"/>
                                        </p:tgtEl>
                                        <p:attrNameLst>
                                          <p:attrName>ppt_w</p:attrName>
                                        </p:attrNameLst>
                                      </p:cBhvr>
                                      <p:tavLst>
                                        <p:tav tm="0">
                                          <p:val>
                                            <p:fltVal val="0"/>
                                          </p:val>
                                        </p:tav>
                                        <p:tav tm="100000">
                                          <p:val>
                                            <p:strVal val="#ppt_w"/>
                                          </p:val>
                                        </p:tav>
                                      </p:tavLst>
                                    </p:anim>
                                    <p:anim calcmode="lin" valueType="num">
                                      <p:cBhvr>
                                        <p:cTn id="25" dur="500" fill="hold"/>
                                        <p:tgtEl>
                                          <p:spTgt spid="56"/>
                                        </p:tgtEl>
                                        <p:attrNameLst>
                                          <p:attrName>ppt_h</p:attrName>
                                        </p:attrNameLst>
                                      </p:cBhvr>
                                      <p:tavLst>
                                        <p:tav tm="0">
                                          <p:val>
                                            <p:fltVal val="0"/>
                                          </p:val>
                                        </p:tav>
                                        <p:tav tm="100000">
                                          <p:val>
                                            <p:strVal val="#ppt_h"/>
                                          </p:val>
                                        </p:tav>
                                      </p:tavLst>
                                    </p:anim>
                                    <p:animEffect transition="in" filter="fade">
                                      <p:cBhvr>
                                        <p:cTn id="26" dur="500"/>
                                        <p:tgtEl>
                                          <p:spTgt spid="56"/>
                                        </p:tgtEl>
                                      </p:cBhvr>
                                    </p:animEffect>
                                  </p:childTnLst>
                                </p:cTn>
                              </p:par>
                            </p:childTnLst>
                          </p:cTn>
                        </p:par>
                        <p:par>
                          <p:cTn id="27" fill="hold">
                            <p:stCondLst>
                              <p:cond delay="2000"/>
                            </p:stCondLst>
                            <p:childTnLst>
                              <p:par>
                                <p:cTn id="28" presetID="2" presetClass="entr" presetSubtype="8" accel="50000" decel="50000"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500" fill="hold"/>
                                        <p:tgtEl>
                                          <p:spTgt spid="41"/>
                                        </p:tgtEl>
                                        <p:attrNameLst>
                                          <p:attrName>ppt_x</p:attrName>
                                        </p:attrNameLst>
                                      </p:cBhvr>
                                      <p:tavLst>
                                        <p:tav tm="0">
                                          <p:val>
                                            <p:strVal val="0-#ppt_w/2"/>
                                          </p:val>
                                        </p:tav>
                                        <p:tav tm="100000">
                                          <p:val>
                                            <p:strVal val="#ppt_x"/>
                                          </p:val>
                                        </p:tav>
                                      </p:tavLst>
                                    </p:anim>
                                    <p:anim calcmode="lin" valueType="num">
                                      <p:cBhvr additive="base">
                                        <p:cTn id="31" dur="500" fill="hold"/>
                                        <p:tgtEl>
                                          <p:spTgt spid="41"/>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53" presetClass="entr" presetSubtype="0" fill="hold" nodeType="after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p:cTn id="35" dur="500" fill="hold"/>
                                        <p:tgtEl>
                                          <p:spTgt spid="50"/>
                                        </p:tgtEl>
                                        <p:attrNameLst>
                                          <p:attrName>ppt_w</p:attrName>
                                        </p:attrNameLst>
                                      </p:cBhvr>
                                      <p:tavLst>
                                        <p:tav tm="0">
                                          <p:val>
                                            <p:fltVal val="0"/>
                                          </p:val>
                                        </p:tav>
                                        <p:tav tm="100000">
                                          <p:val>
                                            <p:strVal val="#ppt_w"/>
                                          </p:val>
                                        </p:tav>
                                      </p:tavLst>
                                    </p:anim>
                                    <p:anim calcmode="lin" valueType="num">
                                      <p:cBhvr>
                                        <p:cTn id="36" dur="500" fill="hold"/>
                                        <p:tgtEl>
                                          <p:spTgt spid="50"/>
                                        </p:tgtEl>
                                        <p:attrNameLst>
                                          <p:attrName>ppt_h</p:attrName>
                                        </p:attrNameLst>
                                      </p:cBhvr>
                                      <p:tavLst>
                                        <p:tav tm="0">
                                          <p:val>
                                            <p:fltVal val="0"/>
                                          </p:val>
                                        </p:tav>
                                        <p:tav tm="100000">
                                          <p:val>
                                            <p:strVal val="#ppt_h"/>
                                          </p:val>
                                        </p:tav>
                                      </p:tavLst>
                                    </p:anim>
                                    <p:animEffect transition="in" filter="fade">
                                      <p:cBhvr>
                                        <p:cTn id="37" dur="500"/>
                                        <p:tgtEl>
                                          <p:spTgt spid="50"/>
                                        </p:tgtEl>
                                      </p:cBhvr>
                                    </p:animEffect>
                                  </p:childTnLst>
                                </p:cTn>
                              </p:par>
                            </p:childTnLst>
                          </p:cTn>
                        </p:par>
                        <p:par>
                          <p:cTn id="38" fill="hold">
                            <p:stCondLst>
                              <p:cond delay="3000"/>
                            </p:stCondLst>
                            <p:childTnLst>
                              <p:par>
                                <p:cTn id="39" presetID="2" presetClass="entr" presetSubtype="8" accel="50000" decel="50000" fill="hold" nodeType="afterEffect">
                                  <p:stCondLst>
                                    <p:cond delay="0"/>
                                  </p:stCondLst>
                                  <p:childTnLst>
                                    <p:set>
                                      <p:cBhvr>
                                        <p:cTn id="40" dur="1" fill="hold">
                                          <p:stCondLst>
                                            <p:cond delay="0"/>
                                          </p:stCondLst>
                                        </p:cTn>
                                        <p:tgtEl>
                                          <p:spTgt spid="44"/>
                                        </p:tgtEl>
                                        <p:attrNameLst>
                                          <p:attrName>style.visibility</p:attrName>
                                        </p:attrNameLst>
                                      </p:cBhvr>
                                      <p:to>
                                        <p:strVal val="visible"/>
                                      </p:to>
                                    </p:set>
                                    <p:anim calcmode="lin" valueType="num">
                                      <p:cBhvr additive="base">
                                        <p:cTn id="41" dur="500" fill="hold"/>
                                        <p:tgtEl>
                                          <p:spTgt spid="44"/>
                                        </p:tgtEl>
                                        <p:attrNameLst>
                                          <p:attrName>ppt_x</p:attrName>
                                        </p:attrNameLst>
                                      </p:cBhvr>
                                      <p:tavLst>
                                        <p:tav tm="0">
                                          <p:val>
                                            <p:strVal val="0-#ppt_w/2"/>
                                          </p:val>
                                        </p:tav>
                                        <p:tav tm="100000">
                                          <p:val>
                                            <p:strVal val="#ppt_x"/>
                                          </p:val>
                                        </p:tav>
                                      </p:tavLst>
                                    </p:anim>
                                    <p:anim calcmode="lin" valueType="num">
                                      <p:cBhvr additive="base">
                                        <p:cTn id="42" dur="500" fill="hold"/>
                                        <p:tgtEl>
                                          <p:spTgt spid="44"/>
                                        </p:tgtEl>
                                        <p:attrNameLst>
                                          <p:attrName>ppt_y</p:attrName>
                                        </p:attrNameLst>
                                      </p:cBhvr>
                                      <p:tavLst>
                                        <p:tav tm="0">
                                          <p:val>
                                            <p:strVal val="#ppt_y"/>
                                          </p:val>
                                        </p:tav>
                                        <p:tav tm="100000">
                                          <p:val>
                                            <p:strVal val="#ppt_y"/>
                                          </p:val>
                                        </p:tav>
                                      </p:tavLst>
                                    </p:anim>
                                  </p:childTnLst>
                                </p:cTn>
                              </p:par>
                            </p:childTnLst>
                          </p:cTn>
                        </p:par>
                        <p:par>
                          <p:cTn id="43" fill="hold">
                            <p:stCondLst>
                              <p:cond delay="3500"/>
                            </p:stCondLst>
                            <p:childTnLst>
                              <p:par>
                                <p:cTn id="44" presetID="53" presetClass="entr" presetSubtype="0" fill="hold" nodeType="afterEffect">
                                  <p:stCondLst>
                                    <p:cond delay="0"/>
                                  </p:stCondLst>
                                  <p:childTnLst>
                                    <p:set>
                                      <p:cBhvr>
                                        <p:cTn id="45" dur="1" fill="hold">
                                          <p:stCondLst>
                                            <p:cond delay="0"/>
                                          </p:stCondLst>
                                        </p:cTn>
                                        <p:tgtEl>
                                          <p:spTgt spid="53"/>
                                        </p:tgtEl>
                                        <p:attrNameLst>
                                          <p:attrName>style.visibility</p:attrName>
                                        </p:attrNameLst>
                                      </p:cBhvr>
                                      <p:to>
                                        <p:strVal val="visible"/>
                                      </p:to>
                                    </p:set>
                                    <p:anim calcmode="lin" valueType="num">
                                      <p:cBhvr>
                                        <p:cTn id="46" dur="500" fill="hold"/>
                                        <p:tgtEl>
                                          <p:spTgt spid="53"/>
                                        </p:tgtEl>
                                        <p:attrNameLst>
                                          <p:attrName>ppt_w</p:attrName>
                                        </p:attrNameLst>
                                      </p:cBhvr>
                                      <p:tavLst>
                                        <p:tav tm="0">
                                          <p:val>
                                            <p:fltVal val="0"/>
                                          </p:val>
                                        </p:tav>
                                        <p:tav tm="100000">
                                          <p:val>
                                            <p:strVal val="#ppt_w"/>
                                          </p:val>
                                        </p:tav>
                                      </p:tavLst>
                                    </p:anim>
                                    <p:anim calcmode="lin" valueType="num">
                                      <p:cBhvr>
                                        <p:cTn id="47" dur="500" fill="hold"/>
                                        <p:tgtEl>
                                          <p:spTgt spid="53"/>
                                        </p:tgtEl>
                                        <p:attrNameLst>
                                          <p:attrName>ppt_h</p:attrName>
                                        </p:attrNameLst>
                                      </p:cBhvr>
                                      <p:tavLst>
                                        <p:tav tm="0">
                                          <p:val>
                                            <p:fltVal val="0"/>
                                          </p:val>
                                        </p:tav>
                                        <p:tav tm="100000">
                                          <p:val>
                                            <p:strVal val="#ppt_h"/>
                                          </p:val>
                                        </p:tav>
                                      </p:tavLst>
                                    </p:anim>
                                    <p:animEffect transition="in" filter="fade">
                                      <p:cBhvr>
                                        <p:cTn id="48" dur="500"/>
                                        <p:tgtEl>
                                          <p:spTgt spid="53"/>
                                        </p:tgtEl>
                                      </p:cBhvr>
                                    </p:animEffect>
                                  </p:childTnLst>
                                </p:cTn>
                              </p:par>
                            </p:childTnLst>
                          </p:cTn>
                        </p:par>
                        <p:par>
                          <p:cTn id="49" fill="hold">
                            <p:stCondLst>
                              <p:cond delay="4000"/>
                            </p:stCondLst>
                            <p:childTnLst>
                              <p:par>
                                <p:cTn id="50" presetID="2" presetClass="entr" presetSubtype="8" accel="50000" decel="50000" fill="hold" nodeType="after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additive="base">
                                        <p:cTn id="52" dur="500" fill="hold"/>
                                        <p:tgtEl>
                                          <p:spTgt spid="47"/>
                                        </p:tgtEl>
                                        <p:attrNameLst>
                                          <p:attrName>ppt_x</p:attrName>
                                        </p:attrNameLst>
                                      </p:cBhvr>
                                      <p:tavLst>
                                        <p:tav tm="0">
                                          <p:val>
                                            <p:strVal val="0-#ppt_w/2"/>
                                          </p:val>
                                        </p:tav>
                                        <p:tav tm="100000">
                                          <p:val>
                                            <p:strVal val="#ppt_x"/>
                                          </p:val>
                                        </p:tav>
                                      </p:tavLst>
                                    </p:anim>
                                    <p:anim calcmode="lin" valueType="num">
                                      <p:cBhvr additive="base">
                                        <p:cTn id="53" dur="500" fill="hold"/>
                                        <p:tgtEl>
                                          <p:spTgt spid="47"/>
                                        </p:tgtEl>
                                        <p:attrNameLst>
                                          <p:attrName>ppt_y</p:attrName>
                                        </p:attrNameLst>
                                      </p:cBhvr>
                                      <p:tavLst>
                                        <p:tav tm="0">
                                          <p:val>
                                            <p:strVal val="#ppt_y"/>
                                          </p:val>
                                        </p:tav>
                                        <p:tav tm="100000">
                                          <p:val>
                                            <p:strVal val="#ppt_y"/>
                                          </p:val>
                                        </p:tav>
                                      </p:tavLst>
                                    </p:anim>
                                  </p:childTnLst>
                                </p:cTn>
                              </p:par>
                            </p:childTnLst>
                          </p:cTn>
                        </p:par>
                        <p:par>
                          <p:cTn id="54" fill="hold">
                            <p:stCondLst>
                              <p:cond delay="4500"/>
                            </p:stCondLst>
                            <p:childTnLst>
                              <p:par>
                                <p:cTn id="55" presetID="53" presetClass="entr" presetSubtype="0" fill="hold" nodeType="afterEffect">
                                  <p:stCondLst>
                                    <p:cond delay="0"/>
                                  </p:stCondLst>
                                  <p:childTnLst>
                                    <p:set>
                                      <p:cBhvr>
                                        <p:cTn id="56" dur="1" fill="hold">
                                          <p:stCondLst>
                                            <p:cond delay="0"/>
                                          </p:stCondLst>
                                        </p:cTn>
                                        <p:tgtEl>
                                          <p:spTgt spid="62"/>
                                        </p:tgtEl>
                                        <p:attrNameLst>
                                          <p:attrName>style.visibility</p:attrName>
                                        </p:attrNameLst>
                                      </p:cBhvr>
                                      <p:to>
                                        <p:strVal val="visible"/>
                                      </p:to>
                                    </p:set>
                                    <p:anim calcmode="lin" valueType="num">
                                      <p:cBhvr>
                                        <p:cTn id="57" dur="500" fill="hold"/>
                                        <p:tgtEl>
                                          <p:spTgt spid="62"/>
                                        </p:tgtEl>
                                        <p:attrNameLst>
                                          <p:attrName>ppt_w</p:attrName>
                                        </p:attrNameLst>
                                      </p:cBhvr>
                                      <p:tavLst>
                                        <p:tav tm="0">
                                          <p:val>
                                            <p:fltVal val="0"/>
                                          </p:val>
                                        </p:tav>
                                        <p:tav tm="100000">
                                          <p:val>
                                            <p:strVal val="#ppt_w"/>
                                          </p:val>
                                        </p:tav>
                                      </p:tavLst>
                                    </p:anim>
                                    <p:anim calcmode="lin" valueType="num">
                                      <p:cBhvr>
                                        <p:cTn id="58" dur="500" fill="hold"/>
                                        <p:tgtEl>
                                          <p:spTgt spid="62"/>
                                        </p:tgtEl>
                                        <p:attrNameLst>
                                          <p:attrName>ppt_h</p:attrName>
                                        </p:attrNameLst>
                                      </p:cBhvr>
                                      <p:tavLst>
                                        <p:tav tm="0">
                                          <p:val>
                                            <p:fltVal val="0"/>
                                          </p:val>
                                        </p:tav>
                                        <p:tav tm="100000">
                                          <p:val>
                                            <p:strVal val="#ppt_h"/>
                                          </p:val>
                                        </p:tav>
                                      </p:tavLst>
                                    </p:anim>
                                    <p:animEffect transition="in" filter="fade">
                                      <p:cBhvr>
                                        <p:cTn id="59" dur="500"/>
                                        <p:tgtEl>
                                          <p:spTgt spid="62"/>
                                        </p:tgtEl>
                                      </p:cBhvr>
                                    </p:animEffect>
                                  </p:childTnLst>
                                </p:cTn>
                              </p:par>
                            </p:childTnLst>
                          </p:cTn>
                        </p:par>
                        <p:par>
                          <p:cTn id="60" fill="hold">
                            <p:stCondLst>
                              <p:cond delay="5000"/>
                            </p:stCondLst>
                            <p:childTnLst>
                              <p:par>
                                <p:cTn id="61" presetID="2" presetClass="entr" presetSubtype="2" accel="50000" decel="50000" fill="hold" nodeType="after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1+#ppt_w/2"/>
                                          </p:val>
                                        </p:tav>
                                        <p:tav tm="100000">
                                          <p:val>
                                            <p:strVal val="#ppt_x"/>
                                          </p:val>
                                        </p:tav>
                                      </p:tavLst>
                                    </p:anim>
                                    <p:anim calcmode="lin" valueType="num">
                                      <p:cBhvr additive="base">
                                        <p:cTn id="64" dur="500" fill="hold"/>
                                        <p:tgtEl>
                                          <p:spTgt spid="26"/>
                                        </p:tgtEl>
                                        <p:attrNameLst>
                                          <p:attrName>ppt_y</p:attrName>
                                        </p:attrNameLst>
                                      </p:cBhvr>
                                      <p:tavLst>
                                        <p:tav tm="0">
                                          <p:val>
                                            <p:strVal val="#ppt_y"/>
                                          </p:val>
                                        </p:tav>
                                        <p:tav tm="100000">
                                          <p:val>
                                            <p:strVal val="#ppt_y"/>
                                          </p:val>
                                        </p:tav>
                                      </p:tavLst>
                                    </p:anim>
                                  </p:childTnLst>
                                </p:cTn>
                              </p:par>
                            </p:childTnLst>
                          </p:cTn>
                        </p:par>
                        <p:par>
                          <p:cTn id="65" fill="hold">
                            <p:stCondLst>
                              <p:cond delay="5500"/>
                            </p:stCondLst>
                            <p:childTnLst>
                              <p:par>
                                <p:cTn id="66" presetID="53" presetClass="entr" presetSubtype="0" fill="hold" nodeType="afterEffect">
                                  <p:stCondLst>
                                    <p:cond delay="0"/>
                                  </p:stCondLst>
                                  <p:childTnLst>
                                    <p:set>
                                      <p:cBhvr>
                                        <p:cTn id="67" dur="1" fill="hold">
                                          <p:stCondLst>
                                            <p:cond delay="0"/>
                                          </p:stCondLst>
                                        </p:cTn>
                                        <p:tgtEl>
                                          <p:spTgt spid="65"/>
                                        </p:tgtEl>
                                        <p:attrNameLst>
                                          <p:attrName>style.visibility</p:attrName>
                                        </p:attrNameLst>
                                      </p:cBhvr>
                                      <p:to>
                                        <p:strVal val="visible"/>
                                      </p:to>
                                    </p:set>
                                    <p:anim calcmode="lin" valueType="num">
                                      <p:cBhvr>
                                        <p:cTn id="68" dur="500" fill="hold"/>
                                        <p:tgtEl>
                                          <p:spTgt spid="65"/>
                                        </p:tgtEl>
                                        <p:attrNameLst>
                                          <p:attrName>ppt_w</p:attrName>
                                        </p:attrNameLst>
                                      </p:cBhvr>
                                      <p:tavLst>
                                        <p:tav tm="0">
                                          <p:val>
                                            <p:fltVal val="0"/>
                                          </p:val>
                                        </p:tav>
                                        <p:tav tm="100000">
                                          <p:val>
                                            <p:strVal val="#ppt_w"/>
                                          </p:val>
                                        </p:tav>
                                      </p:tavLst>
                                    </p:anim>
                                    <p:anim calcmode="lin" valueType="num">
                                      <p:cBhvr>
                                        <p:cTn id="69" dur="500" fill="hold"/>
                                        <p:tgtEl>
                                          <p:spTgt spid="65"/>
                                        </p:tgtEl>
                                        <p:attrNameLst>
                                          <p:attrName>ppt_h</p:attrName>
                                        </p:attrNameLst>
                                      </p:cBhvr>
                                      <p:tavLst>
                                        <p:tav tm="0">
                                          <p:val>
                                            <p:fltVal val="0"/>
                                          </p:val>
                                        </p:tav>
                                        <p:tav tm="100000">
                                          <p:val>
                                            <p:strVal val="#ppt_h"/>
                                          </p:val>
                                        </p:tav>
                                      </p:tavLst>
                                    </p:anim>
                                    <p:animEffect transition="in" filter="fade">
                                      <p:cBhvr>
                                        <p:cTn id="70" dur="500"/>
                                        <p:tgtEl>
                                          <p:spTgt spid="65"/>
                                        </p:tgtEl>
                                      </p:cBhvr>
                                    </p:animEffect>
                                  </p:childTnLst>
                                </p:cTn>
                              </p:par>
                            </p:childTnLst>
                          </p:cTn>
                        </p:par>
                        <p:par>
                          <p:cTn id="71" fill="hold">
                            <p:stCondLst>
                              <p:cond delay="6000"/>
                            </p:stCondLst>
                            <p:childTnLst>
                              <p:par>
                                <p:cTn id="72" presetID="2" presetClass="entr" presetSubtype="2" accel="50000" decel="50000" fill="hold" nodeType="afterEffect">
                                  <p:stCondLst>
                                    <p:cond delay="0"/>
                                  </p:stCondLst>
                                  <p:childTnLst>
                                    <p:set>
                                      <p:cBhvr>
                                        <p:cTn id="73" dur="1" fill="hold">
                                          <p:stCondLst>
                                            <p:cond delay="0"/>
                                          </p:stCondLst>
                                        </p:cTn>
                                        <p:tgtEl>
                                          <p:spTgt spid="29"/>
                                        </p:tgtEl>
                                        <p:attrNameLst>
                                          <p:attrName>style.visibility</p:attrName>
                                        </p:attrNameLst>
                                      </p:cBhvr>
                                      <p:to>
                                        <p:strVal val="visible"/>
                                      </p:to>
                                    </p:set>
                                    <p:anim calcmode="lin" valueType="num">
                                      <p:cBhvr additive="base">
                                        <p:cTn id="74" dur="500" fill="hold"/>
                                        <p:tgtEl>
                                          <p:spTgt spid="29"/>
                                        </p:tgtEl>
                                        <p:attrNameLst>
                                          <p:attrName>ppt_x</p:attrName>
                                        </p:attrNameLst>
                                      </p:cBhvr>
                                      <p:tavLst>
                                        <p:tav tm="0">
                                          <p:val>
                                            <p:strVal val="1+#ppt_w/2"/>
                                          </p:val>
                                        </p:tav>
                                        <p:tav tm="100000">
                                          <p:val>
                                            <p:strVal val="#ppt_x"/>
                                          </p:val>
                                        </p:tav>
                                      </p:tavLst>
                                    </p:anim>
                                    <p:anim calcmode="lin" valueType="num">
                                      <p:cBhvr additive="base">
                                        <p:cTn id="75" dur="500" fill="hold"/>
                                        <p:tgtEl>
                                          <p:spTgt spid="29"/>
                                        </p:tgtEl>
                                        <p:attrNameLst>
                                          <p:attrName>ppt_y</p:attrName>
                                        </p:attrNameLst>
                                      </p:cBhvr>
                                      <p:tavLst>
                                        <p:tav tm="0">
                                          <p:val>
                                            <p:strVal val="#ppt_y"/>
                                          </p:val>
                                        </p:tav>
                                        <p:tav tm="100000">
                                          <p:val>
                                            <p:strVal val="#ppt_y"/>
                                          </p:val>
                                        </p:tav>
                                      </p:tavLst>
                                    </p:anim>
                                  </p:childTnLst>
                                </p:cTn>
                              </p:par>
                            </p:childTnLst>
                          </p:cTn>
                        </p:par>
                        <p:par>
                          <p:cTn id="76" fill="hold">
                            <p:stCondLst>
                              <p:cond delay="6500"/>
                            </p:stCondLst>
                            <p:childTnLst>
                              <p:par>
                                <p:cTn id="77" presetID="53" presetClass="entr" presetSubtype="0" fill="hold" nodeType="afterEffect">
                                  <p:stCondLst>
                                    <p:cond delay="0"/>
                                  </p:stCondLst>
                                  <p:childTnLst>
                                    <p:set>
                                      <p:cBhvr>
                                        <p:cTn id="78" dur="1" fill="hold">
                                          <p:stCondLst>
                                            <p:cond delay="0"/>
                                          </p:stCondLst>
                                        </p:cTn>
                                        <p:tgtEl>
                                          <p:spTgt spid="71"/>
                                        </p:tgtEl>
                                        <p:attrNameLst>
                                          <p:attrName>style.visibility</p:attrName>
                                        </p:attrNameLst>
                                      </p:cBhvr>
                                      <p:to>
                                        <p:strVal val="visible"/>
                                      </p:to>
                                    </p:set>
                                    <p:anim calcmode="lin" valueType="num">
                                      <p:cBhvr>
                                        <p:cTn id="79" dur="500" fill="hold"/>
                                        <p:tgtEl>
                                          <p:spTgt spid="71"/>
                                        </p:tgtEl>
                                        <p:attrNameLst>
                                          <p:attrName>ppt_w</p:attrName>
                                        </p:attrNameLst>
                                      </p:cBhvr>
                                      <p:tavLst>
                                        <p:tav tm="0">
                                          <p:val>
                                            <p:fltVal val="0"/>
                                          </p:val>
                                        </p:tav>
                                        <p:tav tm="100000">
                                          <p:val>
                                            <p:strVal val="#ppt_w"/>
                                          </p:val>
                                        </p:tav>
                                      </p:tavLst>
                                    </p:anim>
                                    <p:anim calcmode="lin" valueType="num">
                                      <p:cBhvr>
                                        <p:cTn id="80" dur="500" fill="hold"/>
                                        <p:tgtEl>
                                          <p:spTgt spid="71"/>
                                        </p:tgtEl>
                                        <p:attrNameLst>
                                          <p:attrName>ppt_h</p:attrName>
                                        </p:attrNameLst>
                                      </p:cBhvr>
                                      <p:tavLst>
                                        <p:tav tm="0">
                                          <p:val>
                                            <p:fltVal val="0"/>
                                          </p:val>
                                        </p:tav>
                                        <p:tav tm="100000">
                                          <p:val>
                                            <p:strVal val="#ppt_h"/>
                                          </p:val>
                                        </p:tav>
                                      </p:tavLst>
                                    </p:anim>
                                    <p:animEffect transition="in" filter="fade">
                                      <p:cBhvr>
                                        <p:cTn id="81" dur="500"/>
                                        <p:tgtEl>
                                          <p:spTgt spid="71"/>
                                        </p:tgtEl>
                                      </p:cBhvr>
                                    </p:animEffect>
                                  </p:childTnLst>
                                </p:cTn>
                              </p:par>
                            </p:childTnLst>
                          </p:cTn>
                        </p:par>
                        <p:par>
                          <p:cTn id="82" fill="hold">
                            <p:stCondLst>
                              <p:cond delay="7000"/>
                            </p:stCondLst>
                            <p:childTnLst>
                              <p:par>
                                <p:cTn id="83" presetID="2" presetClass="entr" presetSubtype="2" accel="50000" decel="50000" fill="hold" nodeType="afterEffect">
                                  <p:stCondLst>
                                    <p:cond delay="0"/>
                                  </p:stCondLst>
                                  <p:childTnLst>
                                    <p:set>
                                      <p:cBhvr>
                                        <p:cTn id="84" dur="1" fill="hold">
                                          <p:stCondLst>
                                            <p:cond delay="0"/>
                                          </p:stCondLst>
                                        </p:cTn>
                                        <p:tgtEl>
                                          <p:spTgt spid="32"/>
                                        </p:tgtEl>
                                        <p:attrNameLst>
                                          <p:attrName>style.visibility</p:attrName>
                                        </p:attrNameLst>
                                      </p:cBhvr>
                                      <p:to>
                                        <p:strVal val="visible"/>
                                      </p:to>
                                    </p:set>
                                    <p:anim calcmode="lin" valueType="num">
                                      <p:cBhvr additive="base">
                                        <p:cTn id="85" dur="500" fill="hold"/>
                                        <p:tgtEl>
                                          <p:spTgt spid="32"/>
                                        </p:tgtEl>
                                        <p:attrNameLst>
                                          <p:attrName>ppt_x</p:attrName>
                                        </p:attrNameLst>
                                      </p:cBhvr>
                                      <p:tavLst>
                                        <p:tav tm="0">
                                          <p:val>
                                            <p:strVal val="1+#ppt_w/2"/>
                                          </p:val>
                                        </p:tav>
                                        <p:tav tm="100000">
                                          <p:val>
                                            <p:strVal val="#ppt_x"/>
                                          </p:val>
                                        </p:tav>
                                      </p:tavLst>
                                    </p:anim>
                                    <p:anim calcmode="lin" valueType="num">
                                      <p:cBhvr additive="base">
                                        <p:cTn id="86" dur="500" fill="hold"/>
                                        <p:tgtEl>
                                          <p:spTgt spid="32"/>
                                        </p:tgtEl>
                                        <p:attrNameLst>
                                          <p:attrName>ppt_y</p:attrName>
                                        </p:attrNameLst>
                                      </p:cBhvr>
                                      <p:tavLst>
                                        <p:tav tm="0">
                                          <p:val>
                                            <p:strVal val="#ppt_y"/>
                                          </p:val>
                                        </p:tav>
                                        <p:tav tm="100000">
                                          <p:val>
                                            <p:strVal val="#ppt_y"/>
                                          </p:val>
                                        </p:tav>
                                      </p:tavLst>
                                    </p:anim>
                                  </p:childTnLst>
                                </p:cTn>
                              </p:par>
                            </p:childTnLst>
                          </p:cTn>
                        </p:par>
                        <p:par>
                          <p:cTn id="87" fill="hold">
                            <p:stCondLst>
                              <p:cond delay="7500"/>
                            </p:stCondLst>
                            <p:childTnLst>
                              <p:par>
                                <p:cTn id="88" presetID="53" presetClass="entr" presetSubtype="0" fill="hold" nodeType="afterEffect">
                                  <p:stCondLst>
                                    <p:cond delay="0"/>
                                  </p:stCondLst>
                                  <p:childTnLst>
                                    <p:set>
                                      <p:cBhvr>
                                        <p:cTn id="89" dur="1" fill="hold">
                                          <p:stCondLst>
                                            <p:cond delay="0"/>
                                          </p:stCondLst>
                                        </p:cTn>
                                        <p:tgtEl>
                                          <p:spTgt spid="68"/>
                                        </p:tgtEl>
                                        <p:attrNameLst>
                                          <p:attrName>style.visibility</p:attrName>
                                        </p:attrNameLst>
                                      </p:cBhvr>
                                      <p:to>
                                        <p:strVal val="visible"/>
                                      </p:to>
                                    </p:set>
                                    <p:anim calcmode="lin" valueType="num">
                                      <p:cBhvr>
                                        <p:cTn id="90" dur="500" fill="hold"/>
                                        <p:tgtEl>
                                          <p:spTgt spid="68"/>
                                        </p:tgtEl>
                                        <p:attrNameLst>
                                          <p:attrName>ppt_w</p:attrName>
                                        </p:attrNameLst>
                                      </p:cBhvr>
                                      <p:tavLst>
                                        <p:tav tm="0">
                                          <p:val>
                                            <p:fltVal val="0"/>
                                          </p:val>
                                        </p:tav>
                                        <p:tav tm="100000">
                                          <p:val>
                                            <p:strVal val="#ppt_w"/>
                                          </p:val>
                                        </p:tav>
                                      </p:tavLst>
                                    </p:anim>
                                    <p:anim calcmode="lin" valueType="num">
                                      <p:cBhvr>
                                        <p:cTn id="91" dur="500" fill="hold"/>
                                        <p:tgtEl>
                                          <p:spTgt spid="68"/>
                                        </p:tgtEl>
                                        <p:attrNameLst>
                                          <p:attrName>ppt_h</p:attrName>
                                        </p:attrNameLst>
                                      </p:cBhvr>
                                      <p:tavLst>
                                        <p:tav tm="0">
                                          <p:val>
                                            <p:fltVal val="0"/>
                                          </p:val>
                                        </p:tav>
                                        <p:tav tm="100000">
                                          <p:val>
                                            <p:strVal val="#ppt_h"/>
                                          </p:val>
                                        </p:tav>
                                      </p:tavLst>
                                    </p:anim>
                                    <p:animEffect transition="in" filter="fade">
                                      <p:cBhvr>
                                        <p:cTn id="92" dur="500"/>
                                        <p:tgtEl>
                                          <p:spTgt spid="68"/>
                                        </p:tgtEl>
                                      </p:cBhvr>
                                    </p:animEffect>
                                  </p:childTnLst>
                                </p:cTn>
                              </p:par>
                            </p:childTnLst>
                          </p:cTn>
                        </p:par>
                        <p:par>
                          <p:cTn id="93" fill="hold">
                            <p:stCondLst>
                              <p:cond delay="8000"/>
                            </p:stCondLst>
                            <p:childTnLst>
                              <p:par>
                                <p:cTn id="94" presetID="2" presetClass="entr" presetSubtype="2" accel="50000" decel="50000" fill="hold" nodeType="afterEffect">
                                  <p:stCondLst>
                                    <p:cond delay="0"/>
                                  </p:stCondLst>
                                  <p:childTnLst>
                                    <p:set>
                                      <p:cBhvr>
                                        <p:cTn id="95" dur="1" fill="hold">
                                          <p:stCondLst>
                                            <p:cond delay="0"/>
                                          </p:stCondLst>
                                        </p:cTn>
                                        <p:tgtEl>
                                          <p:spTgt spid="35"/>
                                        </p:tgtEl>
                                        <p:attrNameLst>
                                          <p:attrName>style.visibility</p:attrName>
                                        </p:attrNameLst>
                                      </p:cBhvr>
                                      <p:to>
                                        <p:strVal val="visible"/>
                                      </p:to>
                                    </p:set>
                                    <p:anim calcmode="lin" valueType="num">
                                      <p:cBhvr additive="base">
                                        <p:cTn id="96" dur="500" fill="hold"/>
                                        <p:tgtEl>
                                          <p:spTgt spid="35"/>
                                        </p:tgtEl>
                                        <p:attrNameLst>
                                          <p:attrName>ppt_x</p:attrName>
                                        </p:attrNameLst>
                                      </p:cBhvr>
                                      <p:tavLst>
                                        <p:tav tm="0">
                                          <p:val>
                                            <p:strVal val="1+#ppt_w/2"/>
                                          </p:val>
                                        </p:tav>
                                        <p:tav tm="100000">
                                          <p:val>
                                            <p:strVal val="#ppt_x"/>
                                          </p:val>
                                        </p:tav>
                                      </p:tavLst>
                                    </p:anim>
                                    <p:anim calcmode="lin" valueType="num">
                                      <p:cBhvr additive="base">
                                        <p:cTn id="97"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a:xfrm rot="4351113">
            <a:off x="5467143" y="2247983"/>
            <a:ext cx="4707118" cy="3246798"/>
            <a:chOff x="940378" y="1114346"/>
            <a:chExt cx="7056438" cy="4867275"/>
          </a:xfrm>
        </p:grpSpPr>
        <p:sp>
          <p:nvSpPr>
            <p:cNvPr id="6" name="Arc 682"/>
            <p:cNvSpPr>
              <a:spLocks/>
            </p:cNvSpPr>
            <p:nvPr/>
          </p:nvSpPr>
          <p:spPr bwMode="auto">
            <a:xfrm rot="18746405">
              <a:off x="3554196" y="1119903"/>
              <a:ext cx="1014413" cy="1003300"/>
            </a:xfrm>
            <a:custGeom>
              <a:avLst/>
              <a:gdLst>
                <a:gd name="T0" fmla="*/ 2147483647 w 21600"/>
                <a:gd name="T1" fmla="*/ 0 h 21356"/>
                <a:gd name="T2" fmla="*/ 2147483647 w 21600"/>
                <a:gd name="T3" fmla="*/ 2147483647 h 21356"/>
                <a:gd name="T4" fmla="*/ 0 w 21600"/>
                <a:gd name="T5" fmla="*/ 2147483647 h 21356"/>
                <a:gd name="T6" fmla="*/ 0 60000 65536"/>
                <a:gd name="T7" fmla="*/ 0 60000 65536"/>
                <a:gd name="T8" fmla="*/ 0 60000 65536"/>
                <a:gd name="T9" fmla="*/ 0 w 21600"/>
                <a:gd name="T10" fmla="*/ 0 h 21356"/>
                <a:gd name="T11" fmla="*/ 21600 w 21600"/>
                <a:gd name="T12" fmla="*/ 21356 h 21356"/>
              </a:gdLst>
              <a:ahLst/>
              <a:cxnLst>
                <a:cxn ang="T6">
                  <a:pos x="T0" y="T1"/>
                </a:cxn>
                <a:cxn ang="T7">
                  <a:pos x="T2" y="T3"/>
                </a:cxn>
                <a:cxn ang="T8">
                  <a:pos x="T4" y="T5"/>
                </a:cxn>
              </a:cxnLst>
              <a:rect l="T9" t="T10" r="T11" b="T12"/>
              <a:pathLst>
                <a:path w="21600" h="21356" fill="none" extrusionOk="0">
                  <a:moveTo>
                    <a:pt x="3237" y="-1"/>
                  </a:moveTo>
                  <a:cubicBezTo>
                    <a:pt x="13795" y="1600"/>
                    <a:pt x="21600" y="10676"/>
                    <a:pt x="21600" y="21356"/>
                  </a:cubicBezTo>
                </a:path>
                <a:path w="21600" h="21356" stroke="0" extrusionOk="0">
                  <a:moveTo>
                    <a:pt x="3237" y="-1"/>
                  </a:moveTo>
                  <a:cubicBezTo>
                    <a:pt x="13795" y="1600"/>
                    <a:pt x="21600" y="10676"/>
                    <a:pt x="21600" y="21356"/>
                  </a:cubicBezTo>
                  <a:lnTo>
                    <a:pt x="0" y="21356"/>
                  </a:lnTo>
                  <a:lnTo>
                    <a:pt x="3237" y="-1"/>
                  </a:lnTo>
                  <a:close/>
                </a:path>
              </a:pathLst>
            </a:custGeom>
            <a:noFill/>
            <a:ln w="9525">
              <a:solidFill>
                <a:schemeClr val="bg1">
                  <a:lumMod val="50000"/>
                </a:schemeClr>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just" defTabSz="1054842" latinLnBrk="1">
                <a:lnSpc>
                  <a:spcPct val="120000"/>
                </a:lnSpc>
                <a:spcBef>
                  <a:spcPts val="0"/>
                </a:spcBef>
                <a:spcAft>
                  <a:spcPts val="0"/>
                </a:spcAft>
                <a:defRPr/>
              </a:pPr>
              <a:endParaRPr kumimoji="1" lang="zh-CN" altLang="en-US" sz="900" kern="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673"/>
            <p:cNvSpPr>
              <a:spLocks noEditPoints="1"/>
            </p:cNvSpPr>
            <p:nvPr/>
          </p:nvSpPr>
          <p:spPr bwMode="auto">
            <a:xfrm rot="21275257">
              <a:off x="4204278" y="1579484"/>
              <a:ext cx="2628900" cy="2630487"/>
            </a:xfrm>
            <a:custGeom>
              <a:avLst/>
              <a:gdLst>
                <a:gd name="T0" fmla="*/ 2147483647 w 1816"/>
                <a:gd name="T1" fmla="*/ 2147483647 h 1816"/>
                <a:gd name="T2" fmla="*/ 2147483647 w 1816"/>
                <a:gd name="T3" fmla="*/ 2147483647 h 1816"/>
                <a:gd name="T4" fmla="*/ 2147483647 w 1816"/>
                <a:gd name="T5" fmla="*/ 2147483647 h 1816"/>
                <a:gd name="T6" fmla="*/ 2147483647 w 1816"/>
                <a:gd name="T7" fmla="*/ 2147483647 h 1816"/>
                <a:gd name="T8" fmla="*/ 2147483647 w 1816"/>
                <a:gd name="T9" fmla="*/ 2147483647 h 1816"/>
                <a:gd name="T10" fmla="*/ 2147483647 w 1816"/>
                <a:gd name="T11" fmla="*/ 2147483647 h 1816"/>
                <a:gd name="T12" fmla="*/ 2147483647 w 1816"/>
                <a:gd name="T13" fmla="*/ 2147483647 h 1816"/>
                <a:gd name="T14" fmla="*/ 2147483647 w 1816"/>
                <a:gd name="T15" fmla="*/ 2147483647 h 1816"/>
                <a:gd name="T16" fmla="*/ 2147483647 w 1816"/>
                <a:gd name="T17" fmla="*/ 2147483647 h 1816"/>
                <a:gd name="T18" fmla="*/ 2147483647 w 1816"/>
                <a:gd name="T19" fmla="*/ 2147483647 h 1816"/>
                <a:gd name="T20" fmla="*/ 2147483647 w 1816"/>
                <a:gd name="T21" fmla="*/ 2147483647 h 1816"/>
                <a:gd name="T22" fmla="*/ 2147483647 w 1816"/>
                <a:gd name="T23" fmla="*/ 2147483647 h 1816"/>
                <a:gd name="T24" fmla="*/ 0 w 1816"/>
                <a:gd name="T25" fmla="*/ 2147483647 h 1816"/>
                <a:gd name="T26" fmla="*/ 2147483647 w 1816"/>
                <a:gd name="T27" fmla="*/ 2147483647 h 1816"/>
                <a:gd name="T28" fmla="*/ 2147483647 w 1816"/>
                <a:gd name="T29" fmla="*/ 2147483647 h 1816"/>
                <a:gd name="T30" fmla="*/ 2147483647 w 1816"/>
                <a:gd name="T31" fmla="*/ 2147483647 h 1816"/>
                <a:gd name="T32" fmla="*/ 2147483647 w 1816"/>
                <a:gd name="T33" fmla="*/ 2147483647 h 1816"/>
                <a:gd name="T34" fmla="*/ 2147483647 w 1816"/>
                <a:gd name="T35" fmla="*/ 2147483647 h 1816"/>
                <a:gd name="T36" fmla="*/ 2147483647 w 1816"/>
                <a:gd name="T37" fmla="*/ 2147483647 h 1816"/>
                <a:gd name="T38" fmla="*/ 2147483647 w 1816"/>
                <a:gd name="T39" fmla="*/ 2147483647 h 1816"/>
                <a:gd name="T40" fmla="*/ 2147483647 w 1816"/>
                <a:gd name="T41" fmla="*/ 2147483647 h 1816"/>
                <a:gd name="T42" fmla="*/ 2147483647 w 1816"/>
                <a:gd name="T43" fmla="*/ 2147483647 h 1816"/>
                <a:gd name="T44" fmla="*/ 2147483647 w 1816"/>
                <a:gd name="T45" fmla="*/ 2147483647 h 1816"/>
                <a:gd name="T46" fmla="*/ 2147483647 w 1816"/>
                <a:gd name="T47" fmla="*/ 2147483647 h 1816"/>
                <a:gd name="T48" fmla="*/ 2147483647 w 1816"/>
                <a:gd name="T49" fmla="*/ 2147483647 h 1816"/>
                <a:gd name="T50" fmla="*/ 2147483647 w 1816"/>
                <a:gd name="T51" fmla="*/ 2147483647 h 1816"/>
                <a:gd name="T52" fmla="*/ 2147483647 w 1816"/>
                <a:gd name="T53" fmla="*/ 2147483647 h 1816"/>
                <a:gd name="T54" fmla="*/ 2147483647 w 1816"/>
                <a:gd name="T55" fmla="*/ 2147483647 h 1816"/>
                <a:gd name="T56" fmla="*/ 2147483647 w 1816"/>
                <a:gd name="T57" fmla="*/ 2147483647 h 1816"/>
                <a:gd name="T58" fmla="*/ 2147483647 w 1816"/>
                <a:gd name="T59" fmla="*/ 2147483647 h 1816"/>
                <a:gd name="T60" fmla="*/ 2147483647 w 1816"/>
                <a:gd name="T61" fmla="*/ 2147483647 h 1816"/>
                <a:gd name="T62" fmla="*/ 2147483647 w 1816"/>
                <a:gd name="T63" fmla="*/ 2147483647 h 1816"/>
                <a:gd name="T64" fmla="*/ 2147483647 w 1816"/>
                <a:gd name="T65" fmla="*/ 2147483647 h 1816"/>
                <a:gd name="T66" fmla="*/ 2147483647 w 1816"/>
                <a:gd name="T67" fmla="*/ 2147483647 h 1816"/>
                <a:gd name="T68" fmla="*/ 2147483647 w 1816"/>
                <a:gd name="T69" fmla="*/ 2147483647 h 1816"/>
                <a:gd name="T70" fmla="*/ 2147483647 w 1816"/>
                <a:gd name="T71" fmla="*/ 2147483647 h 1816"/>
                <a:gd name="T72" fmla="*/ 2147483647 w 1816"/>
                <a:gd name="T73" fmla="*/ 2147483647 h 1816"/>
                <a:gd name="T74" fmla="*/ 2147483647 w 1816"/>
                <a:gd name="T75" fmla="*/ 2147483647 h 1816"/>
                <a:gd name="T76" fmla="*/ 2147483647 w 1816"/>
                <a:gd name="T77" fmla="*/ 2147483647 h 1816"/>
                <a:gd name="T78" fmla="*/ 2147483647 w 1816"/>
                <a:gd name="T79" fmla="*/ 2147483647 h 1816"/>
                <a:gd name="T80" fmla="*/ 2147483647 w 1816"/>
                <a:gd name="T81" fmla="*/ 2147483647 h 1816"/>
                <a:gd name="T82" fmla="*/ 2147483647 w 1816"/>
                <a:gd name="T83" fmla="*/ 2147483647 h 1816"/>
                <a:gd name="T84" fmla="*/ 2147483647 w 1816"/>
                <a:gd name="T85" fmla="*/ 2147483647 h 1816"/>
                <a:gd name="T86" fmla="*/ 2147483647 w 1816"/>
                <a:gd name="T87" fmla="*/ 2147483647 h 1816"/>
                <a:gd name="T88" fmla="*/ 2147483647 w 1816"/>
                <a:gd name="T89" fmla="*/ 2147483647 h 1816"/>
                <a:gd name="T90" fmla="*/ 2147483647 w 1816"/>
                <a:gd name="T91" fmla="*/ 2147483647 h 1816"/>
                <a:gd name="T92" fmla="*/ 2147483647 w 1816"/>
                <a:gd name="T93" fmla="*/ 2147483647 h 1816"/>
                <a:gd name="T94" fmla="*/ 2147483647 w 1816"/>
                <a:gd name="T95" fmla="*/ 2147483647 h 1816"/>
                <a:gd name="T96" fmla="*/ 2147483647 w 1816"/>
                <a:gd name="T97" fmla="*/ 2147483647 h 1816"/>
                <a:gd name="T98" fmla="*/ 2147483647 w 1816"/>
                <a:gd name="T99" fmla="*/ 2147483647 h 1816"/>
                <a:gd name="T100" fmla="*/ 2147483647 w 1816"/>
                <a:gd name="T101" fmla="*/ 2147483647 h 1816"/>
                <a:gd name="T102" fmla="*/ 2147483647 w 1816"/>
                <a:gd name="T103" fmla="*/ 2147483647 h 181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16"/>
                <a:gd name="T157" fmla="*/ 0 h 1816"/>
                <a:gd name="T158" fmla="*/ 1816 w 1816"/>
                <a:gd name="T159" fmla="*/ 1816 h 181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16" h="1816">
                  <a:moveTo>
                    <a:pt x="1816" y="978"/>
                  </a:moveTo>
                  <a:lnTo>
                    <a:pt x="1816" y="836"/>
                  </a:lnTo>
                  <a:lnTo>
                    <a:pt x="1710" y="836"/>
                  </a:lnTo>
                  <a:lnTo>
                    <a:pt x="1706" y="792"/>
                  </a:lnTo>
                  <a:lnTo>
                    <a:pt x="1698" y="750"/>
                  </a:lnTo>
                  <a:lnTo>
                    <a:pt x="1688" y="708"/>
                  </a:lnTo>
                  <a:lnTo>
                    <a:pt x="1678" y="666"/>
                  </a:lnTo>
                  <a:lnTo>
                    <a:pt x="1774" y="626"/>
                  </a:lnTo>
                  <a:lnTo>
                    <a:pt x="1718" y="494"/>
                  </a:lnTo>
                  <a:lnTo>
                    <a:pt x="1622" y="534"/>
                  </a:lnTo>
                  <a:lnTo>
                    <a:pt x="1602" y="496"/>
                  </a:lnTo>
                  <a:lnTo>
                    <a:pt x="1578" y="460"/>
                  </a:lnTo>
                  <a:lnTo>
                    <a:pt x="1552" y="424"/>
                  </a:lnTo>
                  <a:lnTo>
                    <a:pt x="1526" y="390"/>
                  </a:lnTo>
                  <a:lnTo>
                    <a:pt x="1600" y="316"/>
                  </a:lnTo>
                  <a:lnTo>
                    <a:pt x="1498" y="216"/>
                  </a:lnTo>
                  <a:lnTo>
                    <a:pt x="1426" y="290"/>
                  </a:lnTo>
                  <a:lnTo>
                    <a:pt x="1392" y="262"/>
                  </a:lnTo>
                  <a:lnTo>
                    <a:pt x="1356" y="236"/>
                  </a:lnTo>
                  <a:lnTo>
                    <a:pt x="1318" y="214"/>
                  </a:lnTo>
                  <a:lnTo>
                    <a:pt x="1280" y="192"/>
                  </a:lnTo>
                  <a:lnTo>
                    <a:pt x="1320" y="96"/>
                  </a:lnTo>
                  <a:lnTo>
                    <a:pt x="1188" y="42"/>
                  </a:lnTo>
                  <a:lnTo>
                    <a:pt x="1150" y="138"/>
                  </a:lnTo>
                  <a:lnTo>
                    <a:pt x="1108" y="126"/>
                  </a:lnTo>
                  <a:lnTo>
                    <a:pt x="1066" y="116"/>
                  </a:lnTo>
                  <a:lnTo>
                    <a:pt x="1022" y="110"/>
                  </a:lnTo>
                  <a:lnTo>
                    <a:pt x="978" y="104"/>
                  </a:lnTo>
                  <a:lnTo>
                    <a:pt x="978" y="0"/>
                  </a:lnTo>
                  <a:lnTo>
                    <a:pt x="836" y="0"/>
                  </a:lnTo>
                  <a:lnTo>
                    <a:pt x="836" y="104"/>
                  </a:lnTo>
                  <a:lnTo>
                    <a:pt x="792" y="110"/>
                  </a:lnTo>
                  <a:lnTo>
                    <a:pt x="750" y="116"/>
                  </a:lnTo>
                  <a:lnTo>
                    <a:pt x="706" y="126"/>
                  </a:lnTo>
                  <a:lnTo>
                    <a:pt x="666" y="138"/>
                  </a:lnTo>
                  <a:lnTo>
                    <a:pt x="626" y="42"/>
                  </a:lnTo>
                  <a:lnTo>
                    <a:pt x="494" y="96"/>
                  </a:lnTo>
                  <a:lnTo>
                    <a:pt x="534" y="192"/>
                  </a:lnTo>
                  <a:lnTo>
                    <a:pt x="496" y="214"/>
                  </a:lnTo>
                  <a:lnTo>
                    <a:pt x="460" y="236"/>
                  </a:lnTo>
                  <a:lnTo>
                    <a:pt x="424" y="262"/>
                  </a:lnTo>
                  <a:lnTo>
                    <a:pt x="390" y="290"/>
                  </a:lnTo>
                  <a:lnTo>
                    <a:pt x="316" y="216"/>
                  </a:lnTo>
                  <a:lnTo>
                    <a:pt x="216" y="316"/>
                  </a:lnTo>
                  <a:lnTo>
                    <a:pt x="288" y="390"/>
                  </a:lnTo>
                  <a:lnTo>
                    <a:pt x="262" y="424"/>
                  </a:lnTo>
                  <a:lnTo>
                    <a:pt x="236" y="460"/>
                  </a:lnTo>
                  <a:lnTo>
                    <a:pt x="214" y="496"/>
                  </a:lnTo>
                  <a:lnTo>
                    <a:pt x="192" y="534"/>
                  </a:lnTo>
                  <a:lnTo>
                    <a:pt x="96" y="494"/>
                  </a:lnTo>
                  <a:lnTo>
                    <a:pt x="42" y="626"/>
                  </a:lnTo>
                  <a:lnTo>
                    <a:pt x="138" y="666"/>
                  </a:lnTo>
                  <a:lnTo>
                    <a:pt x="126" y="708"/>
                  </a:lnTo>
                  <a:lnTo>
                    <a:pt x="116" y="750"/>
                  </a:lnTo>
                  <a:lnTo>
                    <a:pt x="108" y="792"/>
                  </a:lnTo>
                  <a:lnTo>
                    <a:pt x="104" y="836"/>
                  </a:lnTo>
                  <a:lnTo>
                    <a:pt x="0" y="836"/>
                  </a:lnTo>
                  <a:lnTo>
                    <a:pt x="0" y="978"/>
                  </a:lnTo>
                  <a:lnTo>
                    <a:pt x="104" y="978"/>
                  </a:lnTo>
                  <a:lnTo>
                    <a:pt x="108" y="1022"/>
                  </a:lnTo>
                  <a:lnTo>
                    <a:pt x="116" y="1066"/>
                  </a:lnTo>
                  <a:lnTo>
                    <a:pt x="126" y="1108"/>
                  </a:lnTo>
                  <a:lnTo>
                    <a:pt x="138" y="1150"/>
                  </a:lnTo>
                  <a:lnTo>
                    <a:pt x="42" y="1190"/>
                  </a:lnTo>
                  <a:lnTo>
                    <a:pt x="96" y="1320"/>
                  </a:lnTo>
                  <a:lnTo>
                    <a:pt x="192" y="1280"/>
                  </a:lnTo>
                  <a:lnTo>
                    <a:pt x="214" y="1320"/>
                  </a:lnTo>
                  <a:lnTo>
                    <a:pt x="236" y="1356"/>
                  </a:lnTo>
                  <a:lnTo>
                    <a:pt x="262" y="1392"/>
                  </a:lnTo>
                  <a:lnTo>
                    <a:pt x="288" y="1426"/>
                  </a:lnTo>
                  <a:lnTo>
                    <a:pt x="216" y="1500"/>
                  </a:lnTo>
                  <a:lnTo>
                    <a:pt x="316" y="1600"/>
                  </a:lnTo>
                  <a:lnTo>
                    <a:pt x="390" y="1526"/>
                  </a:lnTo>
                  <a:lnTo>
                    <a:pt x="424" y="1554"/>
                  </a:lnTo>
                  <a:lnTo>
                    <a:pt x="460" y="1578"/>
                  </a:lnTo>
                  <a:lnTo>
                    <a:pt x="496" y="1602"/>
                  </a:lnTo>
                  <a:lnTo>
                    <a:pt x="534" y="1622"/>
                  </a:lnTo>
                  <a:lnTo>
                    <a:pt x="494" y="1718"/>
                  </a:lnTo>
                  <a:lnTo>
                    <a:pt x="626" y="1774"/>
                  </a:lnTo>
                  <a:lnTo>
                    <a:pt x="666" y="1678"/>
                  </a:lnTo>
                  <a:lnTo>
                    <a:pt x="706" y="1690"/>
                  </a:lnTo>
                  <a:lnTo>
                    <a:pt x="750" y="1698"/>
                  </a:lnTo>
                  <a:lnTo>
                    <a:pt x="792" y="1706"/>
                  </a:lnTo>
                  <a:lnTo>
                    <a:pt x="836" y="1712"/>
                  </a:lnTo>
                  <a:lnTo>
                    <a:pt x="836" y="1816"/>
                  </a:lnTo>
                  <a:lnTo>
                    <a:pt x="978" y="1816"/>
                  </a:lnTo>
                  <a:lnTo>
                    <a:pt x="978" y="1712"/>
                  </a:lnTo>
                  <a:lnTo>
                    <a:pt x="1022" y="1706"/>
                  </a:lnTo>
                  <a:lnTo>
                    <a:pt x="1066" y="1698"/>
                  </a:lnTo>
                  <a:lnTo>
                    <a:pt x="1108" y="1690"/>
                  </a:lnTo>
                  <a:lnTo>
                    <a:pt x="1150" y="1678"/>
                  </a:lnTo>
                  <a:lnTo>
                    <a:pt x="1188" y="1774"/>
                  </a:lnTo>
                  <a:lnTo>
                    <a:pt x="1320" y="1718"/>
                  </a:lnTo>
                  <a:lnTo>
                    <a:pt x="1280" y="1622"/>
                  </a:lnTo>
                  <a:lnTo>
                    <a:pt x="1318" y="1602"/>
                  </a:lnTo>
                  <a:lnTo>
                    <a:pt x="1356" y="1578"/>
                  </a:lnTo>
                  <a:lnTo>
                    <a:pt x="1392" y="1554"/>
                  </a:lnTo>
                  <a:lnTo>
                    <a:pt x="1426" y="1526"/>
                  </a:lnTo>
                  <a:lnTo>
                    <a:pt x="1498" y="1600"/>
                  </a:lnTo>
                  <a:lnTo>
                    <a:pt x="1600" y="1500"/>
                  </a:lnTo>
                  <a:lnTo>
                    <a:pt x="1526" y="1426"/>
                  </a:lnTo>
                  <a:lnTo>
                    <a:pt x="1552" y="1392"/>
                  </a:lnTo>
                  <a:lnTo>
                    <a:pt x="1578" y="1356"/>
                  </a:lnTo>
                  <a:lnTo>
                    <a:pt x="1602" y="1320"/>
                  </a:lnTo>
                  <a:lnTo>
                    <a:pt x="1622" y="1280"/>
                  </a:lnTo>
                  <a:lnTo>
                    <a:pt x="1718" y="1320"/>
                  </a:lnTo>
                  <a:lnTo>
                    <a:pt x="1774" y="1190"/>
                  </a:lnTo>
                  <a:lnTo>
                    <a:pt x="1678" y="1150"/>
                  </a:lnTo>
                  <a:lnTo>
                    <a:pt x="1688" y="1108"/>
                  </a:lnTo>
                  <a:lnTo>
                    <a:pt x="1698" y="1066"/>
                  </a:lnTo>
                  <a:lnTo>
                    <a:pt x="1706" y="1022"/>
                  </a:lnTo>
                  <a:lnTo>
                    <a:pt x="1710" y="978"/>
                  </a:lnTo>
                  <a:lnTo>
                    <a:pt x="1816" y="978"/>
                  </a:lnTo>
                  <a:close/>
                  <a:moveTo>
                    <a:pt x="908" y="1614"/>
                  </a:moveTo>
                  <a:lnTo>
                    <a:pt x="908" y="1614"/>
                  </a:lnTo>
                  <a:lnTo>
                    <a:pt x="872" y="1612"/>
                  </a:lnTo>
                  <a:lnTo>
                    <a:pt x="836" y="1610"/>
                  </a:lnTo>
                  <a:lnTo>
                    <a:pt x="800" y="1606"/>
                  </a:lnTo>
                  <a:lnTo>
                    <a:pt x="766" y="1600"/>
                  </a:lnTo>
                  <a:lnTo>
                    <a:pt x="730" y="1592"/>
                  </a:lnTo>
                  <a:lnTo>
                    <a:pt x="698" y="1582"/>
                  </a:lnTo>
                  <a:lnTo>
                    <a:pt x="664" y="1570"/>
                  </a:lnTo>
                  <a:lnTo>
                    <a:pt x="632" y="1558"/>
                  </a:lnTo>
                  <a:lnTo>
                    <a:pt x="602" y="1544"/>
                  </a:lnTo>
                  <a:lnTo>
                    <a:pt x="570" y="1528"/>
                  </a:lnTo>
                  <a:lnTo>
                    <a:pt x="542" y="1512"/>
                  </a:lnTo>
                  <a:lnTo>
                    <a:pt x="512" y="1492"/>
                  </a:lnTo>
                  <a:lnTo>
                    <a:pt x="484" y="1474"/>
                  </a:lnTo>
                  <a:lnTo>
                    <a:pt x="458" y="1452"/>
                  </a:lnTo>
                  <a:lnTo>
                    <a:pt x="432" y="1430"/>
                  </a:lnTo>
                  <a:lnTo>
                    <a:pt x="408" y="1406"/>
                  </a:lnTo>
                  <a:lnTo>
                    <a:pt x="384" y="1382"/>
                  </a:lnTo>
                  <a:lnTo>
                    <a:pt x="362" y="1356"/>
                  </a:lnTo>
                  <a:lnTo>
                    <a:pt x="342" y="1330"/>
                  </a:lnTo>
                  <a:lnTo>
                    <a:pt x="322" y="1302"/>
                  </a:lnTo>
                  <a:lnTo>
                    <a:pt x="304" y="1274"/>
                  </a:lnTo>
                  <a:lnTo>
                    <a:pt x="286" y="1244"/>
                  </a:lnTo>
                  <a:lnTo>
                    <a:pt x="272" y="1214"/>
                  </a:lnTo>
                  <a:lnTo>
                    <a:pt x="256" y="1182"/>
                  </a:lnTo>
                  <a:lnTo>
                    <a:pt x="244" y="1150"/>
                  </a:lnTo>
                  <a:lnTo>
                    <a:pt x="234" y="1118"/>
                  </a:lnTo>
                  <a:lnTo>
                    <a:pt x="224" y="1084"/>
                  </a:lnTo>
                  <a:lnTo>
                    <a:pt x="216" y="1050"/>
                  </a:lnTo>
                  <a:lnTo>
                    <a:pt x="210" y="1016"/>
                  </a:lnTo>
                  <a:lnTo>
                    <a:pt x="206" y="980"/>
                  </a:lnTo>
                  <a:lnTo>
                    <a:pt x="202" y="944"/>
                  </a:lnTo>
                  <a:lnTo>
                    <a:pt x="202" y="908"/>
                  </a:lnTo>
                  <a:lnTo>
                    <a:pt x="202" y="872"/>
                  </a:lnTo>
                  <a:lnTo>
                    <a:pt x="206" y="836"/>
                  </a:lnTo>
                  <a:lnTo>
                    <a:pt x="210" y="800"/>
                  </a:lnTo>
                  <a:lnTo>
                    <a:pt x="216" y="766"/>
                  </a:lnTo>
                  <a:lnTo>
                    <a:pt x="224" y="732"/>
                  </a:lnTo>
                  <a:lnTo>
                    <a:pt x="234" y="698"/>
                  </a:lnTo>
                  <a:lnTo>
                    <a:pt x="244" y="664"/>
                  </a:lnTo>
                  <a:lnTo>
                    <a:pt x="256" y="632"/>
                  </a:lnTo>
                  <a:lnTo>
                    <a:pt x="272" y="602"/>
                  </a:lnTo>
                  <a:lnTo>
                    <a:pt x="286" y="572"/>
                  </a:lnTo>
                  <a:lnTo>
                    <a:pt x="304" y="542"/>
                  </a:lnTo>
                  <a:lnTo>
                    <a:pt x="322" y="512"/>
                  </a:lnTo>
                  <a:lnTo>
                    <a:pt x="342" y="486"/>
                  </a:lnTo>
                  <a:lnTo>
                    <a:pt x="362" y="458"/>
                  </a:lnTo>
                  <a:lnTo>
                    <a:pt x="384" y="432"/>
                  </a:lnTo>
                  <a:lnTo>
                    <a:pt x="408" y="408"/>
                  </a:lnTo>
                  <a:lnTo>
                    <a:pt x="432" y="386"/>
                  </a:lnTo>
                  <a:lnTo>
                    <a:pt x="458" y="362"/>
                  </a:lnTo>
                  <a:lnTo>
                    <a:pt x="484" y="342"/>
                  </a:lnTo>
                  <a:lnTo>
                    <a:pt x="512" y="322"/>
                  </a:lnTo>
                  <a:lnTo>
                    <a:pt x="542" y="304"/>
                  </a:lnTo>
                  <a:lnTo>
                    <a:pt x="570" y="286"/>
                  </a:lnTo>
                  <a:lnTo>
                    <a:pt x="602" y="272"/>
                  </a:lnTo>
                  <a:lnTo>
                    <a:pt x="632" y="258"/>
                  </a:lnTo>
                  <a:lnTo>
                    <a:pt x="664" y="244"/>
                  </a:lnTo>
                  <a:lnTo>
                    <a:pt x="698" y="234"/>
                  </a:lnTo>
                  <a:lnTo>
                    <a:pt x="730" y="224"/>
                  </a:lnTo>
                  <a:lnTo>
                    <a:pt x="766" y="216"/>
                  </a:lnTo>
                  <a:lnTo>
                    <a:pt x="800" y="210"/>
                  </a:lnTo>
                  <a:lnTo>
                    <a:pt x="836" y="206"/>
                  </a:lnTo>
                  <a:lnTo>
                    <a:pt x="872" y="202"/>
                  </a:lnTo>
                  <a:lnTo>
                    <a:pt x="908" y="202"/>
                  </a:lnTo>
                  <a:lnTo>
                    <a:pt x="944" y="202"/>
                  </a:lnTo>
                  <a:lnTo>
                    <a:pt x="980" y="206"/>
                  </a:lnTo>
                  <a:lnTo>
                    <a:pt x="1014" y="210"/>
                  </a:lnTo>
                  <a:lnTo>
                    <a:pt x="1050" y="216"/>
                  </a:lnTo>
                  <a:lnTo>
                    <a:pt x="1084" y="224"/>
                  </a:lnTo>
                  <a:lnTo>
                    <a:pt x="1118" y="234"/>
                  </a:lnTo>
                  <a:lnTo>
                    <a:pt x="1150" y="244"/>
                  </a:lnTo>
                  <a:lnTo>
                    <a:pt x="1182" y="258"/>
                  </a:lnTo>
                  <a:lnTo>
                    <a:pt x="1214" y="272"/>
                  </a:lnTo>
                  <a:lnTo>
                    <a:pt x="1244" y="286"/>
                  </a:lnTo>
                  <a:lnTo>
                    <a:pt x="1274" y="304"/>
                  </a:lnTo>
                  <a:lnTo>
                    <a:pt x="1302" y="322"/>
                  </a:lnTo>
                  <a:lnTo>
                    <a:pt x="1330" y="342"/>
                  </a:lnTo>
                  <a:lnTo>
                    <a:pt x="1356" y="362"/>
                  </a:lnTo>
                  <a:lnTo>
                    <a:pt x="1382" y="386"/>
                  </a:lnTo>
                  <a:lnTo>
                    <a:pt x="1406" y="408"/>
                  </a:lnTo>
                  <a:lnTo>
                    <a:pt x="1430" y="432"/>
                  </a:lnTo>
                  <a:lnTo>
                    <a:pt x="1452" y="458"/>
                  </a:lnTo>
                  <a:lnTo>
                    <a:pt x="1474" y="486"/>
                  </a:lnTo>
                  <a:lnTo>
                    <a:pt x="1492" y="512"/>
                  </a:lnTo>
                  <a:lnTo>
                    <a:pt x="1512" y="542"/>
                  </a:lnTo>
                  <a:lnTo>
                    <a:pt x="1528" y="572"/>
                  </a:lnTo>
                  <a:lnTo>
                    <a:pt x="1544" y="602"/>
                  </a:lnTo>
                  <a:lnTo>
                    <a:pt x="1558" y="632"/>
                  </a:lnTo>
                  <a:lnTo>
                    <a:pt x="1570" y="664"/>
                  </a:lnTo>
                  <a:lnTo>
                    <a:pt x="1582" y="698"/>
                  </a:lnTo>
                  <a:lnTo>
                    <a:pt x="1592" y="732"/>
                  </a:lnTo>
                  <a:lnTo>
                    <a:pt x="1598" y="766"/>
                  </a:lnTo>
                  <a:lnTo>
                    <a:pt x="1606" y="800"/>
                  </a:lnTo>
                  <a:lnTo>
                    <a:pt x="1610" y="836"/>
                  </a:lnTo>
                  <a:lnTo>
                    <a:pt x="1612" y="872"/>
                  </a:lnTo>
                  <a:lnTo>
                    <a:pt x="1614" y="908"/>
                  </a:lnTo>
                  <a:lnTo>
                    <a:pt x="1612" y="944"/>
                  </a:lnTo>
                  <a:lnTo>
                    <a:pt x="1610" y="980"/>
                  </a:lnTo>
                  <a:lnTo>
                    <a:pt x="1606" y="1016"/>
                  </a:lnTo>
                  <a:lnTo>
                    <a:pt x="1598" y="1050"/>
                  </a:lnTo>
                  <a:lnTo>
                    <a:pt x="1592" y="1084"/>
                  </a:lnTo>
                  <a:lnTo>
                    <a:pt x="1582" y="1118"/>
                  </a:lnTo>
                  <a:lnTo>
                    <a:pt x="1570" y="1150"/>
                  </a:lnTo>
                  <a:lnTo>
                    <a:pt x="1558" y="1182"/>
                  </a:lnTo>
                  <a:lnTo>
                    <a:pt x="1544" y="1214"/>
                  </a:lnTo>
                  <a:lnTo>
                    <a:pt x="1528" y="1244"/>
                  </a:lnTo>
                  <a:lnTo>
                    <a:pt x="1512" y="1274"/>
                  </a:lnTo>
                  <a:lnTo>
                    <a:pt x="1492" y="1302"/>
                  </a:lnTo>
                  <a:lnTo>
                    <a:pt x="1474" y="1330"/>
                  </a:lnTo>
                  <a:lnTo>
                    <a:pt x="1452" y="1356"/>
                  </a:lnTo>
                  <a:lnTo>
                    <a:pt x="1430" y="1382"/>
                  </a:lnTo>
                  <a:lnTo>
                    <a:pt x="1406" y="1406"/>
                  </a:lnTo>
                  <a:lnTo>
                    <a:pt x="1382" y="1430"/>
                  </a:lnTo>
                  <a:lnTo>
                    <a:pt x="1356" y="1452"/>
                  </a:lnTo>
                  <a:lnTo>
                    <a:pt x="1330" y="1474"/>
                  </a:lnTo>
                  <a:lnTo>
                    <a:pt x="1302" y="1492"/>
                  </a:lnTo>
                  <a:lnTo>
                    <a:pt x="1274" y="1512"/>
                  </a:lnTo>
                  <a:lnTo>
                    <a:pt x="1244" y="1528"/>
                  </a:lnTo>
                  <a:lnTo>
                    <a:pt x="1214" y="1544"/>
                  </a:lnTo>
                  <a:lnTo>
                    <a:pt x="1182" y="1558"/>
                  </a:lnTo>
                  <a:lnTo>
                    <a:pt x="1150" y="1570"/>
                  </a:lnTo>
                  <a:lnTo>
                    <a:pt x="1118" y="1582"/>
                  </a:lnTo>
                  <a:lnTo>
                    <a:pt x="1084" y="1592"/>
                  </a:lnTo>
                  <a:lnTo>
                    <a:pt x="1050" y="1600"/>
                  </a:lnTo>
                  <a:lnTo>
                    <a:pt x="1014" y="1606"/>
                  </a:lnTo>
                  <a:lnTo>
                    <a:pt x="980" y="1610"/>
                  </a:lnTo>
                  <a:lnTo>
                    <a:pt x="944" y="1612"/>
                  </a:lnTo>
                  <a:lnTo>
                    <a:pt x="908" y="1614"/>
                  </a:lnTo>
                  <a:close/>
                </a:path>
              </a:pathLst>
            </a:custGeom>
            <a:solidFill>
              <a:schemeClr val="accent2"/>
            </a:solidFill>
            <a:ln>
              <a:noFill/>
            </a:ln>
            <a:extLst>
              <a:ext uri="{91240B29-F687-4F45-9708-019B960494DF}">
                <a14:hiddenLine xmlns:a14="http://schemas.microsoft.com/office/drawing/2010/main" w="19050" cap="rnd">
                  <a:solidFill>
                    <a:srgbClr val="000000"/>
                  </a:solidFill>
                  <a:prstDash val="sysDot"/>
                  <a:round/>
                  <a:headEnd/>
                  <a:tailEnd/>
                </a14:hiddenLine>
              </a:ext>
            </a:extLst>
          </p:spPr>
          <p:txBody>
            <a:bodyPr wrap="none" anchor="ctr"/>
            <a:lstStyle/>
            <a:p>
              <a:pPr algn="just" fontAlgn="base" latinLnBrk="1">
                <a:lnSpc>
                  <a:spcPct val="120000"/>
                </a:lnSpc>
                <a:spcBef>
                  <a:spcPts val="0"/>
                </a:spcBef>
                <a:spcAft>
                  <a:spcPts val="0"/>
                </a:spcAft>
              </a:pPr>
              <a:endParaRPr kumimoji="1" lang="zh-CN" altLang="en-US" sz="9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675"/>
            <p:cNvSpPr>
              <a:spLocks noEditPoints="1"/>
            </p:cNvSpPr>
            <p:nvPr/>
          </p:nvSpPr>
          <p:spPr bwMode="auto">
            <a:xfrm rot="21275257">
              <a:off x="940378" y="1649334"/>
              <a:ext cx="3429000" cy="3429000"/>
            </a:xfrm>
            <a:custGeom>
              <a:avLst/>
              <a:gdLst>
                <a:gd name="T0" fmla="*/ 2147483647 w 2622"/>
                <a:gd name="T1" fmla="*/ 2147483647 h 2622"/>
                <a:gd name="T2" fmla="*/ 2147483647 w 2622"/>
                <a:gd name="T3" fmla="*/ 2147483647 h 2622"/>
                <a:gd name="T4" fmla="*/ 2147483647 w 2622"/>
                <a:gd name="T5" fmla="*/ 2147483647 h 2622"/>
                <a:gd name="T6" fmla="*/ 2147483647 w 2622"/>
                <a:gd name="T7" fmla="*/ 2147483647 h 2622"/>
                <a:gd name="T8" fmla="*/ 2147483647 w 2622"/>
                <a:gd name="T9" fmla="*/ 2147483647 h 2622"/>
                <a:gd name="T10" fmla="*/ 2147483647 w 2622"/>
                <a:gd name="T11" fmla="*/ 2147483647 h 2622"/>
                <a:gd name="T12" fmla="*/ 2147483647 w 2622"/>
                <a:gd name="T13" fmla="*/ 2147483647 h 2622"/>
                <a:gd name="T14" fmla="*/ 2147483647 w 2622"/>
                <a:gd name="T15" fmla="*/ 2147483647 h 2622"/>
                <a:gd name="T16" fmla="*/ 2147483647 w 2622"/>
                <a:gd name="T17" fmla="*/ 2147483647 h 2622"/>
                <a:gd name="T18" fmla="*/ 2147483647 w 2622"/>
                <a:gd name="T19" fmla="*/ 2147483647 h 2622"/>
                <a:gd name="T20" fmla="*/ 2147483647 w 2622"/>
                <a:gd name="T21" fmla="*/ 2147483647 h 2622"/>
                <a:gd name="T22" fmla="*/ 2147483647 w 2622"/>
                <a:gd name="T23" fmla="*/ 2147483647 h 2622"/>
                <a:gd name="T24" fmla="*/ 2147483647 w 2622"/>
                <a:gd name="T25" fmla="*/ 2147483647 h 2622"/>
                <a:gd name="T26" fmla="*/ 2147483647 w 2622"/>
                <a:gd name="T27" fmla="*/ 2147483647 h 2622"/>
                <a:gd name="T28" fmla="*/ 2147483647 w 2622"/>
                <a:gd name="T29" fmla="*/ 2147483647 h 2622"/>
                <a:gd name="T30" fmla="*/ 2147483647 w 2622"/>
                <a:gd name="T31" fmla="*/ 2147483647 h 2622"/>
                <a:gd name="T32" fmla="*/ 2147483647 w 2622"/>
                <a:gd name="T33" fmla="*/ 2147483647 h 2622"/>
                <a:gd name="T34" fmla="*/ 2147483647 w 2622"/>
                <a:gd name="T35" fmla="*/ 2147483647 h 2622"/>
                <a:gd name="T36" fmla="*/ 2147483647 w 2622"/>
                <a:gd name="T37" fmla="*/ 2147483647 h 2622"/>
                <a:gd name="T38" fmla="*/ 2147483647 w 2622"/>
                <a:gd name="T39" fmla="*/ 2147483647 h 2622"/>
                <a:gd name="T40" fmla="*/ 2147483647 w 2622"/>
                <a:gd name="T41" fmla="*/ 2147483647 h 2622"/>
                <a:gd name="T42" fmla="*/ 2147483647 w 2622"/>
                <a:gd name="T43" fmla="*/ 2147483647 h 2622"/>
                <a:gd name="T44" fmla="*/ 2147483647 w 2622"/>
                <a:gd name="T45" fmla="*/ 2147483647 h 2622"/>
                <a:gd name="T46" fmla="*/ 2147483647 w 2622"/>
                <a:gd name="T47" fmla="*/ 2147483647 h 2622"/>
                <a:gd name="T48" fmla="*/ 2147483647 w 2622"/>
                <a:gd name="T49" fmla="*/ 2147483647 h 2622"/>
                <a:gd name="T50" fmla="*/ 2147483647 w 2622"/>
                <a:gd name="T51" fmla="*/ 2147483647 h 2622"/>
                <a:gd name="T52" fmla="*/ 2147483647 w 2622"/>
                <a:gd name="T53" fmla="*/ 2147483647 h 2622"/>
                <a:gd name="T54" fmla="*/ 2147483647 w 2622"/>
                <a:gd name="T55" fmla="*/ 2147483647 h 2622"/>
                <a:gd name="T56" fmla="*/ 2147483647 w 2622"/>
                <a:gd name="T57" fmla="*/ 2147483647 h 2622"/>
                <a:gd name="T58" fmla="*/ 2147483647 w 2622"/>
                <a:gd name="T59" fmla="*/ 2147483647 h 2622"/>
                <a:gd name="T60" fmla="*/ 2147483647 w 2622"/>
                <a:gd name="T61" fmla="*/ 2147483647 h 2622"/>
                <a:gd name="T62" fmla="*/ 2147483647 w 2622"/>
                <a:gd name="T63" fmla="*/ 2147483647 h 2622"/>
                <a:gd name="T64" fmla="*/ 2147483647 w 2622"/>
                <a:gd name="T65" fmla="*/ 2147483647 h 2622"/>
                <a:gd name="T66" fmla="*/ 2147483647 w 2622"/>
                <a:gd name="T67" fmla="*/ 2147483647 h 2622"/>
                <a:gd name="T68" fmla="*/ 2147483647 w 2622"/>
                <a:gd name="T69" fmla="*/ 2147483647 h 2622"/>
                <a:gd name="T70" fmla="*/ 2147483647 w 2622"/>
                <a:gd name="T71" fmla="*/ 2147483647 h 2622"/>
                <a:gd name="T72" fmla="*/ 2147483647 w 2622"/>
                <a:gd name="T73" fmla="*/ 2147483647 h 2622"/>
                <a:gd name="T74" fmla="*/ 2147483647 w 2622"/>
                <a:gd name="T75" fmla="*/ 2147483647 h 2622"/>
                <a:gd name="T76" fmla="*/ 2147483647 w 2622"/>
                <a:gd name="T77" fmla="*/ 2147483647 h 2622"/>
                <a:gd name="T78" fmla="*/ 2147483647 w 2622"/>
                <a:gd name="T79" fmla="*/ 2147483647 h 2622"/>
                <a:gd name="T80" fmla="*/ 2147483647 w 2622"/>
                <a:gd name="T81" fmla="*/ 2147483647 h 2622"/>
                <a:gd name="T82" fmla="*/ 2147483647 w 2622"/>
                <a:gd name="T83" fmla="*/ 2147483647 h 2622"/>
                <a:gd name="T84" fmla="*/ 2147483647 w 2622"/>
                <a:gd name="T85" fmla="*/ 2147483647 h 2622"/>
                <a:gd name="T86" fmla="*/ 2147483647 w 2622"/>
                <a:gd name="T87" fmla="*/ 2147483647 h 2622"/>
                <a:gd name="T88" fmla="*/ 2147483647 w 2622"/>
                <a:gd name="T89" fmla="*/ 2147483647 h 2622"/>
                <a:gd name="T90" fmla="*/ 2147483647 w 2622"/>
                <a:gd name="T91" fmla="*/ 2147483647 h 2622"/>
                <a:gd name="T92" fmla="*/ 2147483647 w 2622"/>
                <a:gd name="T93" fmla="*/ 2147483647 h 2622"/>
                <a:gd name="T94" fmla="*/ 2147483647 w 2622"/>
                <a:gd name="T95" fmla="*/ 2147483647 h 2622"/>
                <a:gd name="T96" fmla="*/ 2147483647 w 2622"/>
                <a:gd name="T97" fmla="*/ 2147483647 h 2622"/>
                <a:gd name="T98" fmla="*/ 2147483647 w 2622"/>
                <a:gd name="T99" fmla="*/ 2147483647 h 2622"/>
                <a:gd name="T100" fmla="*/ 2147483647 w 2622"/>
                <a:gd name="T101" fmla="*/ 2147483647 h 2622"/>
                <a:gd name="T102" fmla="*/ 2147483647 w 2622"/>
                <a:gd name="T103" fmla="*/ 2147483647 h 2622"/>
                <a:gd name="T104" fmla="*/ 2147483647 w 2622"/>
                <a:gd name="T105" fmla="*/ 2147483647 h 2622"/>
                <a:gd name="T106" fmla="*/ 2147483647 w 2622"/>
                <a:gd name="T107" fmla="*/ 2147483647 h 26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22"/>
                <a:gd name="T163" fmla="*/ 0 h 2622"/>
                <a:gd name="T164" fmla="*/ 2622 w 2622"/>
                <a:gd name="T165" fmla="*/ 2622 h 26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22" h="2622">
                  <a:moveTo>
                    <a:pt x="2622" y="1382"/>
                  </a:moveTo>
                  <a:lnTo>
                    <a:pt x="2622" y="1240"/>
                  </a:lnTo>
                  <a:lnTo>
                    <a:pt x="2520" y="1240"/>
                  </a:lnTo>
                  <a:lnTo>
                    <a:pt x="2516" y="1196"/>
                  </a:lnTo>
                  <a:lnTo>
                    <a:pt x="2512" y="1152"/>
                  </a:lnTo>
                  <a:lnTo>
                    <a:pt x="2506" y="1110"/>
                  </a:lnTo>
                  <a:lnTo>
                    <a:pt x="2498" y="1068"/>
                  </a:lnTo>
                  <a:lnTo>
                    <a:pt x="2596" y="1040"/>
                  </a:lnTo>
                  <a:lnTo>
                    <a:pt x="2560" y="904"/>
                  </a:lnTo>
                  <a:lnTo>
                    <a:pt x="2460" y="930"/>
                  </a:lnTo>
                  <a:lnTo>
                    <a:pt x="2446" y="888"/>
                  </a:lnTo>
                  <a:lnTo>
                    <a:pt x="2430" y="848"/>
                  </a:lnTo>
                  <a:lnTo>
                    <a:pt x="2412" y="808"/>
                  </a:lnTo>
                  <a:lnTo>
                    <a:pt x="2394" y="768"/>
                  </a:lnTo>
                  <a:lnTo>
                    <a:pt x="2482" y="718"/>
                  </a:lnTo>
                  <a:lnTo>
                    <a:pt x="2412" y="594"/>
                  </a:lnTo>
                  <a:lnTo>
                    <a:pt x="2322" y="646"/>
                  </a:lnTo>
                  <a:lnTo>
                    <a:pt x="2298" y="610"/>
                  </a:lnTo>
                  <a:lnTo>
                    <a:pt x="2272" y="574"/>
                  </a:lnTo>
                  <a:lnTo>
                    <a:pt x="2244" y="540"/>
                  </a:lnTo>
                  <a:lnTo>
                    <a:pt x="2216" y="508"/>
                  </a:lnTo>
                  <a:lnTo>
                    <a:pt x="2290" y="434"/>
                  </a:lnTo>
                  <a:lnTo>
                    <a:pt x="2188" y="334"/>
                  </a:lnTo>
                  <a:lnTo>
                    <a:pt x="2116" y="406"/>
                  </a:lnTo>
                  <a:lnTo>
                    <a:pt x="2082" y="378"/>
                  </a:lnTo>
                  <a:lnTo>
                    <a:pt x="2048" y="352"/>
                  </a:lnTo>
                  <a:lnTo>
                    <a:pt x="2014" y="326"/>
                  </a:lnTo>
                  <a:lnTo>
                    <a:pt x="1978" y="300"/>
                  </a:lnTo>
                  <a:lnTo>
                    <a:pt x="2028" y="212"/>
                  </a:lnTo>
                  <a:lnTo>
                    <a:pt x="1906" y="140"/>
                  </a:lnTo>
                  <a:lnTo>
                    <a:pt x="1854" y="230"/>
                  </a:lnTo>
                  <a:lnTo>
                    <a:pt x="1816" y="210"/>
                  </a:lnTo>
                  <a:lnTo>
                    <a:pt x="1776" y="194"/>
                  </a:lnTo>
                  <a:lnTo>
                    <a:pt x="1734" y="178"/>
                  </a:lnTo>
                  <a:lnTo>
                    <a:pt x="1694" y="162"/>
                  </a:lnTo>
                  <a:lnTo>
                    <a:pt x="1720" y="64"/>
                  </a:lnTo>
                  <a:lnTo>
                    <a:pt x="1582" y="26"/>
                  </a:lnTo>
                  <a:lnTo>
                    <a:pt x="1556" y="126"/>
                  </a:lnTo>
                  <a:lnTo>
                    <a:pt x="1514" y="118"/>
                  </a:lnTo>
                  <a:lnTo>
                    <a:pt x="1470" y="112"/>
                  </a:lnTo>
                  <a:lnTo>
                    <a:pt x="1426" y="106"/>
                  </a:lnTo>
                  <a:lnTo>
                    <a:pt x="1382" y="104"/>
                  </a:lnTo>
                  <a:lnTo>
                    <a:pt x="1382" y="0"/>
                  </a:lnTo>
                  <a:lnTo>
                    <a:pt x="1240" y="0"/>
                  </a:lnTo>
                  <a:lnTo>
                    <a:pt x="1240" y="104"/>
                  </a:lnTo>
                  <a:lnTo>
                    <a:pt x="1196" y="106"/>
                  </a:lnTo>
                  <a:lnTo>
                    <a:pt x="1154" y="112"/>
                  </a:lnTo>
                  <a:lnTo>
                    <a:pt x="1110" y="118"/>
                  </a:lnTo>
                  <a:lnTo>
                    <a:pt x="1068" y="126"/>
                  </a:lnTo>
                  <a:lnTo>
                    <a:pt x="1042" y="26"/>
                  </a:lnTo>
                  <a:lnTo>
                    <a:pt x="904" y="64"/>
                  </a:lnTo>
                  <a:lnTo>
                    <a:pt x="930" y="162"/>
                  </a:lnTo>
                  <a:lnTo>
                    <a:pt x="890" y="178"/>
                  </a:lnTo>
                  <a:lnTo>
                    <a:pt x="848" y="194"/>
                  </a:lnTo>
                  <a:lnTo>
                    <a:pt x="808" y="210"/>
                  </a:lnTo>
                  <a:lnTo>
                    <a:pt x="770" y="230"/>
                  </a:lnTo>
                  <a:lnTo>
                    <a:pt x="718" y="140"/>
                  </a:lnTo>
                  <a:lnTo>
                    <a:pt x="594" y="212"/>
                  </a:lnTo>
                  <a:lnTo>
                    <a:pt x="646" y="300"/>
                  </a:lnTo>
                  <a:lnTo>
                    <a:pt x="610" y="326"/>
                  </a:lnTo>
                  <a:lnTo>
                    <a:pt x="576" y="352"/>
                  </a:lnTo>
                  <a:lnTo>
                    <a:pt x="542" y="378"/>
                  </a:lnTo>
                  <a:lnTo>
                    <a:pt x="508" y="406"/>
                  </a:lnTo>
                  <a:lnTo>
                    <a:pt x="436" y="334"/>
                  </a:lnTo>
                  <a:lnTo>
                    <a:pt x="334" y="434"/>
                  </a:lnTo>
                  <a:lnTo>
                    <a:pt x="408" y="508"/>
                  </a:lnTo>
                  <a:lnTo>
                    <a:pt x="378" y="540"/>
                  </a:lnTo>
                  <a:lnTo>
                    <a:pt x="352" y="574"/>
                  </a:lnTo>
                  <a:lnTo>
                    <a:pt x="326" y="610"/>
                  </a:lnTo>
                  <a:lnTo>
                    <a:pt x="302" y="646"/>
                  </a:lnTo>
                  <a:lnTo>
                    <a:pt x="212" y="594"/>
                  </a:lnTo>
                  <a:lnTo>
                    <a:pt x="140" y="718"/>
                  </a:lnTo>
                  <a:lnTo>
                    <a:pt x="230" y="768"/>
                  </a:lnTo>
                  <a:lnTo>
                    <a:pt x="212" y="808"/>
                  </a:lnTo>
                  <a:lnTo>
                    <a:pt x="194" y="848"/>
                  </a:lnTo>
                  <a:lnTo>
                    <a:pt x="178" y="888"/>
                  </a:lnTo>
                  <a:lnTo>
                    <a:pt x="164" y="930"/>
                  </a:lnTo>
                  <a:lnTo>
                    <a:pt x="64" y="904"/>
                  </a:lnTo>
                  <a:lnTo>
                    <a:pt x="26" y="1040"/>
                  </a:lnTo>
                  <a:lnTo>
                    <a:pt x="126" y="1068"/>
                  </a:lnTo>
                  <a:lnTo>
                    <a:pt x="118" y="1110"/>
                  </a:lnTo>
                  <a:lnTo>
                    <a:pt x="112" y="1152"/>
                  </a:lnTo>
                  <a:lnTo>
                    <a:pt x="108" y="1196"/>
                  </a:lnTo>
                  <a:lnTo>
                    <a:pt x="104" y="1240"/>
                  </a:lnTo>
                  <a:lnTo>
                    <a:pt x="0" y="1240"/>
                  </a:lnTo>
                  <a:lnTo>
                    <a:pt x="0" y="1382"/>
                  </a:lnTo>
                  <a:lnTo>
                    <a:pt x="104" y="1382"/>
                  </a:lnTo>
                  <a:lnTo>
                    <a:pt x="108" y="1426"/>
                  </a:lnTo>
                  <a:lnTo>
                    <a:pt x="112" y="1470"/>
                  </a:lnTo>
                  <a:lnTo>
                    <a:pt x="118" y="1512"/>
                  </a:lnTo>
                  <a:lnTo>
                    <a:pt x="126" y="1556"/>
                  </a:lnTo>
                  <a:lnTo>
                    <a:pt x="26" y="1582"/>
                  </a:lnTo>
                  <a:lnTo>
                    <a:pt x="64" y="1720"/>
                  </a:lnTo>
                  <a:lnTo>
                    <a:pt x="164" y="1692"/>
                  </a:lnTo>
                  <a:lnTo>
                    <a:pt x="178" y="1734"/>
                  </a:lnTo>
                  <a:lnTo>
                    <a:pt x="194" y="1774"/>
                  </a:lnTo>
                  <a:lnTo>
                    <a:pt x="212" y="1814"/>
                  </a:lnTo>
                  <a:lnTo>
                    <a:pt x="230" y="1854"/>
                  </a:lnTo>
                  <a:lnTo>
                    <a:pt x="140" y="1906"/>
                  </a:lnTo>
                  <a:lnTo>
                    <a:pt x="212" y="2028"/>
                  </a:lnTo>
                  <a:lnTo>
                    <a:pt x="302" y="1978"/>
                  </a:lnTo>
                  <a:lnTo>
                    <a:pt x="326" y="2014"/>
                  </a:lnTo>
                  <a:lnTo>
                    <a:pt x="352" y="2048"/>
                  </a:lnTo>
                  <a:lnTo>
                    <a:pt x="378" y="2082"/>
                  </a:lnTo>
                  <a:lnTo>
                    <a:pt x="408" y="2116"/>
                  </a:lnTo>
                  <a:lnTo>
                    <a:pt x="334" y="2188"/>
                  </a:lnTo>
                  <a:lnTo>
                    <a:pt x="436" y="2288"/>
                  </a:lnTo>
                  <a:lnTo>
                    <a:pt x="508" y="2216"/>
                  </a:lnTo>
                  <a:lnTo>
                    <a:pt x="542" y="2244"/>
                  </a:lnTo>
                  <a:lnTo>
                    <a:pt x="576" y="2272"/>
                  </a:lnTo>
                  <a:lnTo>
                    <a:pt x="610" y="2298"/>
                  </a:lnTo>
                  <a:lnTo>
                    <a:pt x="646" y="2322"/>
                  </a:lnTo>
                  <a:lnTo>
                    <a:pt x="594" y="2412"/>
                  </a:lnTo>
                  <a:lnTo>
                    <a:pt x="718" y="2482"/>
                  </a:lnTo>
                  <a:lnTo>
                    <a:pt x="770" y="2394"/>
                  </a:lnTo>
                  <a:lnTo>
                    <a:pt x="808" y="2412"/>
                  </a:lnTo>
                  <a:lnTo>
                    <a:pt x="848" y="2430"/>
                  </a:lnTo>
                  <a:lnTo>
                    <a:pt x="890" y="2446"/>
                  </a:lnTo>
                  <a:lnTo>
                    <a:pt x="930" y="2460"/>
                  </a:lnTo>
                  <a:lnTo>
                    <a:pt x="904" y="2560"/>
                  </a:lnTo>
                  <a:lnTo>
                    <a:pt x="1042" y="2596"/>
                  </a:lnTo>
                  <a:lnTo>
                    <a:pt x="1068" y="2498"/>
                  </a:lnTo>
                  <a:lnTo>
                    <a:pt x="1110" y="2504"/>
                  </a:lnTo>
                  <a:lnTo>
                    <a:pt x="1154" y="2512"/>
                  </a:lnTo>
                  <a:lnTo>
                    <a:pt x="1196" y="2516"/>
                  </a:lnTo>
                  <a:lnTo>
                    <a:pt x="1240" y="2520"/>
                  </a:lnTo>
                  <a:lnTo>
                    <a:pt x="1240" y="2622"/>
                  </a:lnTo>
                  <a:lnTo>
                    <a:pt x="1382" y="2622"/>
                  </a:lnTo>
                  <a:lnTo>
                    <a:pt x="1382" y="2520"/>
                  </a:lnTo>
                  <a:lnTo>
                    <a:pt x="1426" y="2516"/>
                  </a:lnTo>
                  <a:lnTo>
                    <a:pt x="1470" y="2512"/>
                  </a:lnTo>
                  <a:lnTo>
                    <a:pt x="1514" y="2504"/>
                  </a:lnTo>
                  <a:lnTo>
                    <a:pt x="1556" y="2498"/>
                  </a:lnTo>
                  <a:lnTo>
                    <a:pt x="1582" y="2596"/>
                  </a:lnTo>
                  <a:lnTo>
                    <a:pt x="1720" y="2560"/>
                  </a:lnTo>
                  <a:lnTo>
                    <a:pt x="1694" y="2460"/>
                  </a:lnTo>
                  <a:lnTo>
                    <a:pt x="1734" y="2446"/>
                  </a:lnTo>
                  <a:lnTo>
                    <a:pt x="1776" y="2430"/>
                  </a:lnTo>
                  <a:lnTo>
                    <a:pt x="1816" y="2412"/>
                  </a:lnTo>
                  <a:lnTo>
                    <a:pt x="1854" y="2394"/>
                  </a:lnTo>
                  <a:lnTo>
                    <a:pt x="1906" y="2482"/>
                  </a:lnTo>
                  <a:lnTo>
                    <a:pt x="2028" y="2412"/>
                  </a:lnTo>
                  <a:lnTo>
                    <a:pt x="1978" y="2322"/>
                  </a:lnTo>
                  <a:lnTo>
                    <a:pt x="2014" y="2298"/>
                  </a:lnTo>
                  <a:lnTo>
                    <a:pt x="2048" y="2272"/>
                  </a:lnTo>
                  <a:lnTo>
                    <a:pt x="2082" y="2244"/>
                  </a:lnTo>
                  <a:lnTo>
                    <a:pt x="2116" y="2216"/>
                  </a:lnTo>
                  <a:lnTo>
                    <a:pt x="2188" y="2288"/>
                  </a:lnTo>
                  <a:lnTo>
                    <a:pt x="2290" y="2188"/>
                  </a:lnTo>
                  <a:lnTo>
                    <a:pt x="2216" y="2116"/>
                  </a:lnTo>
                  <a:lnTo>
                    <a:pt x="2244" y="2082"/>
                  </a:lnTo>
                  <a:lnTo>
                    <a:pt x="2272" y="2048"/>
                  </a:lnTo>
                  <a:lnTo>
                    <a:pt x="2298" y="2014"/>
                  </a:lnTo>
                  <a:lnTo>
                    <a:pt x="2322" y="1978"/>
                  </a:lnTo>
                  <a:lnTo>
                    <a:pt x="2412" y="2028"/>
                  </a:lnTo>
                  <a:lnTo>
                    <a:pt x="2482" y="1906"/>
                  </a:lnTo>
                  <a:lnTo>
                    <a:pt x="2394" y="1854"/>
                  </a:lnTo>
                  <a:lnTo>
                    <a:pt x="2412" y="1814"/>
                  </a:lnTo>
                  <a:lnTo>
                    <a:pt x="2430" y="1774"/>
                  </a:lnTo>
                  <a:lnTo>
                    <a:pt x="2446" y="1734"/>
                  </a:lnTo>
                  <a:lnTo>
                    <a:pt x="2460" y="1692"/>
                  </a:lnTo>
                  <a:lnTo>
                    <a:pt x="2560" y="1720"/>
                  </a:lnTo>
                  <a:lnTo>
                    <a:pt x="2596" y="1582"/>
                  </a:lnTo>
                  <a:lnTo>
                    <a:pt x="2498" y="1556"/>
                  </a:lnTo>
                  <a:lnTo>
                    <a:pt x="2506" y="1512"/>
                  </a:lnTo>
                  <a:lnTo>
                    <a:pt x="2512" y="1470"/>
                  </a:lnTo>
                  <a:lnTo>
                    <a:pt x="2516" y="1426"/>
                  </a:lnTo>
                  <a:lnTo>
                    <a:pt x="2520" y="1382"/>
                  </a:lnTo>
                  <a:lnTo>
                    <a:pt x="2622" y="1382"/>
                  </a:lnTo>
                  <a:close/>
                  <a:moveTo>
                    <a:pt x="1312" y="2420"/>
                  </a:moveTo>
                  <a:lnTo>
                    <a:pt x="1312" y="2420"/>
                  </a:lnTo>
                  <a:lnTo>
                    <a:pt x="1254" y="2420"/>
                  </a:lnTo>
                  <a:lnTo>
                    <a:pt x="1198" y="2416"/>
                  </a:lnTo>
                  <a:lnTo>
                    <a:pt x="1142" y="2408"/>
                  </a:lnTo>
                  <a:lnTo>
                    <a:pt x="1088" y="2398"/>
                  </a:lnTo>
                  <a:lnTo>
                    <a:pt x="1034" y="2386"/>
                  </a:lnTo>
                  <a:lnTo>
                    <a:pt x="982" y="2370"/>
                  </a:lnTo>
                  <a:lnTo>
                    <a:pt x="930" y="2354"/>
                  </a:lnTo>
                  <a:lnTo>
                    <a:pt x="880" y="2334"/>
                  </a:lnTo>
                  <a:lnTo>
                    <a:pt x="830" y="2312"/>
                  </a:lnTo>
                  <a:lnTo>
                    <a:pt x="782" y="2286"/>
                  </a:lnTo>
                  <a:lnTo>
                    <a:pt x="736" y="2260"/>
                  </a:lnTo>
                  <a:lnTo>
                    <a:pt x="692" y="2232"/>
                  </a:lnTo>
                  <a:lnTo>
                    <a:pt x="648" y="2200"/>
                  </a:lnTo>
                  <a:lnTo>
                    <a:pt x="606" y="2168"/>
                  </a:lnTo>
                  <a:lnTo>
                    <a:pt x="566" y="2132"/>
                  </a:lnTo>
                  <a:lnTo>
                    <a:pt x="528" y="2096"/>
                  </a:lnTo>
                  <a:lnTo>
                    <a:pt x="490" y="2058"/>
                  </a:lnTo>
                  <a:lnTo>
                    <a:pt x="456" y="2018"/>
                  </a:lnTo>
                  <a:lnTo>
                    <a:pt x="422" y="1976"/>
                  </a:lnTo>
                  <a:lnTo>
                    <a:pt x="392" y="1932"/>
                  </a:lnTo>
                  <a:lnTo>
                    <a:pt x="362" y="1886"/>
                  </a:lnTo>
                  <a:lnTo>
                    <a:pt x="336" y="1840"/>
                  </a:lnTo>
                  <a:lnTo>
                    <a:pt x="312" y="1792"/>
                  </a:lnTo>
                  <a:lnTo>
                    <a:pt x="290" y="1744"/>
                  </a:lnTo>
                  <a:lnTo>
                    <a:pt x="270" y="1692"/>
                  </a:lnTo>
                  <a:lnTo>
                    <a:pt x="252" y="1642"/>
                  </a:lnTo>
                  <a:lnTo>
                    <a:pt x="238" y="1588"/>
                  </a:lnTo>
                  <a:lnTo>
                    <a:pt x="224" y="1534"/>
                  </a:lnTo>
                  <a:lnTo>
                    <a:pt x="216" y="1480"/>
                  </a:lnTo>
                  <a:lnTo>
                    <a:pt x="208" y="1424"/>
                  </a:lnTo>
                  <a:lnTo>
                    <a:pt x="204" y="1368"/>
                  </a:lnTo>
                  <a:lnTo>
                    <a:pt x="202" y="1312"/>
                  </a:lnTo>
                  <a:lnTo>
                    <a:pt x="204" y="1254"/>
                  </a:lnTo>
                  <a:lnTo>
                    <a:pt x="208" y="1198"/>
                  </a:lnTo>
                  <a:lnTo>
                    <a:pt x="216" y="1142"/>
                  </a:lnTo>
                  <a:lnTo>
                    <a:pt x="224" y="1088"/>
                  </a:lnTo>
                  <a:lnTo>
                    <a:pt x="238" y="1034"/>
                  </a:lnTo>
                  <a:lnTo>
                    <a:pt x="252" y="982"/>
                  </a:lnTo>
                  <a:lnTo>
                    <a:pt x="270" y="930"/>
                  </a:lnTo>
                  <a:lnTo>
                    <a:pt x="290" y="880"/>
                  </a:lnTo>
                  <a:lnTo>
                    <a:pt x="312" y="830"/>
                  </a:lnTo>
                  <a:lnTo>
                    <a:pt x="336" y="782"/>
                  </a:lnTo>
                  <a:lnTo>
                    <a:pt x="362" y="736"/>
                  </a:lnTo>
                  <a:lnTo>
                    <a:pt x="392" y="692"/>
                  </a:lnTo>
                  <a:lnTo>
                    <a:pt x="422" y="648"/>
                  </a:lnTo>
                  <a:lnTo>
                    <a:pt x="456" y="606"/>
                  </a:lnTo>
                  <a:lnTo>
                    <a:pt x="490" y="566"/>
                  </a:lnTo>
                  <a:lnTo>
                    <a:pt x="528" y="526"/>
                  </a:lnTo>
                  <a:lnTo>
                    <a:pt x="566" y="490"/>
                  </a:lnTo>
                  <a:lnTo>
                    <a:pt x="606" y="456"/>
                  </a:lnTo>
                  <a:lnTo>
                    <a:pt x="648" y="422"/>
                  </a:lnTo>
                  <a:lnTo>
                    <a:pt x="692" y="392"/>
                  </a:lnTo>
                  <a:lnTo>
                    <a:pt x="736" y="362"/>
                  </a:lnTo>
                  <a:lnTo>
                    <a:pt x="782" y="336"/>
                  </a:lnTo>
                  <a:lnTo>
                    <a:pt x="830" y="312"/>
                  </a:lnTo>
                  <a:lnTo>
                    <a:pt x="880" y="290"/>
                  </a:lnTo>
                  <a:lnTo>
                    <a:pt x="930" y="270"/>
                  </a:lnTo>
                  <a:lnTo>
                    <a:pt x="982" y="252"/>
                  </a:lnTo>
                  <a:lnTo>
                    <a:pt x="1034" y="236"/>
                  </a:lnTo>
                  <a:lnTo>
                    <a:pt x="1088" y="224"/>
                  </a:lnTo>
                  <a:lnTo>
                    <a:pt x="1142" y="214"/>
                  </a:lnTo>
                  <a:lnTo>
                    <a:pt x="1198" y="208"/>
                  </a:lnTo>
                  <a:lnTo>
                    <a:pt x="1254" y="204"/>
                  </a:lnTo>
                  <a:lnTo>
                    <a:pt x="1312" y="202"/>
                  </a:lnTo>
                  <a:lnTo>
                    <a:pt x="1368" y="204"/>
                  </a:lnTo>
                  <a:lnTo>
                    <a:pt x="1426" y="208"/>
                  </a:lnTo>
                  <a:lnTo>
                    <a:pt x="1480" y="214"/>
                  </a:lnTo>
                  <a:lnTo>
                    <a:pt x="1536" y="224"/>
                  </a:lnTo>
                  <a:lnTo>
                    <a:pt x="1588" y="236"/>
                  </a:lnTo>
                  <a:lnTo>
                    <a:pt x="1642" y="252"/>
                  </a:lnTo>
                  <a:lnTo>
                    <a:pt x="1694" y="270"/>
                  </a:lnTo>
                  <a:lnTo>
                    <a:pt x="1744" y="290"/>
                  </a:lnTo>
                  <a:lnTo>
                    <a:pt x="1792" y="312"/>
                  </a:lnTo>
                  <a:lnTo>
                    <a:pt x="1840" y="336"/>
                  </a:lnTo>
                  <a:lnTo>
                    <a:pt x="1886" y="362"/>
                  </a:lnTo>
                  <a:lnTo>
                    <a:pt x="1932" y="392"/>
                  </a:lnTo>
                  <a:lnTo>
                    <a:pt x="1976" y="422"/>
                  </a:lnTo>
                  <a:lnTo>
                    <a:pt x="2018" y="456"/>
                  </a:lnTo>
                  <a:lnTo>
                    <a:pt x="2058" y="490"/>
                  </a:lnTo>
                  <a:lnTo>
                    <a:pt x="2096" y="526"/>
                  </a:lnTo>
                  <a:lnTo>
                    <a:pt x="2132" y="566"/>
                  </a:lnTo>
                  <a:lnTo>
                    <a:pt x="2168" y="606"/>
                  </a:lnTo>
                  <a:lnTo>
                    <a:pt x="2200" y="648"/>
                  </a:lnTo>
                  <a:lnTo>
                    <a:pt x="2232" y="692"/>
                  </a:lnTo>
                  <a:lnTo>
                    <a:pt x="2260" y="736"/>
                  </a:lnTo>
                  <a:lnTo>
                    <a:pt x="2288" y="782"/>
                  </a:lnTo>
                  <a:lnTo>
                    <a:pt x="2312" y="830"/>
                  </a:lnTo>
                  <a:lnTo>
                    <a:pt x="2334" y="880"/>
                  </a:lnTo>
                  <a:lnTo>
                    <a:pt x="2354" y="930"/>
                  </a:lnTo>
                  <a:lnTo>
                    <a:pt x="2372" y="982"/>
                  </a:lnTo>
                  <a:lnTo>
                    <a:pt x="2386" y="1034"/>
                  </a:lnTo>
                  <a:lnTo>
                    <a:pt x="2398" y="1088"/>
                  </a:lnTo>
                  <a:lnTo>
                    <a:pt x="2408" y="1142"/>
                  </a:lnTo>
                  <a:lnTo>
                    <a:pt x="2416" y="1198"/>
                  </a:lnTo>
                  <a:lnTo>
                    <a:pt x="2420" y="1254"/>
                  </a:lnTo>
                  <a:lnTo>
                    <a:pt x="2422" y="1312"/>
                  </a:lnTo>
                  <a:lnTo>
                    <a:pt x="2420" y="1368"/>
                  </a:lnTo>
                  <a:lnTo>
                    <a:pt x="2416" y="1424"/>
                  </a:lnTo>
                  <a:lnTo>
                    <a:pt x="2408" y="1480"/>
                  </a:lnTo>
                  <a:lnTo>
                    <a:pt x="2398" y="1534"/>
                  </a:lnTo>
                  <a:lnTo>
                    <a:pt x="2386" y="1588"/>
                  </a:lnTo>
                  <a:lnTo>
                    <a:pt x="2372" y="1642"/>
                  </a:lnTo>
                  <a:lnTo>
                    <a:pt x="2354" y="1692"/>
                  </a:lnTo>
                  <a:lnTo>
                    <a:pt x="2334" y="1744"/>
                  </a:lnTo>
                  <a:lnTo>
                    <a:pt x="2312" y="1792"/>
                  </a:lnTo>
                  <a:lnTo>
                    <a:pt x="2288" y="1840"/>
                  </a:lnTo>
                  <a:lnTo>
                    <a:pt x="2260" y="1886"/>
                  </a:lnTo>
                  <a:lnTo>
                    <a:pt x="2232" y="1932"/>
                  </a:lnTo>
                  <a:lnTo>
                    <a:pt x="2200" y="1976"/>
                  </a:lnTo>
                  <a:lnTo>
                    <a:pt x="2168" y="2018"/>
                  </a:lnTo>
                  <a:lnTo>
                    <a:pt x="2132" y="2058"/>
                  </a:lnTo>
                  <a:lnTo>
                    <a:pt x="2096" y="2096"/>
                  </a:lnTo>
                  <a:lnTo>
                    <a:pt x="2058" y="2132"/>
                  </a:lnTo>
                  <a:lnTo>
                    <a:pt x="2018" y="2168"/>
                  </a:lnTo>
                  <a:lnTo>
                    <a:pt x="1976" y="2200"/>
                  </a:lnTo>
                  <a:lnTo>
                    <a:pt x="1932" y="2232"/>
                  </a:lnTo>
                  <a:lnTo>
                    <a:pt x="1886" y="2260"/>
                  </a:lnTo>
                  <a:lnTo>
                    <a:pt x="1840" y="2286"/>
                  </a:lnTo>
                  <a:lnTo>
                    <a:pt x="1792" y="2312"/>
                  </a:lnTo>
                  <a:lnTo>
                    <a:pt x="1744" y="2334"/>
                  </a:lnTo>
                  <a:lnTo>
                    <a:pt x="1694" y="2354"/>
                  </a:lnTo>
                  <a:lnTo>
                    <a:pt x="1642" y="2370"/>
                  </a:lnTo>
                  <a:lnTo>
                    <a:pt x="1588" y="2386"/>
                  </a:lnTo>
                  <a:lnTo>
                    <a:pt x="1536" y="2398"/>
                  </a:lnTo>
                  <a:lnTo>
                    <a:pt x="1480" y="2408"/>
                  </a:lnTo>
                  <a:lnTo>
                    <a:pt x="1426" y="2416"/>
                  </a:lnTo>
                  <a:lnTo>
                    <a:pt x="1368" y="2420"/>
                  </a:lnTo>
                  <a:lnTo>
                    <a:pt x="1312" y="2420"/>
                  </a:lnTo>
                  <a:close/>
                </a:path>
              </a:pathLst>
            </a:custGeom>
            <a:solidFill>
              <a:schemeClr val="accent1">
                <a:alpha val="79999"/>
              </a:schemeClr>
            </a:solidFill>
            <a:ln>
              <a:noFill/>
            </a:ln>
            <a:extLst>
              <a:ext uri="{91240B29-F687-4F45-9708-019B960494DF}">
                <a14:hiddenLine xmlns:a14="http://schemas.microsoft.com/office/drawing/2010/main" w="19050" cap="rnd">
                  <a:solidFill>
                    <a:srgbClr val="000000"/>
                  </a:solidFill>
                  <a:prstDash val="sysDot"/>
                  <a:round/>
                  <a:headEnd/>
                  <a:tailEnd/>
                </a14:hiddenLine>
              </a:ext>
            </a:extLst>
          </p:spPr>
          <p:txBody>
            <a:bodyPr wrap="none" anchor="ctr"/>
            <a:lstStyle/>
            <a:p>
              <a:pPr algn="just" fontAlgn="base" latinLnBrk="1">
                <a:lnSpc>
                  <a:spcPct val="120000"/>
                </a:lnSpc>
                <a:spcBef>
                  <a:spcPts val="0"/>
                </a:spcBef>
                <a:spcAft>
                  <a:spcPts val="0"/>
                </a:spcAft>
              </a:pPr>
              <a:endParaRPr kumimoji="1" lang="zh-CN" altLang="en-US" sz="9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Oval 676"/>
            <p:cNvSpPr>
              <a:spLocks noChangeArrowheads="1"/>
            </p:cNvSpPr>
            <p:nvPr/>
          </p:nvSpPr>
          <p:spPr bwMode="auto">
            <a:xfrm rot="21275257">
              <a:off x="1307091" y="2016046"/>
              <a:ext cx="2695575" cy="2693988"/>
            </a:xfrm>
            <a:prstGeom prst="ellipse">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just" fontAlgn="base" latinLnBrk="1">
                <a:lnSpc>
                  <a:spcPct val="120000"/>
                </a:lnSpc>
                <a:spcBef>
                  <a:spcPts val="0"/>
                </a:spcBef>
                <a:spcAft>
                  <a:spcPts val="0"/>
                </a:spcAft>
              </a:pPr>
              <a:endParaRPr kumimoji="1" lang="ko-KR" altLang="en-US" sz="900">
                <a:solidFill>
                  <a:schemeClr val="bg1">
                    <a:lumMod val="65000"/>
                  </a:schemeClr>
                </a:solidFill>
                <a:latin typeface="Arial" panose="020B0604020202020204" pitchFamily="34" charset="0"/>
                <a:ea typeface="+mn-ea"/>
                <a:cs typeface="+mn-ea"/>
                <a:sym typeface="Arial" panose="020B0604020202020204" pitchFamily="34" charset="0"/>
              </a:endParaRPr>
            </a:p>
          </p:txBody>
        </p:sp>
        <p:sp>
          <p:nvSpPr>
            <p:cNvPr id="10" name="Oval 677"/>
            <p:cNvSpPr>
              <a:spLocks noChangeArrowheads="1"/>
            </p:cNvSpPr>
            <p:nvPr/>
          </p:nvSpPr>
          <p:spPr bwMode="auto">
            <a:xfrm rot="21275257">
              <a:off x="4617028" y="1993821"/>
              <a:ext cx="1801813" cy="1801813"/>
            </a:xfrm>
            <a:prstGeom prst="ellipse">
              <a:avLst/>
            </a:prstGeom>
            <a:solidFill>
              <a:schemeClr val="accent2"/>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just" fontAlgn="base" latinLnBrk="1">
                <a:lnSpc>
                  <a:spcPct val="120000"/>
                </a:lnSpc>
                <a:spcBef>
                  <a:spcPts val="0"/>
                </a:spcBef>
                <a:spcAft>
                  <a:spcPts val="0"/>
                </a:spcAft>
              </a:pPr>
              <a:endParaRPr kumimoji="1" lang="ko-KR" altLang="en-US" sz="900" dirty="0">
                <a:solidFill>
                  <a:schemeClr val="bg1">
                    <a:lumMod val="65000"/>
                  </a:schemeClr>
                </a:solidFill>
                <a:latin typeface="Arial" panose="020B0604020202020204" pitchFamily="34" charset="0"/>
                <a:ea typeface="+mn-ea"/>
                <a:cs typeface="+mn-ea"/>
                <a:sym typeface="Arial" panose="020B0604020202020204" pitchFamily="34" charset="0"/>
              </a:endParaRPr>
            </a:p>
          </p:txBody>
        </p:sp>
        <p:sp>
          <p:nvSpPr>
            <p:cNvPr id="11" name="Freeform 679"/>
            <p:cNvSpPr>
              <a:spLocks noEditPoints="1"/>
            </p:cNvSpPr>
            <p:nvPr/>
          </p:nvSpPr>
          <p:spPr bwMode="auto">
            <a:xfrm rot="21275257">
              <a:off x="5693353" y="3676571"/>
              <a:ext cx="2303463" cy="2305050"/>
            </a:xfrm>
            <a:custGeom>
              <a:avLst/>
              <a:gdLst>
                <a:gd name="T0" fmla="*/ 2147483647 w 1816"/>
                <a:gd name="T1" fmla="*/ 2147483647 h 1816"/>
                <a:gd name="T2" fmla="*/ 2147483647 w 1816"/>
                <a:gd name="T3" fmla="*/ 2147483647 h 1816"/>
                <a:gd name="T4" fmla="*/ 2147483647 w 1816"/>
                <a:gd name="T5" fmla="*/ 2147483647 h 1816"/>
                <a:gd name="T6" fmla="*/ 2147483647 w 1816"/>
                <a:gd name="T7" fmla="*/ 2147483647 h 1816"/>
                <a:gd name="T8" fmla="*/ 2147483647 w 1816"/>
                <a:gd name="T9" fmla="*/ 2147483647 h 1816"/>
                <a:gd name="T10" fmla="*/ 2147483647 w 1816"/>
                <a:gd name="T11" fmla="*/ 2147483647 h 1816"/>
                <a:gd name="T12" fmla="*/ 2147483647 w 1816"/>
                <a:gd name="T13" fmla="*/ 2147483647 h 1816"/>
                <a:gd name="T14" fmla="*/ 2147483647 w 1816"/>
                <a:gd name="T15" fmla="*/ 2147483647 h 1816"/>
                <a:gd name="T16" fmla="*/ 2147483647 w 1816"/>
                <a:gd name="T17" fmla="*/ 2147483647 h 1816"/>
                <a:gd name="T18" fmla="*/ 2147483647 w 1816"/>
                <a:gd name="T19" fmla="*/ 2147483647 h 1816"/>
                <a:gd name="T20" fmla="*/ 2147483647 w 1816"/>
                <a:gd name="T21" fmla="*/ 2147483647 h 1816"/>
                <a:gd name="T22" fmla="*/ 2147483647 w 1816"/>
                <a:gd name="T23" fmla="*/ 2147483647 h 1816"/>
                <a:gd name="T24" fmla="*/ 0 w 1816"/>
                <a:gd name="T25" fmla="*/ 2147483647 h 1816"/>
                <a:gd name="T26" fmla="*/ 2147483647 w 1816"/>
                <a:gd name="T27" fmla="*/ 2147483647 h 1816"/>
                <a:gd name="T28" fmla="*/ 2147483647 w 1816"/>
                <a:gd name="T29" fmla="*/ 2147483647 h 1816"/>
                <a:gd name="T30" fmla="*/ 2147483647 w 1816"/>
                <a:gd name="T31" fmla="*/ 2147483647 h 1816"/>
                <a:gd name="T32" fmla="*/ 2147483647 w 1816"/>
                <a:gd name="T33" fmla="*/ 2147483647 h 1816"/>
                <a:gd name="T34" fmla="*/ 2147483647 w 1816"/>
                <a:gd name="T35" fmla="*/ 2147483647 h 1816"/>
                <a:gd name="T36" fmla="*/ 2147483647 w 1816"/>
                <a:gd name="T37" fmla="*/ 2147483647 h 1816"/>
                <a:gd name="T38" fmla="*/ 2147483647 w 1816"/>
                <a:gd name="T39" fmla="*/ 2147483647 h 1816"/>
                <a:gd name="T40" fmla="*/ 2147483647 w 1816"/>
                <a:gd name="T41" fmla="*/ 2147483647 h 1816"/>
                <a:gd name="T42" fmla="*/ 2147483647 w 1816"/>
                <a:gd name="T43" fmla="*/ 2147483647 h 1816"/>
                <a:gd name="T44" fmla="*/ 2147483647 w 1816"/>
                <a:gd name="T45" fmla="*/ 2147483647 h 1816"/>
                <a:gd name="T46" fmla="*/ 2147483647 w 1816"/>
                <a:gd name="T47" fmla="*/ 2147483647 h 1816"/>
                <a:gd name="T48" fmla="*/ 2147483647 w 1816"/>
                <a:gd name="T49" fmla="*/ 2147483647 h 1816"/>
                <a:gd name="T50" fmla="*/ 2147483647 w 1816"/>
                <a:gd name="T51" fmla="*/ 2147483647 h 1816"/>
                <a:gd name="T52" fmla="*/ 2147483647 w 1816"/>
                <a:gd name="T53" fmla="*/ 2147483647 h 1816"/>
                <a:gd name="T54" fmla="*/ 2147483647 w 1816"/>
                <a:gd name="T55" fmla="*/ 2147483647 h 1816"/>
                <a:gd name="T56" fmla="*/ 2147483647 w 1816"/>
                <a:gd name="T57" fmla="*/ 2147483647 h 1816"/>
                <a:gd name="T58" fmla="*/ 2147483647 w 1816"/>
                <a:gd name="T59" fmla="*/ 2147483647 h 1816"/>
                <a:gd name="T60" fmla="*/ 2147483647 w 1816"/>
                <a:gd name="T61" fmla="*/ 2147483647 h 1816"/>
                <a:gd name="T62" fmla="*/ 2147483647 w 1816"/>
                <a:gd name="T63" fmla="*/ 2147483647 h 1816"/>
                <a:gd name="T64" fmla="*/ 2147483647 w 1816"/>
                <a:gd name="T65" fmla="*/ 2147483647 h 1816"/>
                <a:gd name="T66" fmla="*/ 2147483647 w 1816"/>
                <a:gd name="T67" fmla="*/ 2147483647 h 1816"/>
                <a:gd name="T68" fmla="*/ 2147483647 w 1816"/>
                <a:gd name="T69" fmla="*/ 2147483647 h 1816"/>
                <a:gd name="T70" fmla="*/ 2147483647 w 1816"/>
                <a:gd name="T71" fmla="*/ 2147483647 h 1816"/>
                <a:gd name="T72" fmla="*/ 2147483647 w 1816"/>
                <a:gd name="T73" fmla="*/ 2147483647 h 1816"/>
                <a:gd name="T74" fmla="*/ 2147483647 w 1816"/>
                <a:gd name="T75" fmla="*/ 2147483647 h 1816"/>
                <a:gd name="T76" fmla="*/ 2147483647 w 1816"/>
                <a:gd name="T77" fmla="*/ 2147483647 h 1816"/>
                <a:gd name="T78" fmla="*/ 2147483647 w 1816"/>
                <a:gd name="T79" fmla="*/ 2147483647 h 1816"/>
                <a:gd name="T80" fmla="*/ 2147483647 w 1816"/>
                <a:gd name="T81" fmla="*/ 2147483647 h 1816"/>
                <a:gd name="T82" fmla="*/ 2147483647 w 1816"/>
                <a:gd name="T83" fmla="*/ 2147483647 h 1816"/>
                <a:gd name="T84" fmla="*/ 2147483647 w 1816"/>
                <a:gd name="T85" fmla="*/ 2147483647 h 1816"/>
                <a:gd name="T86" fmla="*/ 2147483647 w 1816"/>
                <a:gd name="T87" fmla="*/ 2147483647 h 1816"/>
                <a:gd name="T88" fmla="*/ 2147483647 w 1816"/>
                <a:gd name="T89" fmla="*/ 2147483647 h 1816"/>
                <a:gd name="T90" fmla="*/ 2147483647 w 1816"/>
                <a:gd name="T91" fmla="*/ 2147483647 h 1816"/>
                <a:gd name="T92" fmla="*/ 2147483647 w 1816"/>
                <a:gd name="T93" fmla="*/ 2147483647 h 1816"/>
                <a:gd name="T94" fmla="*/ 2147483647 w 1816"/>
                <a:gd name="T95" fmla="*/ 2147483647 h 1816"/>
                <a:gd name="T96" fmla="*/ 2147483647 w 1816"/>
                <a:gd name="T97" fmla="*/ 2147483647 h 1816"/>
                <a:gd name="T98" fmla="*/ 2147483647 w 1816"/>
                <a:gd name="T99" fmla="*/ 2147483647 h 1816"/>
                <a:gd name="T100" fmla="*/ 2147483647 w 1816"/>
                <a:gd name="T101" fmla="*/ 2147483647 h 1816"/>
                <a:gd name="T102" fmla="*/ 2147483647 w 1816"/>
                <a:gd name="T103" fmla="*/ 2147483647 h 181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16"/>
                <a:gd name="T157" fmla="*/ 0 h 1816"/>
                <a:gd name="T158" fmla="*/ 1816 w 1816"/>
                <a:gd name="T159" fmla="*/ 1816 h 181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16" h="1816">
                  <a:moveTo>
                    <a:pt x="1816" y="978"/>
                  </a:moveTo>
                  <a:lnTo>
                    <a:pt x="1816" y="836"/>
                  </a:lnTo>
                  <a:lnTo>
                    <a:pt x="1710" y="836"/>
                  </a:lnTo>
                  <a:lnTo>
                    <a:pt x="1706" y="792"/>
                  </a:lnTo>
                  <a:lnTo>
                    <a:pt x="1698" y="750"/>
                  </a:lnTo>
                  <a:lnTo>
                    <a:pt x="1688" y="708"/>
                  </a:lnTo>
                  <a:lnTo>
                    <a:pt x="1678" y="666"/>
                  </a:lnTo>
                  <a:lnTo>
                    <a:pt x="1774" y="626"/>
                  </a:lnTo>
                  <a:lnTo>
                    <a:pt x="1718" y="494"/>
                  </a:lnTo>
                  <a:lnTo>
                    <a:pt x="1622" y="534"/>
                  </a:lnTo>
                  <a:lnTo>
                    <a:pt x="1602" y="496"/>
                  </a:lnTo>
                  <a:lnTo>
                    <a:pt x="1578" y="460"/>
                  </a:lnTo>
                  <a:lnTo>
                    <a:pt x="1552" y="424"/>
                  </a:lnTo>
                  <a:lnTo>
                    <a:pt x="1526" y="390"/>
                  </a:lnTo>
                  <a:lnTo>
                    <a:pt x="1600" y="316"/>
                  </a:lnTo>
                  <a:lnTo>
                    <a:pt x="1498" y="216"/>
                  </a:lnTo>
                  <a:lnTo>
                    <a:pt x="1426" y="290"/>
                  </a:lnTo>
                  <a:lnTo>
                    <a:pt x="1392" y="262"/>
                  </a:lnTo>
                  <a:lnTo>
                    <a:pt x="1356" y="236"/>
                  </a:lnTo>
                  <a:lnTo>
                    <a:pt x="1318" y="214"/>
                  </a:lnTo>
                  <a:lnTo>
                    <a:pt x="1280" y="192"/>
                  </a:lnTo>
                  <a:lnTo>
                    <a:pt x="1320" y="96"/>
                  </a:lnTo>
                  <a:lnTo>
                    <a:pt x="1188" y="42"/>
                  </a:lnTo>
                  <a:lnTo>
                    <a:pt x="1150" y="138"/>
                  </a:lnTo>
                  <a:lnTo>
                    <a:pt x="1108" y="126"/>
                  </a:lnTo>
                  <a:lnTo>
                    <a:pt x="1066" y="116"/>
                  </a:lnTo>
                  <a:lnTo>
                    <a:pt x="1022" y="110"/>
                  </a:lnTo>
                  <a:lnTo>
                    <a:pt x="978" y="104"/>
                  </a:lnTo>
                  <a:lnTo>
                    <a:pt x="978" y="0"/>
                  </a:lnTo>
                  <a:lnTo>
                    <a:pt x="836" y="0"/>
                  </a:lnTo>
                  <a:lnTo>
                    <a:pt x="836" y="104"/>
                  </a:lnTo>
                  <a:lnTo>
                    <a:pt x="792" y="110"/>
                  </a:lnTo>
                  <a:lnTo>
                    <a:pt x="750" y="116"/>
                  </a:lnTo>
                  <a:lnTo>
                    <a:pt x="706" y="126"/>
                  </a:lnTo>
                  <a:lnTo>
                    <a:pt x="666" y="138"/>
                  </a:lnTo>
                  <a:lnTo>
                    <a:pt x="626" y="42"/>
                  </a:lnTo>
                  <a:lnTo>
                    <a:pt x="494" y="96"/>
                  </a:lnTo>
                  <a:lnTo>
                    <a:pt x="534" y="192"/>
                  </a:lnTo>
                  <a:lnTo>
                    <a:pt x="496" y="214"/>
                  </a:lnTo>
                  <a:lnTo>
                    <a:pt x="460" y="236"/>
                  </a:lnTo>
                  <a:lnTo>
                    <a:pt x="424" y="262"/>
                  </a:lnTo>
                  <a:lnTo>
                    <a:pt x="390" y="290"/>
                  </a:lnTo>
                  <a:lnTo>
                    <a:pt x="316" y="216"/>
                  </a:lnTo>
                  <a:lnTo>
                    <a:pt x="216" y="316"/>
                  </a:lnTo>
                  <a:lnTo>
                    <a:pt x="288" y="390"/>
                  </a:lnTo>
                  <a:lnTo>
                    <a:pt x="262" y="424"/>
                  </a:lnTo>
                  <a:lnTo>
                    <a:pt x="236" y="460"/>
                  </a:lnTo>
                  <a:lnTo>
                    <a:pt x="214" y="496"/>
                  </a:lnTo>
                  <a:lnTo>
                    <a:pt x="192" y="534"/>
                  </a:lnTo>
                  <a:lnTo>
                    <a:pt x="96" y="494"/>
                  </a:lnTo>
                  <a:lnTo>
                    <a:pt x="42" y="626"/>
                  </a:lnTo>
                  <a:lnTo>
                    <a:pt x="138" y="666"/>
                  </a:lnTo>
                  <a:lnTo>
                    <a:pt x="126" y="708"/>
                  </a:lnTo>
                  <a:lnTo>
                    <a:pt x="116" y="750"/>
                  </a:lnTo>
                  <a:lnTo>
                    <a:pt x="108" y="792"/>
                  </a:lnTo>
                  <a:lnTo>
                    <a:pt x="104" y="836"/>
                  </a:lnTo>
                  <a:lnTo>
                    <a:pt x="0" y="836"/>
                  </a:lnTo>
                  <a:lnTo>
                    <a:pt x="0" y="978"/>
                  </a:lnTo>
                  <a:lnTo>
                    <a:pt x="104" y="978"/>
                  </a:lnTo>
                  <a:lnTo>
                    <a:pt x="108" y="1022"/>
                  </a:lnTo>
                  <a:lnTo>
                    <a:pt x="116" y="1066"/>
                  </a:lnTo>
                  <a:lnTo>
                    <a:pt x="126" y="1108"/>
                  </a:lnTo>
                  <a:lnTo>
                    <a:pt x="138" y="1150"/>
                  </a:lnTo>
                  <a:lnTo>
                    <a:pt x="42" y="1190"/>
                  </a:lnTo>
                  <a:lnTo>
                    <a:pt x="96" y="1320"/>
                  </a:lnTo>
                  <a:lnTo>
                    <a:pt x="192" y="1280"/>
                  </a:lnTo>
                  <a:lnTo>
                    <a:pt x="214" y="1320"/>
                  </a:lnTo>
                  <a:lnTo>
                    <a:pt x="236" y="1356"/>
                  </a:lnTo>
                  <a:lnTo>
                    <a:pt x="262" y="1392"/>
                  </a:lnTo>
                  <a:lnTo>
                    <a:pt x="288" y="1426"/>
                  </a:lnTo>
                  <a:lnTo>
                    <a:pt x="216" y="1500"/>
                  </a:lnTo>
                  <a:lnTo>
                    <a:pt x="316" y="1600"/>
                  </a:lnTo>
                  <a:lnTo>
                    <a:pt x="390" y="1526"/>
                  </a:lnTo>
                  <a:lnTo>
                    <a:pt x="424" y="1554"/>
                  </a:lnTo>
                  <a:lnTo>
                    <a:pt x="460" y="1578"/>
                  </a:lnTo>
                  <a:lnTo>
                    <a:pt x="496" y="1602"/>
                  </a:lnTo>
                  <a:lnTo>
                    <a:pt x="534" y="1622"/>
                  </a:lnTo>
                  <a:lnTo>
                    <a:pt x="494" y="1718"/>
                  </a:lnTo>
                  <a:lnTo>
                    <a:pt x="626" y="1774"/>
                  </a:lnTo>
                  <a:lnTo>
                    <a:pt x="666" y="1678"/>
                  </a:lnTo>
                  <a:lnTo>
                    <a:pt x="706" y="1690"/>
                  </a:lnTo>
                  <a:lnTo>
                    <a:pt x="750" y="1698"/>
                  </a:lnTo>
                  <a:lnTo>
                    <a:pt x="792" y="1706"/>
                  </a:lnTo>
                  <a:lnTo>
                    <a:pt x="836" y="1712"/>
                  </a:lnTo>
                  <a:lnTo>
                    <a:pt x="836" y="1816"/>
                  </a:lnTo>
                  <a:lnTo>
                    <a:pt x="978" y="1816"/>
                  </a:lnTo>
                  <a:lnTo>
                    <a:pt x="978" y="1712"/>
                  </a:lnTo>
                  <a:lnTo>
                    <a:pt x="1022" y="1706"/>
                  </a:lnTo>
                  <a:lnTo>
                    <a:pt x="1066" y="1698"/>
                  </a:lnTo>
                  <a:lnTo>
                    <a:pt x="1108" y="1690"/>
                  </a:lnTo>
                  <a:lnTo>
                    <a:pt x="1150" y="1678"/>
                  </a:lnTo>
                  <a:lnTo>
                    <a:pt x="1188" y="1774"/>
                  </a:lnTo>
                  <a:lnTo>
                    <a:pt x="1320" y="1718"/>
                  </a:lnTo>
                  <a:lnTo>
                    <a:pt x="1280" y="1622"/>
                  </a:lnTo>
                  <a:lnTo>
                    <a:pt x="1318" y="1602"/>
                  </a:lnTo>
                  <a:lnTo>
                    <a:pt x="1356" y="1578"/>
                  </a:lnTo>
                  <a:lnTo>
                    <a:pt x="1392" y="1554"/>
                  </a:lnTo>
                  <a:lnTo>
                    <a:pt x="1426" y="1526"/>
                  </a:lnTo>
                  <a:lnTo>
                    <a:pt x="1498" y="1600"/>
                  </a:lnTo>
                  <a:lnTo>
                    <a:pt x="1600" y="1500"/>
                  </a:lnTo>
                  <a:lnTo>
                    <a:pt x="1526" y="1426"/>
                  </a:lnTo>
                  <a:lnTo>
                    <a:pt x="1552" y="1392"/>
                  </a:lnTo>
                  <a:lnTo>
                    <a:pt x="1578" y="1356"/>
                  </a:lnTo>
                  <a:lnTo>
                    <a:pt x="1602" y="1320"/>
                  </a:lnTo>
                  <a:lnTo>
                    <a:pt x="1622" y="1280"/>
                  </a:lnTo>
                  <a:lnTo>
                    <a:pt x="1718" y="1320"/>
                  </a:lnTo>
                  <a:lnTo>
                    <a:pt x="1774" y="1190"/>
                  </a:lnTo>
                  <a:lnTo>
                    <a:pt x="1678" y="1150"/>
                  </a:lnTo>
                  <a:lnTo>
                    <a:pt x="1688" y="1108"/>
                  </a:lnTo>
                  <a:lnTo>
                    <a:pt x="1698" y="1066"/>
                  </a:lnTo>
                  <a:lnTo>
                    <a:pt x="1706" y="1022"/>
                  </a:lnTo>
                  <a:lnTo>
                    <a:pt x="1710" y="978"/>
                  </a:lnTo>
                  <a:lnTo>
                    <a:pt x="1816" y="978"/>
                  </a:lnTo>
                  <a:close/>
                  <a:moveTo>
                    <a:pt x="908" y="1614"/>
                  </a:moveTo>
                  <a:lnTo>
                    <a:pt x="908" y="1614"/>
                  </a:lnTo>
                  <a:lnTo>
                    <a:pt x="872" y="1612"/>
                  </a:lnTo>
                  <a:lnTo>
                    <a:pt x="836" y="1610"/>
                  </a:lnTo>
                  <a:lnTo>
                    <a:pt x="800" y="1606"/>
                  </a:lnTo>
                  <a:lnTo>
                    <a:pt x="766" y="1600"/>
                  </a:lnTo>
                  <a:lnTo>
                    <a:pt x="730" y="1592"/>
                  </a:lnTo>
                  <a:lnTo>
                    <a:pt x="698" y="1582"/>
                  </a:lnTo>
                  <a:lnTo>
                    <a:pt x="664" y="1570"/>
                  </a:lnTo>
                  <a:lnTo>
                    <a:pt x="632" y="1558"/>
                  </a:lnTo>
                  <a:lnTo>
                    <a:pt x="602" y="1544"/>
                  </a:lnTo>
                  <a:lnTo>
                    <a:pt x="570" y="1528"/>
                  </a:lnTo>
                  <a:lnTo>
                    <a:pt x="542" y="1512"/>
                  </a:lnTo>
                  <a:lnTo>
                    <a:pt x="512" y="1492"/>
                  </a:lnTo>
                  <a:lnTo>
                    <a:pt x="484" y="1474"/>
                  </a:lnTo>
                  <a:lnTo>
                    <a:pt x="458" y="1452"/>
                  </a:lnTo>
                  <a:lnTo>
                    <a:pt x="432" y="1430"/>
                  </a:lnTo>
                  <a:lnTo>
                    <a:pt x="408" y="1406"/>
                  </a:lnTo>
                  <a:lnTo>
                    <a:pt x="384" y="1382"/>
                  </a:lnTo>
                  <a:lnTo>
                    <a:pt x="362" y="1356"/>
                  </a:lnTo>
                  <a:lnTo>
                    <a:pt x="342" y="1330"/>
                  </a:lnTo>
                  <a:lnTo>
                    <a:pt x="322" y="1302"/>
                  </a:lnTo>
                  <a:lnTo>
                    <a:pt x="304" y="1274"/>
                  </a:lnTo>
                  <a:lnTo>
                    <a:pt x="286" y="1244"/>
                  </a:lnTo>
                  <a:lnTo>
                    <a:pt x="272" y="1214"/>
                  </a:lnTo>
                  <a:lnTo>
                    <a:pt x="256" y="1182"/>
                  </a:lnTo>
                  <a:lnTo>
                    <a:pt x="244" y="1150"/>
                  </a:lnTo>
                  <a:lnTo>
                    <a:pt x="234" y="1118"/>
                  </a:lnTo>
                  <a:lnTo>
                    <a:pt x="224" y="1084"/>
                  </a:lnTo>
                  <a:lnTo>
                    <a:pt x="216" y="1050"/>
                  </a:lnTo>
                  <a:lnTo>
                    <a:pt x="210" y="1016"/>
                  </a:lnTo>
                  <a:lnTo>
                    <a:pt x="206" y="980"/>
                  </a:lnTo>
                  <a:lnTo>
                    <a:pt x="202" y="944"/>
                  </a:lnTo>
                  <a:lnTo>
                    <a:pt x="202" y="908"/>
                  </a:lnTo>
                  <a:lnTo>
                    <a:pt x="202" y="872"/>
                  </a:lnTo>
                  <a:lnTo>
                    <a:pt x="206" y="836"/>
                  </a:lnTo>
                  <a:lnTo>
                    <a:pt x="210" y="800"/>
                  </a:lnTo>
                  <a:lnTo>
                    <a:pt x="216" y="766"/>
                  </a:lnTo>
                  <a:lnTo>
                    <a:pt x="224" y="732"/>
                  </a:lnTo>
                  <a:lnTo>
                    <a:pt x="234" y="698"/>
                  </a:lnTo>
                  <a:lnTo>
                    <a:pt x="244" y="664"/>
                  </a:lnTo>
                  <a:lnTo>
                    <a:pt x="256" y="632"/>
                  </a:lnTo>
                  <a:lnTo>
                    <a:pt x="272" y="602"/>
                  </a:lnTo>
                  <a:lnTo>
                    <a:pt x="286" y="572"/>
                  </a:lnTo>
                  <a:lnTo>
                    <a:pt x="304" y="542"/>
                  </a:lnTo>
                  <a:lnTo>
                    <a:pt x="322" y="512"/>
                  </a:lnTo>
                  <a:lnTo>
                    <a:pt x="342" y="486"/>
                  </a:lnTo>
                  <a:lnTo>
                    <a:pt x="362" y="458"/>
                  </a:lnTo>
                  <a:lnTo>
                    <a:pt x="384" y="432"/>
                  </a:lnTo>
                  <a:lnTo>
                    <a:pt x="408" y="408"/>
                  </a:lnTo>
                  <a:lnTo>
                    <a:pt x="432" y="386"/>
                  </a:lnTo>
                  <a:lnTo>
                    <a:pt x="458" y="362"/>
                  </a:lnTo>
                  <a:lnTo>
                    <a:pt x="484" y="342"/>
                  </a:lnTo>
                  <a:lnTo>
                    <a:pt x="512" y="322"/>
                  </a:lnTo>
                  <a:lnTo>
                    <a:pt x="542" y="304"/>
                  </a:lnTo>
                  <a:lnTo>
                    <a:pt x="570" y="286"/>
                  </a:lnTo>
                  <a:lnTo>
                    <a:pt x="602" y="272"/>
                  </a:lnTo>
                  <a:lnTo>
                    <a:pt x="632" y="258"/>
                  </a:lnTo>
                  <a:lnTo>
                    <a:pt x="664" y="244"/>
                  </a:lnTo>
                  <a:lnTo>
                    <a:pt x="698" y="234"/>
                  </a:lnTo>
                  <a:lnTo>
                    <a:pt x="730" y="224"/>
                  </a:lnTo>
                  <a:lnTo>
                    <a:pt x="766" y="216"/>
                  </a:lnTo>
                  <a:lnTo>
                    <a:pt x="800" y="210"/>
                  </a:lnTo>
                  <a:lnTo>
                    <a:pt x="836" y="206"/>
                  </a:lnTo>
                  <a:lnTo>
                    <a:pt x="872" y="202"/>
                  </a:lnTo>
                  <a:lnTo>
                    <a:pt x="908" y="202"/>
                  </a:lnTo>
                  <a:lnTo>
                    <a:pt x="944" y="202"/>
                  </a:lnTo>
                  <a:lnTo>
                    <a:pt x="980" y="206"/>
                  </a:lnTo>
                  <a:lnTo>
                    <a:pt x="1014" y="210"/>
                  </a:lnTo>
                  <a:lnTo>
                    <a:pt x="1050" y="216"/>
                  </a:lnTo>
                  <a:lnTo>
                    <a:pt x="1084" y="224"/>
                  </a:lnTo>
                  <a:lnTo>
                    <a:pt x="1118" y="234"/>
                  </a:lnTo>
                  <a:lnTo>
                    <a:pt x="1150" y="244"/>
                  </a:lnTo>
                  <a:lnTo>
                    <a:pt x="1182" y="258"/>
                  </a:lnTo>
                  <a:lnTo>
                    <a:pt x="1214" y="272"/>
                  </a:lnTo>
                  <a:lnTo>
                    <a:pt x="1244" y="286"/>
                  </a:lnTo>
                  <a:lnTo>
                    <a:pt x="1274" y="304"/>
                  </a:lnTo>
                  <a:lnTo>
                    <a:pt x="1302" y="322"/>
                  </a:lnTo>
                  <a:lnTo>
                    <a:pt x="1330" y="342"/>
                  </a:lnTo>
                  <a:lnTo>
                    <a:pt x="1356" y="362"/>
                  </a:lnTo>
                  <a:lnTo>
                    <a:pt x="1382" y="386"/>
                  </a:lnTo>
                  <a:lnTo>
                    <a:pt x="1406" y="408"/>
                  </a:lnTo>
                  <a:lnTo>
                    <a:pt x="1430" y="432"/>
                  </a:lnTo>
                  <a:lnTo>
                    <a:pt x="1452" y="458"/>
                  </a:lnTo>
                  <a:lnTo>
                    <a:pt x="1474" y="486"/>
                  </a:lnTo>
                  <a:lnTo>
                    <a:pt x="1492" y="512"/>
                  </a:lnTo>
                  <a:lnTo>
                    <a:pt x="1512" y="542"/>
                  </a:lnTo>
                  <a:lnTo>
                    <a:pt x="1528" y="572"/>
                  </a:lnTo>
                  <a:lnTo>
                    <a:pt x="1544" y="602"/>
                  </a:lnTo>
                  <a:lnTo>
                    <a:pt x="1558" y="632"/>
                  </a:lnTo>
                  <a:lnTo>
                    <a:pt x="1570" y="664"/>
                  </a:lnTo>
                  <a:lnTo>
                    <a:pt x="1582" y="698"/>
                  </a:lnTo>
                  <a:lnTo>
                    <a:pt x="1592" y="732"/>
                  </a:lnTo>
                  <a:lnTo>
                    <a:pt x="1598" y="766"/>
                  </a:lnTo>
                  <a:lnTo>
                    <a:pt x="1606" y="800"/>
                  </a:lnTo>
                  <a:lnTo>
                    <a:pt x="1610" y="836"/>
                  </a:lnTo>
                  <a:lnTo>
                    <a:pt x="1612" y="872"/>
                  </a:lnTo>
                  <a:lnTo>
                    <a:pt x="1614" y="908"/>
                  </a:lnTo>
                  <a:lnTo>
                    <a:pt x="1612" y="944"/>
                  </a:lnTo>
                  <a:lnTo>
                    <a:pt x="1610" y="980"/>
                  </a:lnTo>
                  <a:lnTo>
                    <a:pt x="1606" y="1016"/>
                  </a:lnTo>
                  <a:lnTo>
                    <a:pt x="1598" y="1050"/>
                  </a:lnTo>
                  <a:lnTo>
                    <a:pt x="1592" y="1084"/>
                  </a:lnTo>
                  <a:lnTo>
                    <a:pt x="1582" y="1118"/>
                  </a:lnTo>
                  <a:lnTo>
                    <a:pt x="1570" y="1150"/>
                  </a:lnTo>
                  <a:lnTo>
                    <a:pt x="1558" y="1182"/>
                  </a:lnTo>
                  <a:lnTo>
                    <a:pt x="1544" y="1214"/>
                  </a:lnTo>
                  <a:lnTo>
                    <a:pt x="1528" y="1244"/>
                  </a:lnTo>
                  <a:lnTo>
                    <a:pt x="1512" y="1274"/>
                  </a:lnTo>
                  <a:lnTo>
                    <a:pt x="1492" y="1302"/>
                  </a:lnTo>
                  <a:lnTo>
                    <a:pt x="1474" y="1330"/>
                  </a:lnTo>
                  <a:lnTo>
                    <a:pt x="1452" y="1356"/>
                  </a:lnTo>
                  <a:lnTo>
                    <a:pt x="1430" y="1382"/>
                  </a:lnTo>
                  <a:lnTo>
                    <a:pt x="1406" y="1406"/>
                  </a:lnTo>
                  <a:lnTo>
                    <a:pt x="1382" y="1430"/>
                  </a:lnTo>
                  <a:lnTo>
                    <a:pt x="1356" y="1452"/>
                  </a:lnTo>
                  <a:lnTo>
                    <a:pt x="1330" y="1474"/>
                  </a:lnTo>
                  <a:lnTo>
                    <a:pt x="1302" y="1492"/>
                  </a:lnTo>
                  <a:lnTo>
                    <a:pt x="1274" y="1512"/>
                  </a:lnTo>
                  <a:lnTo>
                    <a:pt x="1244" y="1528"/>
                  </a:lnTo>
                  <a:lnTo>
                    <a:pt x="1214" y="1544"/>
                  </a:lnTo>
                  <a:lnTo>
                    <a:pt x="1182" y="1558"/>
                  </a:lnTo>
                  <a:lnTo>
                    <a:pt x="1150" y="1570"/>
                  </a:lnTo>
                  <a:lnTo>
                    <a:pt x="1118" y="1582"/>
                  </a:lnTo>
                  <a:lnTo>
                    <a:pt x="1084" y="1592"/>
                  </a:lnTo>
                  <a:lnTo>
                    <a:pt x="1050" y="1600"/>
                  </a:lnTo>
                  <a:lnTo>
                    <a:pt x="1014" y="1606"/>
                  </a:lnTo>
                  <a:lnTo>
                    <a:pt x="980" y="1610"/>
                  </a:lnTo>
                  <a:lnTo>
                    <a:pt x="944" y="1612"/>
                  </a:lnTo>
                  <a:lnTo>
                    <a:pt x="908" y="1614"/>
                  </a:lnTo>
                  <a:close/>
                </a:path>
              </a:pathLst>
            </a:custGeom>
            <a:solidFill>
              <a:schemeClr val="accent3"/>
            </a:solidFill>
            <a:ln>
              <a:noFill/>
            </a:ln>
            <a:extLst>
              <a:ext uri="{91240B29-F687-4F45-9708-019B960494DF}">
                <a14:hiddenLine xmlns:a14="http://schemas.microsoft.com/office/drawing/2010/main" w="19050" cap="rnd">
                  <a:solidFill>
                    <a:srgbClr val="000000"/>
                  </a:solidFill>
                  <a:prstDash val="sysDot"/>
                  <a:round/>
                  <a:headEnd/>
                  <a:tailEnd/>
                </a14:hiddenLine>
              </a:ext>
            </a:extLst>
          </p:spPr>
          <p:txBody>
            <a:bodyPr wrap="none" anchor="ctr"/>
            <a:lstStyle/>
            <a:p>
              <a:pPr algn="just" fontAlgn="base" latinLnBrk="1">
                <a:lnSpc>
                  <a:spcPct val="120000"/>
                </a:lnSpc>
                <a:spcBef>
                  <a:spcPts val="0"/>
                </a:spcBef>
                <a:spcAft>
                  <a:spcPts val="0"/>
                </a:spcAft>
              </a:pPr>
              <a:endParaRPr kumimoji="1" lang="zh-CN" altLang="en-US" sz="9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Oval 680"/>
            <p:cNvSpPr>
              <a:spLocks noChangeArrowheads="1"/>
            </p:cNvSpPr>
            <p:nvPr/>
          </p:nvSpPr>
          <p:spPr bwMode="auto">
            <a:xfrm rot="21275257">
              <a:off x="6055303" y="4040109"/>
              <a:ext cx="1577975" cy="1577975"/>
            </a:xfrm>
            <a:prstGeom prst="ellipse">
              <a:avLst/>
            </a:prstGeom>
            <a:solidFill>
              <a:schemeClr val="accent3"/>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just" fontAlgn="base" latinLnBrk="1">
                <a:lnSpc>
                  <a:spcPct val="120000"/>
                </a:lnSpc>
                <a:spcBef>
                  <a:spcPts val="0"/>
                </a:spcBef>
                <a:spcAft>
                  <a:spcPts val="0"/>
                </a:spcAft>
              </a:pPr>
              <a:endParaRPr kumimoji="1" lang="ko-KR" altLang="en-US" sz="900">
                <a:solidFill>
                  <a:schemeClr val="bg1">
                    <a:lumMod val="65000"/>
                  </a:schemeClr>
                </a:solidFill>
                <a:latin typeface="Arial" panose="020B0604020202020204" pitchFamily="34" charset="0"/>
                <a:ea typeface="+mn-ea"/>
                <a:cs typeface="+mn-ea"/>
                <a:sym typeface="Arial" panose="020B0604020202020204" pitchFamily="34" charset="0"/>
              </a:endParaRPr>
            </a:p>
          </p:txBody>
        </p:sp>
        <p:sp>
          <p:nvSpPr>
            <p:cNvPr id="13" name="Arc 681"/>
            <p:cNvSpPr>
              <a:spLocks/>
            </p:cNvSpPr>
            <p:nvPr/>
          </p:nvSpPr>
          <p:spPr bwMode="auto">
            <a:xfrm rot="7501686">
              <a:off x="4141572" y="3609103"/>
              <a:ext cx="1906587" cy="1549400"/>
            </a:xfrm>
            <a:custGeom>
              <a:avLst/>
              <a:gdLst>
                <a:gd name="T0" fmla="*/ 2147483647 w 21600"/>
                <a:gd name="T1" fmla="*/ 0 h 15695"/>
                <a:gd name="T2" fmla="*/ 2147483647 w 21600"/>
                <a:gd name="T3" fmla="*/ 2147483647 h 15695"/>
                <a:gd name="T4" fmla="*/ 0 w 21600"/>
                <a:gd name="T5" fmla="*/ 2147483647 h 15695"/>
                <a:gd name="T6" fmla="*/ 0 60000 65536"/>
                <a:gd name="T7" fmla="*/ 0 60000 65536"/>
                <a:gd name="T8" fmla="*/ 0 60000 65536"/>
                <a:gd name="T9" fmla="*/ 0 w 21600"/>
                <a:gd name="T10" fmla="*/ 0 h 15695"/>
                <a:gd name="T11" fmla="*/ 21600 w 21600"/>
                <a:gd name="T12" fmla="*/ 15695 h 15695"/>
              </a:gdLst>
              <a:ahLst/>
              <a:cxnLst>
                <a:cxn ang="T6">
                  <a:pos x="T0" y="T1"/>
                </a:cxn>
                <a:cxn ang="T7">
                  <a:pos x="T2" y="T3"/>
                </a:cxn>
                <a:cxn ang="T8">
                  <a:pos x="T4" y="T5"/>
                </a:cxn>
              </a:cxnLst>
              <a:rect l="T9" t="T10" r="T11" b="T12"/>
              <a:pathLst>
                <a:path w="21600" h="15695" fill="none" extrusionOk="0">
                  <a:moveTo>
                    <a:pt x="14840" y="-1"/>
                  </a:moveTo>
                  <a:cubicBezTo>
                    <a:pt x="19155" y="4079"/>
                    <a:pt x="21600" y="9756"/>
                    <a:pt x="21600" y="15695"/>
                  </a:cubicBezTo>
                </a:path>
                <a:path w="21600" h="15695" stroke="0" extrusionOk="0">
                  <a:moveTo>
                    <a:pt x="14840" y="-1"/>
                  </a:moveTo>
                  <a:cubicBezTo>
                    <a:pt x="19155" y="4079"/>
                    <a:pt x="21600" y="9756"/>
                    <a:pt x="21600" y="15695"/>
                  </a:cubicBezTo>
                  <a:lnTo>
                    <a:pt x="0" y="15695"/>
                  </a:lnTo>
                  <a:lnTo>
                    <a:pt x="14840" y="-1"/>
                  </a:lnTo>
                  <a:close/>
                </a:path>
              </a:pathLst>
            </a:custGeom>
            <a:noFill/>
            <a:ln w="9525">
              <a:solidFill>
                <a:schemeClr val="bg1">
                  <a:lumMod val="50000"/>
                </a:schemeClr>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just" defTabSz="1054842" latinLnBrk="1">
                <a:lnSpc>
                  <a:spcPct val="120000"/>
                </a:lnSpc>
                <a:spcBef>
                  <a:spcPts val="0"/>
                </a:spcBef>
                <a:spcAft>
                  <a:spcPts val="0"/>
                </a:spcAft>
                <a:defRPr/>
              </a:pPr>
              <a:endParaRPr kumimoji="1" lang="zh-CN" altLang="en-US" sz="900" kern="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Arc 683"/>
            <p:cNvSpPr>
              <a:spLocks/>
            </p:cNvSpPr>
            <p:nvPr/>
          </p:nvSpPr>
          <p:spPr bwMode="auto">
            <a:xfrm rot="256945">
              <a:off x="7018916" y="2744709"/>
              <a:ext cx="620712" cy="898525"/>
            </a:xfrm>
            <a:custGeom>
              <a:avLst/>
              <a:gdLst>
                <a:gd name="T0" fmla="*/ 2147483647 w 21600"/>
                <a:gd name="T1" fmla="*/ 0 h 31203"/>
                <a:gd name="T2" fmla="*/ 2147483647 w 21600"/>
                <a:gd name="T3" fmla="*/ 2147483647 h 31203"/>
                <a:gd name="T4" fmla="*/ 0 w 21600"/>
                <a:gd name="T5" fmla="*/ 2147483647 h 31203"/>
                <a:gd name="T6" fmla="*/ 0 60000 65536"/>
                <a:gd name="T7" fmla="*/ 0 60000 65536"/>
                <a:gd name="T8" fmla="*/ 0 60000 65536"/>
                <a:gd name="T9" fmla="*/ 0 w 21600"/>
                <a:gd name="T10" fmla="*/ 0 h 31203"/>
                <a:gd name="T11" fmla="*/ 21600 w 21600"/>
                <a:gd name="T12" fmla="*/ 31203 h 31203"/>
              </a:gdLst>
              <a:ahLst/>
              <a:cxnLst>
                <a:cxn ang="T6">
                  <a:pos x="T0" y="T1"/>
                </a:cxn>
                <a:cxn ang="T7">
                  <a:pos x="T2" y="T3"/>
                </a:cxn>
                <a:cxn ang="T8">
                  <a:pos x="T4" y="T5"/>
                </a:cxn>
              </a:cxnLst>
              <a:rect l="T9" t="T10" r="T11" b="T12"/>
              <a:pathLst>
                <a:path w="21600" h="31203" fill="none" extrusionOk="0">
                  <a:moveTo>
                    <a:pt x="3237" y="-1"/>
                  </a:moveTo>
                  <a:cubicBezTo>
                    <a:pt x="13795" y="1600"/>
                    <a:pt x="21600" y="10676"/>
                    <a:pt x="21600" y="21356"/>
                  </a:cubicBezTo>
                  <a:cubicBezTo>
                    <a:pt x="21600" y="24780"/>
                    <a:pt x="20785" y="28155"/>
                    <a:pt x="19224" y="31202"/>
                  </a:cubicBezTo>
                </a:path>
                <a:path w="21600" h="31203" stroke="0" extrusionOk="0">
                  <a:moveTo>
                    <a:pt x="3237" y="-1"/>
                  </a:moveTo>
                  <a:cubicBezTo>
                    <a:pt x="13795" y="1600"/>
                    <a:pt x="21600" y="10676"/>
                    <a:pt x="21600" y="21356"/>
                  </a:cubicBezTo>
                  <a:cubicBezTo>
                    <a:pt x="21600" y="24780"/>
                    <a:pt x="20785" y="28155"/>
                    <a:pt x="19224" y="31202"/>
                  </a:cubicBezTo>
                  <a:lnTo>
                    <a:pt x="0" y="21356"/>
                  </a:lnTo>
                  <a:lnTo>
                    <a:pt x="3237" y="-1"/>
                  </a:lnTo>
                  <a:close/>
                </a:path>
              </a:pathLst>
            </a:custGeom>
            <a:noFill/>
            <a:ln w="9525">
              <a:solidFill>
                <a:schemeClr val="bg1">
                  <a:lumMod val="50000"/>
                </a:schemeClr>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just" defTabSz="1054842" latinLnBrk="1">
                <a:lnSpc>
                  <a:spcPct val="120000"/>
                </a:lnSpc>
                <a:spcBef>
                  <a:spcPts val="0"/>
                </a:spcBef>
                <a:spcAft>
                  <a:spcPts val="0"/>
                </a:spcAft>
                <a:defRPr/>
              </a:pPr>
              <a:endParaRPr kumimoji="1" lang="zh-CN" altLang="en-US" sz="900" kern="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5" name="Content Placeholder 2"/>
          <p:cNvSpPr txBox="1">
            <a:spLocks/>
          </p:cNvSpPr>
          <p:nvPr/>
        </p:nvSpPr>
        <p:spPr>
          <a:xfrm>
            <a:off x="9044131" y="2350980"/>
            <a:ext cx="990934" cy="512897"/>
          </a:xfrm>
          <a:prstGeom prst="rect">
            <a:avLst/>
          </a:prstGeom>
        </p:spPr>
        <p:txBody>
          <a:bodyPr vert="horz" lIns="105484" tIns="52741" rIns="105484" bIns="52741"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20000"/>
              </a:lnSpc>
              <a:spcBef>
                <a:spcPts val="0"/>
              </a:spcBef>
              <a:spcAft>
                <a:spcPts val="0"/>
              </a:spcAft>
              <a:buNone/>
            </a:pPr>
            <a:r>
              <a:rPr lang="zh-CN" altLang="en-US">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Content Placeholder 2"/>
          <p:cNvSpPr txBox="1">
            <a:spLocks/>
          </p:cNvSpPr>
          <p:nvPr/>
        </p:nvSpPr>
        <p:spPr>
          <a:xfrm>
            <a:off x="8691733" y="5777998"/>
            <a:ext cx="990934" cy="512897"/>
          </a:xfrm>
          <a:prstGeom prst="rect">
            <a:avLst/>
          </a:prstGeom>
        </p:spPr>
        <p:txBody>
          <a:bodyPr vert="horz" lIns="105484" tIns="52741" rIns="105484" bIns="52741"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20000"/>
              </a:lnSpc>
              <a:spcBef>
                <a:spcPts val="0"/>
              </a:spcBef>
              <a:spcAft>
                <a:spcPts val="0"/>
              </a:spcAft>
              <a:buNone/>
            </a:pPr>
            <a:r>
              <a:rPr lang="zh-CN" altLang="en-US">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Content Placeholder 2"/>
          <p:cNvSpPr txBox="1">
            <a:spLocks/>
          </p:cNvSpPr>
          <p:nvPr/>
        </p:nvSpPr>
        <p:spPr>
          <a:xfrm>
            <a:off x="5884612" y="4120478"/>
            <a:ext cx="990934" cy="512897"/>
          </a:xfrm>
          <a:prstGeom prst="rect">
            <a:avLst/>
          </a:prstGeom>
        </p:spPr>
        <p:txBody>
          <a:bodyPr vert="horz" lIns="105484" tIns="52741" rIns="105484" bIns="52741"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20000"/>
              </a:lnSpc>
              <a:spcBef>
                <a:spcPts val="0"/>
              </a:spcBef>
              <a:spcAft>
                <a:spcPts val="0"/>
              </a:spcAft>
              <a:buNone/>
            </a:pPr>
            <a:r>
              <a:rPr lang="zh-CN" altLang="en-US">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8" name="Group 17"/>
          <p:cNvGrpSpPr/>
          <p:nvPr/>
        </p:nvGrpSpPr>
        <p:grpSpPr>
          <a:xfrm>
            <a:off x="7281977" y="5411695"/>
            <a:ext cx="436704" cy="436704"/>
            <a:chOff x="5607370" y="3562829"/>
            <a:chExt cx="587140" cy="587140"/>
          </a:xfrm>
          <a:solidFill>
            <a:schemeClr val="bg1"/>
          </a:solidFill>
        </p:grpSpPr>
        <p:sp>
          <p:nvSpPr>
            <p:cNvPr id="19" name="Freeform 15"/>
            <p:cNvSpPr>
              <a:spLocks noEditPoints="1"/>
            </p:cNvSpPr>
            <p:nvPr/>
          </p:nvSpPr>
          <p:spPr bwMode="auto">
            <a:xfrm>
              <a:off x="5746497" y="3702123"/>
              <a:ext cx="308897" cy="308544"/>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grpFill/>
            <a:ln>
              <a:noFill/>
            </a:ln>
          </p:spPr>
          <p:txBody>
            <a:bodyPr vert="horz" wrap="square" lIns="105484" tIns="52741" rIns="105484" bIns="52741" numCol="1" anchor="t" anchorCtr="0" compatLnSpc="1">
              <a:prstTxWarp prst="textNoShape">
                <a:avLst/>
              </a:prstTxWarp>
            </a:bodyPr>
            <a:lstStyle/>
            <a:p>
              <a:pPr algn="just">
                <a:lnSpc>
                  <a:spcPct val="120000"/>
                </a:lnSpc>
                <a:spcBef>
                  <a:spcPts val="0"/>
                </a:spcBef>
                <a:spcAft>
                  <a:spcPts val="0"/>
                </a:spcAft>
              </a:pPr>
              <a:endPar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23"/>
            <p:cNvSpPr>
              <a:spLocks noEditPoints="1"/>
            </p:cNvSpPr>
            <p:nvPr/>
          </p:nvSpPr>
          <p:spPr bwMode="auto">
            <a:xfrm>
              <a:off x="5607370" y="3562829"/>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05484" tIns="52741" rIns="105484" bIns="52741" numCol="1" anchor="t" anchorCtr="0" compatLnSpc="1">
              <a:prstTxWarp prst="textNoShape">
                <a:avLst/>
              </a:prstTxWarp>
            </a:bodyPr>
            <a:lstStyle/>
            <a:p>
              <a:pPr algn="just">
                <a:lnSpc>
                  <a:spcPct val="120000"/>
                </a:lnSpc>
                <a:spcBef>
                  <a:spcPts val="0"/>
                </a:spcBef>
                <a:spcAft>
                  <a:spcPts val="0"/>
                </a:spcAft>
              </a:pPr>
              <a:endPar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Group 20"/>
          <p:cNvGrpSpPr/>
          <p:nvPr/>
        </p:nvGrpSpPr>
        <p:grpSpPr>
          <a:xfrm>
            <a:off x="7279899" y="2314089"/>
            <a:ext cx="627243" cy="627243"/>
            <a:chOff x="6665323" y="3562825"/>
            <a:chExt cx="587140" cy="587140"/>
          </a:xfrm>
          <a:solidFill>
            <a:schemeClr val="bg1"/>
          </a:solidFill>
        </p:grpSpPr>
        <p:sp>
          <p:nvSpPr>
            <p:cNvPr id="22" name="Freeform 19"/>
            <p:cNvSpPr>
              <a:spLocks noEditPoints="1"/>
            </p:cNvSpPr>
            <p:nvPr/>
          </p:nvSpPr>
          <p:spPr bwMode="auto">
            <a:xfrm>
              <a:off x="6808144" y="3735126"/>
              <a:ext cx="301499" cy="242538"/>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grpFill/>
            <a:ln>
              <a:noFill/>
            </a:ln>
          </p:spPr>
          <p:txBody>
            <a:bodyPr vert="horz" wrap="square" lIns="105484" tIns="52741" rIns="105484" bIns="52741" numCol="1" anchor="t" anchorCtr="0" compatLnSpc="1">
              <a:prstTxWarp prst="textNoShape">
                <a:avLst/>
              </a:prstTxWarp>
            </a:bodyPr>
            <a:lstStyle/>
            <a:p>
              <a:pPr algn="just">
                <a:lnSpc>
                  <a:spcPct val="120000"/>
                </a:lnSpc>
                <a:spcBef>
                  <a:spcPts val="0"/>
                </a:spcBef>
                <a:spcAft>
                  <a:spcPts val="0"/>
                </a:spcAft>
              </a:pPr>
              <a:endPar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23"/>
            <p:cNvSpPr>
              <a:spLocks noEditPoints="1"/>
            </p:cNvSpPr>
            <p:nvPr/>
          </p:nvSpPr>
          <p:spPr bwMode="auto">
            <a:xfrm>
              <a:off x="6665323"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05484" tIns="52741" rIns="105484" bIns="52741" numCol="1" anchor="t" anchorCtr="0" compatLnSpc="1">
              <a:prstTxWarp prst="textNoShape">
                <a:avLst/>
              </a:prstTxWarp>
            </a:bodyPr>
            <a:lstStyle/>
            <a:p>
              <a:pPr algn="just">
                <a:lnSpc>
                  <a:spcPct val="120000"/>
                </a:lnSpc>
                <a:spcBef>
                  <a:spcPts val="0"/>
                </a:spcBef>
                <a:spcAft>
                  <a:spcPts val="0"/>
                </a:spcAft>
              </a:pPr>
              <a:endPar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4" name="Group 23"/>
          <p:cNvGrpSpPr/>
          <p:nvPr/>
        </p:nvGrpSpPr>
        <p:grpSpPr>
          <a:xfrm>
            <a:off x="8228261" y="4171444"/>
            <a:ext cx="436704" cy="436704"/>
            <a:chOff x="7740352" y="3562825"/>
            <a:chExt cx="587140" cy="587140"/>
          </a:xfrm>
          <a:solidFill>
            <a:schemeClr val="bg1"/>
          </a:solidFill>
        </p:grpSpPr>
        <p:sp>
          <p:nvSpPr>
            <p:cNvPr id="25" name="Freeform 24"/>
            <p:cNvSpPr>
              <a:spLocks noEditPoints="1"/>
            </p:cNvSpPr>
            <p:nvPr/>
          </p:nvSpPr>
          <p:spPr bwMode="auto">
            <a:xfrm>
              <a:off x="7740352"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05484" tIns="52741" rIns="105484" bIns="52741" numCol="1" anchor="t" anchorCtr="0" compatLnSpc="1">
              <a:prstTxWarp prst="textNoShape">
                <a:avLst/>
              </a:prstTxWarp>
            </a:bodyPr>
            <a:lstStyle/>
            <a:p>
              <a:pPr algn="just">
                <a:lnSpc>
                  <a:spcPct val="120000"/>
                </a:lnSpc>
                <a:spcBef>
                  <a:spcPts val="0"/>
                </a:spcBef>
                <a:spcAft>
                  <a:spcPts val="0"/>
                </a:spcAft>
              </a:pPr>
              <a:endPar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7"/>
            <p:cNvSpPr>
              <a:spLocks noEditPoints="1"/>
            </p:cNvSpPr>
            <p:nvPr/>
          </p:nvSpPr>
          <p:spPr bwMode="auto">
            <a:xfrm>
              <a:off x="7931746" y="3722078"/>
              <a:ext cx="204352" cy="268635"/>
            </a:xfrm>
            <a:custGeom>
              <a:avLst/>
              <a:gdLst>
                <a:gd name="T0" fmla="*/ 96 w 256"/>
                <a:gd name="T1" fmla="*/ 48 h 336"/>
                <a:gd name="T2" fmla="*/ 48 w 256"/>
                <a:gd name="T3" fmla="*/ 0 h 336"/>
                <a:gd name="T4" fmla="*/ 0 w 256"/>
                <a:gd name="T5" fmla="*/ 48 h 336"/>
                <a:gd name="T6" fmla="*/ 29 w 256"/>
                <a:gd name="T7" fmla="*/ 92 h 336"/>
                <a:gd name="T8" fmla="*/ 29 w 256"/>
                <a:gd name="T9" fmla="*/ 244 h 336"/>
                <a:gd name="T10" fmla="*/ 0 w 256"/>
                <a:gd name="T11" fmla="*/ 288 h 336"/>
                <a:gd name="T12" fmla="*/ 48 w 256"/>
                <a:gd name="T13" fmla="*/ 336 h 336"/>
                <a:gd name="T14" fmla="*/ 96 w 256"/>
                <a:gd name="T15" fmla="*/ 288 h 336"/>
                <a:gd name="T16" fmla="*/ 67 w 256"/>
                <a:gd name="T17" fmla="*/ 244 h 336"/>
                <a:gd name="T18" fmla="*/ 67 w 256"/>
                <a:gd name="T19" fmla="*/ 92 h 336"/>
                <a:gd name="T20" fmla="*/ 96 w 256"/>
                <a:gd name="T21" fmla="*/ 48 h 336"/>
                <a:gd name="T22" fmla="*/ 75 w 256"/>
                <a:gd name="T23" fmla="*/ 288 h 336"/>
                <a:gd name="T24" fmla="*/ 48 w 256"/>
                <a:gd name="T25" fmla="*/ 316 h 336"/>
                <a:gd name="T26" fmla="*/ 20 w 256"/>
                <a:gd name="T27" fmla="*/ 288 h 336"/>
                <a:gd name="T28" fmla="*/ 48 w 256"/>
                <a:gd name="T29" fmla="*/ 260 h 336"/>
                <a:gd name="T30" fmla="*/ 75 w 256"/>
                <a:gd name="T31" fmla="*/ 288 h 336"/>
                <a:gd name="T32" fmla="*/ 48 w 256"/>
                <a:gd name="T33" fmla="*/ 76 h 336"/>
                <a:gd name="T34" fmla="*/ 20 w 256"/>
                <a:gd name="T35" fmla="*/ 48 h 336"/>
                <a:gd name="T36" fmla="*/ 48 w 256"/>
                <a:gd name="T37" fmla="*/ 20 h 336"/>
                <a:gd name="T38" fmla="*/ 75 w 256"/>
                <a:gd name="T39" fmla="*/ 48 h 336"/>
                <a:gd name="T40" fmla="*/ 48 w 256"/>
                <a:gd name="T41" fmla="*/ 76 h 336"/>
                <a:gd name="T42" fmla="*/ 227 w 256"/>
                <a:gd name="T43" fmla="*/ 244 h 336"/>
                <a:gd name="T44" fmla="*/ 227 w 256"/>
                <a:gd name="T45" fmla="*/ 92 h 336"/>
                <a:gd name="T46" fmla="*/ 256 w 256"/>
                <a:gd name="T47" fmla="*/ 48 h 336"/>
                <a:gd name="T48" fmla="*/ 208 w 256"/>
                <a:gd name="T49" fmla="*/ 0 h 336"/>
                <a:gd name="T50" fmla="*/ 160 w 256"/>
                <a:gd name="T51" fmla="*/ 48 h 336"/>
                <a:gd name="T52" fmla="*/ 189 w 256"/>
                <a:gd name="T53" fmla="*/ 92 h 336"/>
                <a:gd name="T54" fmla="*/ 189 w 256"/>
                <a:gd name="T55" fmla="*/ 244 h 336"/>
                <a:gd name="T56" fmla="*/ 160 w 256"/>
                <a:gd name="T57" fmla="*/ 288 h 336"/>
                <a:gd name="T58" fmla="*/ 208 w 256"/>
                <a:gd name="T59" fmla="*/ 336 h 336"/>
                <a:gd name="T60" fmla="*/ 256 w 256"/>
                <a:gd name="T61" fmla="*/ 288 h 336"/>
                <a:gd name="T62" fmla="*/ 227 w 256"/>
                <a:gd name="T63" fmla="*/ 244 h 336"/>
                <a:gd name="T64" fmla="*/ 180 w 256"/>
                <a:gd name="T65" fmla="*/ 48 h 336"/>
                <a:gd name="T66" fmla="*/ 208 w 256"/>
                <a:gd name="T67" fmla="*/ 20 h 336"/>
                <a:gd name="T68" fmla="*/ 235 w 256"/>
                <a:gd name="T69" fmla="*/ 48 h 336"/>
                <a:gd name="T70" fmla="*/ 208 w 256"/>
                <a:gd name="T71" fmla="*/ 76 h 336"/>
                <a:gd name="T72" fmla="*/ 180 w 256"/>
                <a:gd name="T73" fmla="*/ 48 h 336"/>
                <a:gd name="T74" fmla="*/ 208 w 256"/>
                <a:gd name="T75" fmla="*/ 316 h 336"/>
                <a:gd name="T76" fmla="*/ 180 w 256"/>
                <a:gd name="T77" fmla="*/ 288 h 336"/>
                <a:gd name="T78" fmla="*/ 208 w 256"/>
                <a:gd name="T79" fmla="*/ 260 h 336"/>
                <a:gd name="T80" fmla="*/ 235 w 256"/>
                <a:gd name="T81" fmla="*/ 288 h 336"/>
                <a:gd name="T82" fmla="*/ 208 w 256"/>
                <a:gd name="T83" fmla="*/ 31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336">
                  <a:moveTo>
                    <a:pt x="96" y="48"/>
                  </a:moveTo>
                  <a:cubicBezTo>
                    <a:pt x="96" y="21"/>
                    <a:pt x="74" y="0"/>
                    <a:pt x="48" y="0"/>
                  </a:cubicBezTo>
                  <a:cubicBezTo>
                    <a:pt x="21" y="0"/>
                    <a:pt x="0" y="21"/>
                    <a:pt x="0" y="48"/>
                  </a:cubicBezTo>
                  <a:cubicBezTo>
                    <a:pt x="0" y="68"/>
                    <a:pt x="12" y="85"/>
                    <a:pt x="29" y="92"/>
                  </a:cubicBezTo>
                  <a:cubicBezTo>
                    <a:pt x="29" y="244"/>
                    <a:pt x="29" y="244"/>
                    <a:pt x="29" y="244"/>
                  </a:cubicBezTo>
                  <a:cubicBezTo>
                    <a:pt x="12" y="251"/>
                    <a:pt x="0" y="268"/>
                    <a:pt x="0" y="288"/>
                  </a:cubicBezTo>
                  <a:cubicBezTo>
                    <a:pt x="0" y="314"/>
                    <a:pt x="21" y="336"/>
                    <a:pt x="48" y="336"/>
                  </a:cubicBezTo>
                  <a:cubicBezTo>
                    <a:pt x="74" y="336"/>
                    <a:pt x="96" y="314"/>
                    <a:pt x="96" y="288"/>
                  </a:cubicBezTo>
                  <a:cubicBezTo>
                    <a:pt x="96" y="268"/>
                    <a:pt x="84" y="251"/>
                    <a:pt x="67" y="244"/>
                  </a:cubicBezTo>
                  <a:cubicBezTo>
                    <a:pt x="67" y="92"/>
                    <a:pt x="67" y="92"/>
                    <a:pt x="67" y="92"/>
                  </a:cubicBezTo>
                  <a:cubicBezTo>
                    <a:pt x="84" y="85"/>
                    <a:pt x="96" y="68"/>
                    <a:pt x="96" y="48"/>
                  </a:cubicBezTo>
                  <a:close/>
                  <a:moveTo>
                    <a:pt x="75" y="288"/>
                  </a:moveTo>
                  <a:cubicBezTo>
                    <a:pt x="75" y="303"/>
                    <a:pt x="63" y="316"/>
                    <a:pt x="48" y="316"/>
                  </a:cubicBezTo>
                  <a:cubicBezTo>
                    <a:pt x="32" y="316"/>
                    <a:pt x="20" y="303"/>
                    <a:pt x="20" y="288"/>
                  </a:cubicBezTo>
                  <a:cubicBezTo>
                    <a:pt x="20" y="273"/>
                    <a:pt x="32" y="260"/>
                    <a:pt x="48" y="260"/>
                  </a:cubicBezTo>
                  <a:cubicBezTo>
                    <a:pt x="63" y="260"/>
                    <a:pt x="75" y="273"/>
                    <a:pt x="75" y="288"/>
                  </a:cubicBezTo>
                  <a:close/>
                  <a:moveTo>
                    <a:pt x="48" y="76"/>
                  </a:moveTo>
                  <a:cubicBezTo>
                    <a:pt x="32" y="76"/>
                    <a:pt x="20" y="63"/>
                    <a:pt x="20" y="48"/>
                  </a:cubicBezTo>
                  <a:cubicBezTo>
                    <a:pt x="20" y="33"/>
                    <a:pt x="32" y="20"/>
                    <a:pt x="48" y="20"/>
                  </a:cubicBezTo>
                  <a:cubicBezTo>
                    <a:pt x="63" y="20"/>
                    <a:pt x="75" y="33"/>
                    <a:pt x="75" y="48"/>
                  </a:cubicBezTo>
                  <a:cubicBezTo>
                    <a:pt x="75" y="63"/>
                    <a:pt x="63" y="76"/>
                    <a:pt x="48" y="76"/>
                  </a:cubicBezTo>
                  <a:close/>
                  <a:moveTo>
                    <a:pt x="227" y="244"/>
                  </a:moveTo>
                  <a:cubicBezTo>
                    <a:pt x="227" y="92"/>
                    <a:pt x="227" y="92"/>
                    <a:pt x="227" y="92"/>
                  </a:cubicBezTo>
                  <a:cubicBezTo>
                    <a:pt x="244" y="85"/>
                    <a:pt x="256" y="68"/>
                    <a:pt x="256" y="48"/>
                  </a:cubicBezTo>
                  <a:cubicBezTo>
                    <a:pt x="256" y="21"/>
                    <a:pt x="234" y="0"/>
                    <a:pt x="208" y="0"/>
                  </a:cubicBezTo>
                  <a:cubicBezTo>
                    <a:pt x="181" y="0"/>
                    <a:pt x="160" y="21"/>
                    <a:pt x="160" y="48"/>
                  </a:cubicBezTo>
                  <a:cubicBezTo>
                    <a:pt x="160" y="68"/>
                    <a:pt x="172" y="85"/>
                    <a:pt x="189" y="92"/>
                  </a:cubicBezTo>
                  <a:cubicBezTo>
                    <a:pt x="189" y="244"/>
                    <a:pt x="189" y="244"/>
                    <a:pt x="189" y="244"/>
                  </a:cubicBezTo>
                  <a:cubicBezTo>
                    <a:pt x="172" y="251"/>
                    <a:pt x="160" y="268"/>
                    <a:pt x="160" y="288"/>
                  </a:cubicBezTo>
                  <a:cubicBezTo>
                    <a:pt x="160" y="314"/>
                    <a:pt x="181" y="336"/>
                    <a:pt x="208" y="336"/>
                  </a:cubicBezTo>
                  <a:cubicBezTo>
                    <a:pt x="234" y="336"/>
                    <a:pt x="256" y="314"/>
                    <a:pt x="256" y="288"/>
                  </a:cubicBezTo>
                  <a:cubicBezTo>
                    <a:pt x="256" y="268"/>
                    <a:pt x="244" y="251"/>
                    <a:pt x="227" y="244"/>
                  </a:cubicBezTo>
                  <a:close/>
                  <a:moveTo>
                    <a:pt x="180" y="48"/>
                  </a:moveTo>
                  <a:cubicBezTo>
                    <a:pt x="180" y="33"/>
                    <a:pt x="192" y="20"/>
                    <a:pt x="208" y="20"/>
                  </a:cubicBezTo>
                  <a:cubicBezTo>
                    <a:pt x="223" y="20"/>
                    <a:pt x="235" y="33"/>
                    <a:pt x="235" y="48"/>
                  </a:cubicBezTo>
                  <a:cubicBezTo>
                    <a:pt x="235" y="63"/>
                    <a:pt x="223" y="76"/>
                    <a:pt x="208" y="76"/>
                  </a:cubicBezTo>
                  <a:cubicBezTo>
                    <a:pt x="192" y="76"/>
                    <a:pt x="180" y="63"/>
                    <a:pt x="180" y="48"/>
                  </a:cubicBezTo>
                  <a:close/>
                  <a:moveTo>
                    <a:pt x="208" y="316"/>
                  </a:moveTo>
                  <a:cubicBezTo>
                    <a:pt x="192" y="316"/>
                    <a:pt x="180" y="303"/>
                    <a:pt x="180" y="288"/>
                  </a:cubicBezTo>
                  <a:cubicBezTo>
                    <a:pt x="180" y="273"/>
                    <a:pt x="192" y="260"/>
                    <a:pt x="208" y="260"/>
                  </a:cubicBezTo>
                  <a:cubicBezTo>
                    <a:pt x="223" y="260"/>
                    <a:pt x="235" y="273"/>
                    <a:pt x="235" y="288"/>
                  </a:cubicBezTo>
                  <a:cubicBezTo>
                    <a:pt x="235" y="303"/>
                    <a:pt x="223" y="316"/>
                    <a:pt x="208" y="316"/>
                  </a:cubicBezTo>
                  <a:close/>
                </a:path>
              </a:pathLst>
            </a:custGeom>
            <a:grpFill/>
            <a:ln>
              <a:noFill/>
            </a:ln>
          </p:spPr>
          <p:txBody>
            <a:bodyPr vert="horz" wrap="square" lIns="105484" tIns="52741" rIns="105484" bIns="52741" numCol="1" anchor="t" anchorCtr="0" compatLnSpc="1">
              <a:prstTxWarp prst="textNoShape">
                <a:avLst/>
              </a:prstTxWarp>
            </a:bodyPr>
            <a:lstStyle/>
            <a:p>
              <a:pPr algn="just">
                <a:lnSpc>
                  <a:spcPct val="120000"/>
                </a:lnSpc>
                <a:spcBef>
                  <a:spcPts val="0"/>
                </a:spcBef>
                <a:spcAft>
                  <a:spcPts val="0"/>
                </a:spcAft>
              </a:pPr>
              <a:endPar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7" name="Content Placeholder 2"/>
          <p:cNvSpPr txBox="1">
            <a:spLocks/>
          </p:cNvSpPr>
          <p:nvPr/>
        </p:nvSpPr>
        <p:spPr>
          <a:xfrm>
            <a:off x="2679991" y="2177834"/>
            <a:ext cx="2980510" cy="538704"/>
          </a:xfrm>
          <a:prstGeom prst="rect">
            <a:avLst/>
          </a:prstGeom>
        </p:spPr>
        <p:txBody>
          <a:bodyPr vert="horz" lIns="105484" tIns="52741" rIns="105484" bIns="52741"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0"/>
              </a:spcBef>
              <a:spcAft>
                <a:spcPts val="0"/>
              </a:spcAft>
              <a:buNone/>
              <a:defRPr/>
            </a:pPr>
            <a:r>
              <a:rPr lang="en-US" altLang="zh-CN" sz="800">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Content Placeholder 2"/>
          <p:cNvSpPr txBox="1">
            <a:spLocks/>
          </p:cNvSpPr>
          <p:nvPr/>
        </p:nvSpPr>
        <p:spPr>
          <a:xfrm>
            <a:off x="2679988" y="3337794"/>
            <a:ext cx="2980511" cy="538704"/>
          </a:xfrm>
          <a:prstGeom prst="rect">
            <a:avLst/>
          </a:prstGeom>
        </p:spPr>
        <p:txBody>
          <a:bodyPr vert="horz" lIns="105484" tIns="52741" rIns="105484" bIns="52741"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0"/>
              </a:spcBef>
              <a:spcAft>
                <a:spcPts val="0"/>
              </a:spcAft>
              <a:buNone/>
              <a:defRPr/>
            </a:pPr>
            <a:r>
              <a:rPr lang="en-US" altLang="zh-CN" sz="800">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Content Placeholder 2"/>
          <p:cNvSpPr txBox="1">
            <a:spLocks/>
          </p:cNvSpPr>
          <p:nvPr/>
        </p:nvSpPr>
        <p:spPr>
          <a:xfrm>
            <a:off x="2679991" y="4497754"/>
            <a:ext cx="2980510" cy="538704"/>
          </a:xfrm>
          <a:prstGeom prst="rect">
            <a:avLst/>
          </a:prstGeom>
        </p:spPr>
        <p:txBody>
          <a:bodyPr vert="horz" lIns="105484" tIns="52741" rIns="105484" bIns="52741"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spcBef>
                <a:spcPts val="0"/>
              </a:spcBef>
              <a:spcAft>
                <a:spcPts val="0"/>
              </a:spcAft>
              <a:buNone/>
              <a:defRPr/>
            </a:pPr>
            <a:r>
              <a:rPr lang="en-US" altLang="zh-CN" sz="800">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Box 29"/>
          <p:cNvSpPr txBox="1"/>
          <p:nvPr/>
        </p:nvSpPr>
        <p:spPr>
          <a:xfrm>
            <a:off x="2709422" y="5657712"/>
            <a:ext cx="3014825" cy="370870"/>
          </a:xfrm>
          <a:prstGeom prst="rect">
            <a:avLst/>
          </a:prstGeom>
          <a:noFill/>
        </p:spPr>
        <p:txBody>
          <a:bodyPr wrap="square" rIns="166115" bIns="41528" numCol="1" spcCol="360000">
            <a:spAutoFit/>
          </a:bodyPr>
          <a:lstStyle/>
          <a:p>
            <a:pPr marL="0" indent="0" algn="just">
              <a:lnSpc>
                <a:spcPct val="120000"/>
              </a:lnSpc>
              <a:spcBef>
                <a:spcPts val="0"/>
              </a:spcBef>
              <a:spcAft>
                <a:spcPts val="0"/>
              </a:spcAft>
              <a:buNone/>
              <a:defRPr/>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45679055"/>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400" fill="hold"/>
                                        <p:tgtEl>
                                          <p:spTgt spid="5"/>
                                        </p:tgtEl>
                                        <p:attrNameLst>
                                          <p:attrName>ppt_w</p:attrName>
                                        </p:attrNameLst>
                                      </p:cBhvr>
                                      <p:tavLst>
                                        <p:tav tm="0">
                                          <p:val>
                                            <p:fltVal val="0"/>
                                          </p:val>
                                        </p:tav>
                                        <p:tav tm="100000">
                                          <p:val>
                                            <p:strVal val="#ppt_w"/>
                                          </p:val>
                                        </p:tav>
                                      </p:tavLst>
                                    </p:anim>
                                    <p:anim calcmode="lin" valueType="num">
                                      <p:cBhvr>
                                        <p:cTn id="8" dur="2400" fill="hold"/>
                                        <p:tgtEl>
                                          <p:spTgt spid="5"/>
                                        </p:tgtEl>
                                        <p:attrNameLst>
                                          <p:attrName>ppt_h</p:attrName>
                                        </p:attrNameLst>
                                      </p:cBhvr>
                                      <p:tavLst>
                                        <p:tav tm="0">
                                          <p:val>
                                            <p:fltVal val="0"/>
                                          </p:val>
                                        </p:tav>
                                        <p:tav tm="100000">
                                          <p:val>
                                            <p:strVal val="#ppt_h"/>
                                          </p:val>
                                        </p:tav>
                                      </p:tavLst>
                                    </p:anim>
                                    <p:anim calcmode="lin" valueType="num">
                                      <p:cBhvr>
                                        <p:cTn id="9" dur="2400" fill="hold"/>
                                        <p:tgtEl>
                                          <p:spTgt spid="5"/>
                                        </p:tgtEl>
                                        <p:attrNameLst>
                                          <p:attrName>style.rotation</p:attrName>
                                        </p:attrNameLst>
                                      </p:cBhvr>
                                      <p:tavLst>
                                        <p:tav tm="0">
                                          <p:val>
                                            <p:fltVal val="90"/>
                                          </p:val>
                                        </p:tav>
                                        <p:tav tm="100000">
                                          <p:val>
                                            <p:fltVal val="0"/>
                                          </p:val>
                                        </p:tav>
                                      </p:tavLst>
                                    </p:anim>
                                    <p:animEffect transition="in" filter="fade">
                                      <p:cBhvr>
                                        <p:cTn id="10" dur="2400"/>
                                        <p:tgtEl>
                                          <p:spTgt spid="5"/>
                                        </p:tgtEl>
                                      </p:cBhvr>
                                    </p:animEffect>
                                  </p:childTnLst>
                                </p:cTn>
                              </p:par>
                              <p:par>
                                <p:cTn id="11" presetID="53" presetClass="entr" presetSubtype="16" fill="hold" nodeType="withEffect">
                                  <p:stCondLst>
                                    <p:cond delay="250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par>
                                <p:cTn id="16" presetID="53" presetClass="entr" presetSubtype="16" fill="hold" nodeType="withEffect">
                                  <p:stCondLst>
                                    <p:cond delay="3000"/>
                                  </p:stCondLst>
                                  <p:childTnLst>
                                    <p:set>
                                      <p:cBhvr>
                                        <p:cTn id="17" dur="1" fill="hold">
                                          <p:stCondLst>
                                            <p:cond delay="0"/>
                                          </p:stCondLst>
                                        </p:cTn>
                                        <p:tgtEl>
                                          <p:spTgt spid="24"/>
                                        </p:tgtEl>
                                        <p:attrNameLst>
                                          <p:attrName>style.visibility</p:attrName>
                                        </p:attrNameLst>
                                      </p:cBhvr>
                                      <p:to>
                                        <p:strVal val="visible"/>
                                      </p:to>
                                    </p:set>
                                    <p:anim calcmode="lin" valueType="num">
                                      <p:cBhvr>
                                        <p:cTn id="18" dur="500" fill="hold"/>
                                        <p:tgtEl>
                                          <p:spTgt spid="24"/>
                                        </p:tgtEl>
                                        <p:attrNameLst>
                                          <p:attrName>ppt_w</p:attrName>
                                        </p:attrNameLst>
                                      </p:cBhvr>
                                      <p:tavLst>
                                        <p:tav tm="0">
                                          <p:val>
                                            <p:fltVal val="0"/>
                                          </p:val>
                                        </p:tav>
                                        <p:tav tm="100000">
                                          <p:val>
                                            <p:strVal val="#ppt_w"/>
                                          </p:val>
                                        </p:tav>
                                      </p:tavLst>
                                    </p:anim>
                                    <p:anim calcmode="lin" valueType="num">
                                      <p:cBhvr>
                                        <p:cTn id="19" dur="500" fill="hold"/>
                                        <p:tgtEl>
                                          <p:spTgt spid="24"/>
                                        </p:tgtEl>
                                        <p:attrNameLst>
                                          <p:attrName>ppt_h</p:attrName>
                                        </p:attrNameLst>
                                      </p:cBhvr>
                                      <p:tavLst>
                                        <p:tav tm="0">
                                          <p:val>
                                            <p:fltVal val="0"/>
                                          </p:val>
                                        </p:tav>
                                        <p:tav tm="100000">
                                          <p:val>
                                            <p:strVal val="#ppt_h"/>
                                          </p:val>
                                        </p:tav>
                                      </p:tavLst>
                                    </p:anim>
                                    <p:animEffect transition="in" filter="fade">
                                      <p:cBhvr>
                                        <p:cTn id="20" dur="500"/>
                                        <p:tgtEl>
                                          <p:spTgt spid="24"/>
                                        </p:tgtEl>
                                      </p:cBhvr>
                                    </p:animEffect>
                                  </p:childTnLst>
                                </p:cTn>
                              </p:par>
                              <p:par>
                                <p:cTn id="21" presetID="53" presetClass="entr" presetSubtype="16" fill="hold" nodeType="withEffect">
                                  <p:stCondLst>
                                    <p:cond delay="350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 fill="hold"/>
                                        <p:tgtEl>
                                          <p:spTgt spid="18"/>
                                        </p:tgtEl>
                                        <p:attrNameLst>
                                          <p:attrName>ppt_w</p:attrName>
                                        </p:attrNameLst>
                                      </p:cBhvr>
                                      <p:tavLst>
                                        <p:tav tm="0">
                                          <p:val>
                                            <p:fltVal val="0"/>
                                          </p:val>
                                        </p:tav>
                                        <p:tav tm="100000">
                                          <p:val>
                                            <p:strVal val="#ppt_w"/>
                                          </p:val>
                                        </p:tav>
                                      </p:tavLst>
                                    </p:anim>
                                    <p:anim calcmode="lin" valueType="num">
                                      <p:cBhvr>
                                        <p:cTn id="24" dur="500" fill="hold"/>
                                        <p:tgtEl>
                                          <p:spTgt spid="18"/>
                                        </p:tgtEl>
                                        <p:attrNameLst>
                                          <p:attrName>ppt_h</p:attrName>
                                        </p:attrNameLst>
                                      </p:cBhvr>
                                      <p:tavLst>
                                        <p:tav tm="0">
                                          <p:val>
                                            <p:fltVal val="0"/>
                                          </p:val>
                                        </p:tav>
                                        <p:tav tm="100000">
                                          <p:val>
                                            <p:strVal val="#ppt_h"/>
                                          </p:val>
                                        </p:tav>
                                      </p:tavLst>
                                    </p:anim>
                                    <p:animEffect transition="in" filter="fade">
                                      <p:cBhvr>
                                        <p:cTn id="25" dur="500"/>
                                        <p:tgtEl>
                                          <p:spTgt spid="18"/>
                                        </p:tgtEl>
                                      </p:cBhvr>
                                    </p:animEffect>
                                  </p:childTnLst>
                                </p:cTn>
                              </p:par>
                              <p:par>
                                <p:cTn id="26" presetID="22" presetClass="entr" presetSubtype="8" fill="hold" grpId="0" nodeType="withEffect">
                                  <p:stCondLst>
                                    <p:cond delay="400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par>
                                <p:cTn id="29" presetID="22" presetClass="entr" presetSubtype="8" fill="hold" grpId="0" nodeType="withEffect">
                                  <p:stCondLst>
                                    <p:cond delay="400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par>
                                <p:cTn id="32" presetID="22" presetClass="entr" presetSubtype="8" fill="hold" grpId="0" nodeType="withEffect">
                                  <p:stCondLst>
                                    <p:cond delay="400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4500"/>
                            </p:stCondLst>
                            <p:childTnLst>
                              <p:par>
                                <p:cTn id="36" presetID="10"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par>
                          <p:cTn id="39" fill="hold">
                            <p:stCondLst>
                              <p:cond delay="5000"/>
                            </p:stCondLst>
                            <p:childTnLst>
                              <p:par>
                                <p:cTn id="40" presetID="10" presetClass="entr" presetSubtype="0"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5500"/>
                            </p:stCondLst>
                            <p:childTnLst>
                              <p:par>
                                <p:cTn id="44" presetID="10" presetClass="entr" presetSubtype="0"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par>
                                <p:cTn id="47" presetID="2" presetClass="entr" presetSubtype="4" fill="hold" grpId="0" nodeType="withEffect">
                                  <p:stCondLst>
                                    <p:cond delay="50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7" grpId="0"/>
      <p:bldP spid="28" grpId="0"/>
      <p:bldP spid="29"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447093" y="2807005"/>
            <a:ext cx="3964564" cy="2552816"/>
            <a:chOff x="4368418" y="2523549"/>
            <a:chExt cx="3626941" cy="2335418"/>
          </a:xfrm>
        </p:grpSpPr>
        <p:sp>
          <p:nvSpPr>
            <p:cNvPr id="3" name="Freeform 69"/>
            <p:cNvSpPr>
              <a:spLocks/>
            </p:cNvSpPr>
            <p:nvPr/>
          </p:nvSpPr>
          <p:spPr bwMode="auto">
            <a:xfrm rot="5400000">
              <a:off x="4570041" y="3489636"/>
              <a:ext cx="1059798" cy="404382"/>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chemeClr val="accent1">
                <a:lumMod val="7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70"/>
            <p:cNvSpPr>
              <a:spLocks/>
            </p:cNvSpPr>
            <p:nvPr/>
          </p:nvSpPr>
          <p:spPr bwMode="auto">
            <a:xfrm rot="5400000">
              <a:off x="4470082" y="3060265"/>
              <a:ext cx="528195" cy="731522"/>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chemeClr val="accent1">
                <a:lumMod val="60000"/>
                <a:lumOff val="40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71"/>
            <p:cNvSpPr>
              <a:spLocks/>
            </p:cNvSpPr>
            <p:nvPr/>
          </p:nvSpPr>
          <p:spPr bwMode="auto">
            <a:xfrm rot="5400000">
              <a:off x="4468378" y="3590164"/>
              <a:ext cx="531603" cy="731522"/>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chemeClr val="accent1"/>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72"/>
            <p:cNvSpPr>
              <a:spLocks/>
            </p:cNvSpPr>
            <p:nvPr/>
          </p:nvSpPr>
          <p:spPr bwMode="auto">
            <a:xfrm rot="5400000">
              <a:off x="4931827" y="3564038"/>
              <a:ext cx="1697039" cy="254442"/>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chemeClr val="accent3">
                <a:lumMod val="7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73"/>
            <p:cNvSpPr>
              <a:spLocks/>
            </p:cNvSpPr>
            <p:nvPr/>
          </p:nvSpPr>
          <p:spPr bwMode="auto">
            <a:xfrm rot="5400000">
              <a:off x="5005661" y="2915437"/>
              <a:ext cx="847384" cy="701988"/>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chemeClr val="accent3">
                <a:lumMod val="60000"/>
                <a:lumOff val="40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74"/>
            <p:cNvSpPr>
              <a:spLocks/>
            </p:cNvSpPr>
            <p:nvPr/>
          </p:nvSpPr>
          <p:spPr bwMode="auto">
            <a:xfrm rot="5400000">
              <a:off x="5004524" y="3763957"/>
              <a:ext cx="849656" cy="701988"/>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chemeClr val="accent3"/>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75"/>
            <p:cNvSpPr>
              <a:spLocks/>
            </p:cNvSpPr>
            <p:nvPr/>
          </p:nvSpPr>
          <p:spPr bwMode="auto">
            <a:xfrm rot="5400000">
              <a:off x="6733368" y="3490203"/>
              <a:ext cx="1059798" cy="403246"/>
            </a:xfrm>
            <a:custGeom>
              <a:avLst/>
              <a:gdLst>
                <a:gd name="T0" fmla="*/ 465 w 933"/>
                <a:gd name="T1" fmla="*/ 0 h 355"/>
                <a:gd name="T2" fmla="*/ 0 w 933"/>
                <a:gd name="T3" fmla="*/ 177 h 355"/>
                <a:gd name="T4" fmla="*/ 465 w 933"/>
                <a:gd name="T5" fmla="*/ 355 h 355"/>
                <a:gd name="T6" fmla="*/ 933 w 933"/>
                <a:gd name="T7" fmla="*/ 177 h 355"/>
                <a:gd name="T8" fmla="*/ 465 w 933"/>
                <a:gd name="T9" fmla="*/ 0 h 355"/>
              </a:gdLst>
              <a:ahLst/>
              <a:cxnLst>
                <a:cxn ang="0">
                  <a:pos x="T0" y="T1"/>
                </a:cxn>
                <a:cxn ang="0">
                  <a:pos x="T2" y="T3"/>
                </a:cxn>
                <a:cxn ang="0">
                  <a:pos x="T4" y="T5"/>
                </a:cxn>
                <a:cxn ang="0">
                  <a:pos x="T6" y="T7"/>
                </a:cxn>
                <a:cxn ang="0">
                  <a:pos x="T8" y="T9"/>
                </a:cxn>
              </a:cxnLst>
              <a:rect l="0" t="0" r="r" b="b"/>
              <a:pathLst>
                <a:path w="933" h="355">
                  <a:moveTo>
                    <a:pt x="465" y="0"/>
                  </a:moveTo>
                  <a:lnTo>
                    <a:pt x="0" y="177"/>
                  </a:lnTo>
                  <a:lnTo>
                    <a:pt x="465" y="355"/>
                  </a:lnTo>
                  <a:lnTo>
                    <a:pt x="933" y="177"/>
                  </a:lnTo>
                  <a:lnTo>
                    <a:pt x="465" y="0"/>
                  </a:lnTo>
                  <a:close/>
                </a:path>
              </a:pathLst>
            </a:custGeom>
            <a:solidFill>
              <a:schemeClr val="accent6">
                <a:lumMod val="7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76"/>
            <p:cNvSpPr>
              <a:spLocks/>
            </p:cNvSpPr>
            <p:nvPr/>
          </p:nvSpPr>
          <p:spPr bwMode="auto">
            <a:xfrm rot="5400000">
              <a:off x="7365499" y="3060265"/>
              <a:ext cx="528195" cy="731522"/>
            </a:xfrm>
            <a:custGeom>
              <a:avLst/>
              <a:gdLst>
                <a:gd name="T0" fmla="*/ 465 w 465"/>
                <a:gd name="T1" fmla="*/ 467 h 644"/>
                <a:gd name="T2" fmla="*/ 0 w 465"/>
                <a:gd name="T3" fmla="*/ 644 h 644"/>
                <a:gd name="T4" fmla="*/ 0 w 465"/>
                <a:gd name="T5" fmla="*/ 280 h 644"/>
                <a:gd name="T6" fmla="*/ 465 w 465"/>
                <a:gd name="T7" fmla="*/ 0 h 644"/>
                <a:gd name="T8" fmla="*/ 465 w 465"/>
                <a:gd name="T9" fmla="*/ 467 h 644"/>
              </a:gdLst>
              <a:ahLst/>
              <a:cxnLst>
                <a:cxn ang="0">
                  <a:pos x="T0" y="T1"/>
                </a:cxn>
                <a:cxn ang="0">
                  <a:pos x="T2" y="T3"/>
                </a:cxn>
                <a:cxn ang="0">
                  <a:pos x="T4" y="T5"/>
                </a:cxn>
                <a:cxn ang="0">
                  <a:pos x="T6" y="T7"/>
                </a:cxn>
                <a:cxn ang="0">
                  <a:pos x="T8" y="T9"/>
                </a:cxn>
              </a:cxnLst>
              <a:rect l="0" t="0" r="r" b="b"/>
              <a:pathLst>
                <a:path w="465" h="644">
                  <a:moveTo>
                    <a:pt x="465" y="467"/>
                  </a:moveTo>
                  <a:lnTo>
                    <a:pt x="0" y="644"/>
                  </a:lnTo>
                  <a:lnTo>
                    <a:pt x="0" y="280"/>
                  </a:lnTo>
                  <a:lnTo>
                    <a:pt x="465" y="0"/>
                  </a:lnTo>
                  <a:lnTo>
                    <a:pt x="465" y="467"/>
                  </a:lnTo>
                  <a:close/>
                </a:path>
              </a:pathLst>
            </a:custGeom>
            <a:solidFill>
              <a:schemeClr val="accent6">
                <a:lumMod val="60000"/>
                <a:lumOff val="40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77"/>
            <p:cNvSpPr>
              <a:spLocks/>
            </p:cNvSpPr>
            <p:nvPr/>
          </p:nvSpPr>
          <p:spPr bwMode="auto">
            <a:xfrm rot="5400000">
              <a:off x="7363796" y="3590164"/>
              <a:ext cx="531603" cy="731522"/>
            </a:xfrm>
            <a:custGeom>
              <a:avLst/>
              <a:gdLst>
                <a:gd name="T0" fmla="*/ 0 w 468"/>
                <a:gd name="T1" fmla="*/ 467 h 644"/>
                <a:gd name="T2" fmla="*/ 468 w 468"/>
                <a:gd name="T3" fmla="*/ 644 h 644"/>
                <a:gd name="T4" fmla="*/ 468 w 468"/>
                <a:gd name="T5" fmla="*/ 280 h 644"/>
                <a:gd name="T6" fmla="*/ 0 w 468"/>
                <a:gd name="T7" fmla="*/ 0 h 644"/>
                <a:gd name="T8" fmla="*/ 0 w 468"/>
                <a:gd name="T9" fmla="*/ 467 h 644"/>
              </a:gdLst>
              <a:ahLst/>
              <a:cxnLst>
                <a:cxn ang="0">
                  <a:pos x="T0" y="T1"/>
                </a:cxn>
                <a:cxn ang="0">
                  <a:pos x="T2" y="T3"/>
                </a:cxn>
                <a:cxn ang="0">
                  <a:pos x="T4" y="T5"/>
                </a:cxn>
                <a:cxn ang="0">
                  <a:pos x="T6" y="T7"/>
                </a:cxn>
                <a:cxn ang="0">
                  <a:pos x="T8" y="T9"/>
                </a:cxn>
              </a:cxnLst>
              <a:rect l="0" t="0" r="r" b="b"/>
              <a:pathLst>
                <a:path w="468" h="644">
                  <a:moveTo>
                    <a:pt x="0" y="467"/>
                  </a:moveTo>
                  <a:lnTo>
                    <a:pt x="468" y="644"/>
                  </a:lnTo>
                  <a:lnTo>
                    <a:pt x="468" y="280"/>
                  </a:lnTo>
                  <a:lnTo>
                    <a:pt x="0" y="0"/>
                  </a:lnTo>
                  <a:lnTo>
                    <a:pt x="0" y="467"/>
                  </a:lnTo>
                  <a:close/>
                </a:path>
              </a:pathLst>
            </a:custGeom>
            <a:solidFill>
              <a:schemeClr val="accent6"/>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78"/>
            <p:cNvSpPr>
              <a:spLocks/>
            </p:cNvSpPr>
            <p:nvPr/>
          </p:nvSpPr>
          <p:spPr bwMode="auto">
            <a:xfrm rot="5400000">
              <a:off x="5733774" y="3564038"/>
              <a:ext cx="1697039" cy="254442"/>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chemeClr val="accent5">
                <a:lumMod val="7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79"/>
            <p:cNvSpPr>
              <a:spLocks/>
            </p:cNvSpPr>
            <p:nvPr/>
          </p:nvSpPr>
          <p:spPr bwMode="auto">
            <a:xfrm rot="5400000">
              <a:off x="6510164" y="2916005"/>
              <a:ext cx="847384" cy="700853"/>
            </a:xfrm>
            <a:custGeom>
              <a:avLst/>
              <a:gdLst>
                <a:gd name="T0" fmla="*/ 746 w 746"/>
                <a:gd name="T1" fmla="*/ 506 h 617"/>
                <a:gd name="T2" fmla="*/ 0 w 746"/>
                <a:gd name="T3" fmla="*/ 617 h 617"/>
                <a:gd name="T4" fmla="*/ 0 w 746"/>
                <a:gd name="T5" fmla="*/ 224 h 617"/>
                <a:gd name="T6" fmla="*/ 746 w 746"/>
                <a:gd name="T7" fmla="*/ 0 h 617"/>
                <a:gd name="T8" fmla="*/ 746 w 746"/>
                <a:gd name="T9" fmla="*/ 506 h 617"/>
              </a:gdLst>
              <a:ahLst/>
              <a:cxnLst>
                <a:cxn ang="0">
                  <a:pos x="T0" y="T1"/>
                </a:cxn>
                <a:cxn ang="0">
                  <a:pos x="T2" y="T3"/>
                </a:cxn>
                <a:cxn ang="0">
                  <a:pos x="T4" y="T5"/>
                </a:cxn>
                <a:cxn ang="0">
                  <a:pos x="T6" y="T7"/>
                </a:cxn>
                <a:cxn ang="0">
                  <a:pos x="T8" y="T9"/>
                </a:cxn>
              </a:cxnLst>
              <a:rect l="0" t="0" r="r" b="b"/>
              <a:pathLst>
                <a:path w="746" h="617">
                  <a:moveTo>
                    <a:pt x="746" y="506"/>
                  </a:moveTo>
                  <a:lnTo>
                    <a:pt x="0" y="617"/>
                  </a:lnTo>
                  <a:lnTo>
                    <a:pt x="0" y="224"/>
                  </a:lnTo>
                  <a:lnTo>
                    <a:pt x="746" y="0"/>
                  </a:lnTo>
                  <a:lnTo>
                    <a:pt x="746" y="506"/>
                  </a:lnTo>
                  <a:close/>
                </a:path>
              </a:pathLst>
            </a:custGeom>
            <a:solidFill>
              <a:schemeClr val="accent5">
                <a:lumMod val="60000"/>
                <a:lumOff val="40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80"/>
            <p:cNvSpPr>
              <a:spLocks/>
            </p:cNvSpPr>
            <p:nvPr/>
          </p:nvSpPr>
          <p:spPr bwMode="auto">
            <a:xfrm rot="5400000">
              <a:off x="6509028" y="3764525"/>
              <a:ext cx="849656" cy="700853"/>
            </a:xfrm>
            <a:custGeom>
              <a:avLst/>
              <a:gdLst>
                <a:gd name="T0" fmla="*/ 0 w 748"/>
                <a:gd name="T1" fmla="*/ 506 h 617"/>
                <a:gd name="T2" fmla="*/ 748 w 748"/>
                <a:gd name="T3" fmla="*/ 617 h 617"/>
                <a:gd name="T4" fmla="*/ 748 w 748"/>
                <a:gd name="T5" fmla="*/ 224 h 617"/>
                <a:gd name="T6" fmla="*/ 0 w 748"/>
                <a:gd name="T7" fmla="*/ 0 h 617"/>
                <a:gd name="T8" fmla="*/ 0 w 748"/>
                <a:gd name="T9" fmla="*/ 506 h 617"/>
              </a:gdLst>
              <a:ahLst/>
              <a:cxnLst>
                <a:cxn ang="0">
                  <a:pos x="T0" y="T1"/>
                </a:cxn>
                <a:cxn ang="0">
                  <a:pos x="T2" y="T3"/>
                </a:cxn>
                <a:cxn ang="0">
                  <a:pos x="T4" y="T5"/>
                </a:cxn>
                <a:cxn ang="0">
                  <a:pos x="T6" y="T7"/>
                </a:cxn>
                <a:cxn ang="0">
                  <a:pos x="T8" y="T9"/>
                </a:cxn>
              </a:cxnLst>
              <a:rect l="0" t="0" r="r" b="b"/>
              <a:pathLst>
                <a:path w="748" h="617">
                  <a:moveTo>
                    <a:pt x="0" y="506"/>
                  </a:moveTo>
                  <a:lnTo>
                    <a:pt x="748" y="617"/>
                  </a:lnTo>
                  <a:lnTo>
                    <a:pt x="748" y="224"/>
                  </a:lnTo>
                  <a:lnTo>
                    <a:pt x="0" y="0"/>
                  </a:lnTo>
                  <a:lnTo>
                    <a:pt x="0" y="506"/>
                  </a:lnTo>
                  <a:close/>
                </a:path>
              </a:pathLst>
            </a:custGeom>
            <a:solidFill>
              <a:schemeClr val="accent5"/>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81"/>
            <p:cNvSpPr>
              <a:spLocks/>
            </p:cNvSpPr>
            <p:nvPr/>
          </p:nvSpPr>
          <p:spPr bwMode="auto">
            <a:xfrm rot="5400000">
              <a:off x="5594058" y="2742779"/>
              <a:ext cx="1166573" cy="728114"/>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chemeClr val="accent4">
                <a:lumMod val="60000"/>
                <a:lumOff val="40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82"/>
            <p:cNvSpPr>
              <a:spLocks/>
            </p:cNvSpPr>
            <p:nvPr/>
          </p:nvSpPr>
          <p:spPr bwMode="auto">
            <a:xfrm rot="5400000">
              <a:off x="5592922" y="3910488"/>
              <a:ext cx="1168845" cy="728114"/>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chemeClr val="accent4"/>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83"/>
            <p:cNvSpPr>
              <a:spLocks/>
            </p:cNvSpPr>
            <p:nvPr/>
          </p:nvSpPr>
          <p:spPr bwMode="auto">
            <a:xfrm rot="5400000">
              <a:off x="7725013" y="3425457"/>
              <a:ext cx="9087" cy="531603"/>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84"/>
            <p:cNvSpPr>
              <a:spLocks/>
            </p:cNvSpPr>
            <p:nvPr/>
          </p:nvSpPr>
          <p:spPr bwMode="auto">
            <a:xfrm rot="5400000">
              <a:off x="6992355" y="3403875"/>
              <a:ext cx="9087" cy="574767"/>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85"/>
            <p:cNvSpPr>
              <a:spLocks/>
            </p:cNvSpPr>
            <p:nvPr/>
          </p:nvSpPr>
          <p:spPr bwMode="auto">
            <a:xfrm rot="5400000">
              <a:off x="4629676" y="3425457"/>
              <a:ext cx="9087" cy="531603"/>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86"/>
            <p:cNvSpPr>
              <a:spLocks/>
            </p:cNvSpPr>
            <p:nvPr/>
          </p:nvSpPr>
          <p:spPr bwMode="auto">
            <a:xfrm rot="5400000">
              <a:off x="5361198" y="3403875"/>
              <a:ext cx="9087" cy="574767"/>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87"/>
            <p:cNvSpPr>
              <a:spLocks/>
            </p:cNvSpPr>
            <p:nvPr/>
          </p:nvSpPr>
          <p:spPr bwMode="auto">
            <a:xfrm rot="5400000">
              <a:off x="6172801" y="3327202"/>
              <a:ext cx="9087" cy="728114"/>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88"/>
            <p:cNvSpPr>
              <a:spLocks/>
            </p:cNvSpPr>
            <p:nvPr/>
          </p:nvSpPr>
          <p:spPr bwMode="auto">
            <a:xfrm rot="5400000">
              <a:off x="7303593" y="3529960"/>
              <a:ext cx="1059798" cy="323733"/>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89"/>
            <p:cNvSpPr>
              <a:spLocks/>
            </p:cNvSpPr>
            <p:nvPr/>
          </p:nvSpPr>
          <p:spPr bwMode="auto">
            <a:xfrm rot="5400000">
              <a:off x="6837871" y="3587891"/>
              <a:ext cx="1059798" cy="207871"/>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90"/>
            <p:cNvSpPr>
              <a:spLocks/>
            </p:cNvSpPr>
            <p:nvPr/>
          </p:nvSpPr>
          <p:spPr bwMode="auto">
            <a:xfrm rot="5400000">
              <a:off x="6303998" y="3559494"/>
              <a:ext cx="1697039" cy="263530"/>
            </a:xfrm>
            <a:custGeom>
              <a:avLst/>
              <a:gdLst>
                <a:gd name="T0" fmla="*/ 746 w 1494"/>
                <a:gd name="T1" fmla="*/ 0 h 232"/>
                <a:gd name="T2" fmla="*/ 0 w 1494"/>
                <a:gd name="T3" fmla="*/ 224 h 232"/>
                <a:gd name="T4" fmla="*/ 0 w 1494"/>
                <a:gd name="T5" fmla="*/ 232 h 232"/>
                <a:gd name="T6" fmla="*/ 746 w 1494"/>
                <a:gd name="T7" fmla="*/ 10 h 232"/>
                <a:gd name="T8" fmla="*/ 1494 w 1494"/>
                <a:gd name="T9" fmla="*/ 232 h 232"/>
                <a:gd name="T10" fmla="*/ 1494 w 1494"/>
                <a:gd name="T11" fmla="*/ 224 h 232"/>
                <a:gd name="T12" fmla="*/ 746 w 1494"/>
                <a:gd name="T13" fmla="*/ 0 h 232"/>
              </a:gdLst>
              <a:ahLst/>
              <a:cxnLst>
                <a:cxn ang="0">
                  <a:pos x="T0" y="T1"/>
                </a:cxn>
                <a:cxn ang="0">
                  <a:pos x="T2" y="T3"/>
                </a:cxn>
                <a:cxn ang="0">
                  <a:pos x="T4" y="T5"/>
                </a:cxn>
                <a:cxn ang="0">
                  <a:pos x="T6" y="T7"/>
                </a:cxn>
                <a:cxn ang="0">
                  <a:pos x="T8" y="T9"/>
                </a:cxn>
                <a:cxn ang="0">
                  <a:pos x="T10" y="T11"/>
                </a:cxn>
                <a:cxn ang="0">
                  <a:pos x="T12" y="T13"/>
                </a:cxn>
              </a:cxnLst>
              <a:rect l="0" t="0" r="r" b="b"/>
              <a:pathLst>
                <a:path w="1494" h="232">
                  <a:moveTo>
                    <a:pt x="746" y="0"/>
                  </a:moveTo>
                  <a:lnTo>
                    <a:pt x="0" y="224"/>
                  </a:lnTo>
                  <a:lnTo>
                    <a:pt x="0" y="232"/>
                  </a:lnTo>
                  <a:lnTo>
                    <a:pt x="746" y="10"/>
                  </a:lnTo>
                  <a:lnTo>
                    <a:pt x="1494" y="232"/>
                  </a:lnTo>
                  <a:lnTo>
                    <a:pt x="1494" y="224"/>
                  </a:lnTo>
                  <a:lnTo>
                    <a:pt x="746"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91"/>
            <p:cNvSpPr>
              <a:spLocks/>
            </p:cNvSpPr>
            <p:nvPr/>
          </p:nvSpPr>
          <p:spPr bwMode="auto">
            <a:xfrm rot="5400000">
              <a:off x="5804200" y="3621969"/>
              <a:ext cx="1697039" cy="138580"/>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92"/>
            <p:cNvSpPr>
              <a:spLocks/>
            </p:cNvSpPr>
            <p:nvPr/>
          </p:nvSpPr>
          <p:spPr bwMode="auto">
            <a:xfrm rot="5400000">
              <a:off x="4000386" y="3529960"/>
              <a:ext cx="1059798" cy="323733"/>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93"/>
            <p:cNvSpPr>
              <a:spLocks/>
            </p:cNvSpPr>
            <p:nvPr/>
          </p:nvSpPr>
          <p:spPr bwMode="auto">
            <a:xfrm rot="5400000">
              <a:off x="4466105" y="3587891"/>
              <a:ext cx="1059798" cy="207871"/>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94"/>
            <p:cNvSpPr>
              <a:spLocks/>
            </p:cNvSpPr>
            <p:nvPr/>
          </p:nvSpPr>
          <p:spPr bwMode="auto">
            <a:xfrm rot="5400000">
              <a:off x="4362170" y="3558926"/>
              <a:ext cx="1697039" cy="264666"/>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95"/>
            <p:cNvSpPr>
              <a:spLocks/>
            </p:cNvSpPr>
            <p:nvPr/>
          </p:nvSpPr>
          <p:spPr bwMode="auto">
            <a:xfrm rot="5400000">
              <a:off x="4862537" y="3621969"/>
              <a:ext cx="1697039" cy="138580"/>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96"/>
            <p:cNvSpPr>
              <a:spLocks/>
            </p:cNvSpPr>
            <p:nvPr/>
          </p:nvSpPr>
          <p:spPr bwMode="auto">
            <a:xfrm rot="5400000">
              <a:off x="5303835" y="3621400"/>
              <a:ext cx="2335417" cy="139716"/>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97"/>
            <p:cNvSpPr>
              <a:spLocks/>
            </p:cNvSpPr>
            <p:nvPr/>
          </p:nvSpPr>
          <p:spPr bwMode="auto">
            <a:xfrm rot="5400000">
              <a:off x="4713165" y="3623672"/>
              <a:ext cx="2335417" cy="135173"/>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chemeClr val="bg1">
                <a:alpha val="25000"/>
              </a:schemeClr>
            </a:solidFill>
            <a:ln>
              <a:noFill/>
            </a:ln>
          </p:spPr>
          <p:txBody>
            <a:bodyPr vert="horz" wrap="square" lIns="128580" tIns="64290" rIns="128580" bIns="64290" numCol="1" anchor="t" anchorCtr="0" compatLnSpc="1">
              <a:prstTxWarp prst="textNoShape">
                <a:avLst/>
              </a:prstTxWarp>
            </a:bodyPr>
            <a:lstStyle/>
            <a:p>
              <a:pPr algn="just">
                <a:lnSpc>
                  <a:spcPct val="120000"/>
                </a:lnSpc>
                <a:spcBef>
                  <a:spcPts val="0"/>
                </a:spcBef>
                <a:spcAft>
                  <a:spcPts val="0"/>
                </a:spcAft>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2" name="TextBox 31"/>
          <p:cNvSpPr txBox="1"/>
          <p:nvPr/>
        </p:nvSpPr>
        <p:spPr>
          <a:xfrm>
            <a:off x="1672555" y="2929373"/>
            <a:ext cx="2308531" cy="521938"/>
          </a:xfrm>
          <a:prstGeom prst="rect">
            <a:avLst/>
          </a:prstGeom>
          <a:noFill/>
        </p:spPr>
        <p:txBody>
          <a:bodyPr wrap="square" rtlCol="0">
            <a:spAutoFit/>
          </a:bodyPr>
          <a:lstStyle/>
          <a:p>
            <a:pPr algn="just">
              <a:lnSpc>
                <a:spcPct val="120000"/>
              </a:lnSpc>
              <a:spcBef>
                <a:spcPts val="0"/>
              </a:spcBef>
              <a:spcAft>
                <a:spcPts val="0"/>
              </a:spcAft>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id-ID"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Box 32"/>
          <p:cNvSpPr txBox="1"/>
          <p:nvPr/>
        </p:nvSpPr>
        <p:spPr>
          <a:xfrm>
            <a:off x="1672555" y="2650487"/>
            <a:ext cx="1512168" cy="328551"/>
          </a:xfrm>
          <a:prstGeom prst="rect">
            <a:avLst/>
          </a:prstGeom>
          <a:noFill/>
        </p:spPr>
        <p:txBody>
          <a:bodyPr wrap="square" rtlCol="0">
            <a:spAutoFit/>
          </a:bodyPr>
          <a:lstStyle/>
          <a:p>
            <a:pPr algn="just">
              <a:lnSpc>
                <a:spcPct val="120000"/>
              </a:lnSpc>
              <a:spcBef>
                <a:spcPts val="0"/>
              </a:spcBef>
              <a:spcAft>
                <a:spcPts val="0"/>
              </a:spcAft>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TextBox 33"/>
          <p:cNvSpPr txBox="1"/>
          <p:nvPr/>
        </p:nvSpPr>
        <p:spPr>
          <a:xfrm>
            <a:off x="1672555" y="4785629"/>
            <a:ext cx="2308531" cy="521938"/>
          </a:xfrm>
          <a:prstGeom prst="rect">
            <a:avLst/>
          </a:prstGeom>
          <a:noFill/>
        </p:spPr>
        <p:txBody>
          <a:bodyPr wrap="square" rtlCol="0">
            <a:spAutoFit/>
          </a:bodyPr>
          <a:lstStyle/>
          <a:p>
            <a:pPr algn="just">
              <a:lnSpc>
                <a:spcPct val="120000"/>
              </a:lnSpc>
              <a:spcBef>
                <a:spcPts val="0"/>
              </a:spcBef>
              <a:spcAft>
                <a:spcPts val="0"/>
              </a:spcAft>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id-ID"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Box 34"/>
          <p:cNvSpPr txBox="1"/>
          <p:nvPr/>
        </p:nvSpPr>
        <p:spPr>
          <a:xfrm>
            <a:off x="1672555" y="4506743"/>
            <a:ext cx="1512168" cy="328551"/>
          </a:xfrm>
          <a:prstGeom prst="rect">
            <a:avLst/>
          </a:prstGeom>
          <a:noFill/>
        </p:spPr>
        <p:txBody>
          <a:bodyPr wrap="square" rtlCol="0">
            <a:spAutoFit/>
          </a:bodyPr>
          <a:lstStyle/>
          <a:p>
            <a:pPr algn="just">
              <a:lnSpc>
                <a:spcPct val="120000"/>
              </a:lnSpc>
              <a:spcBef>
                <a:spcPts val="0"/>
              </a:spcBef>
              <a:spcAft>
                <a:spcPts val="0"/>
              </a:spcAft>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TextBox 35"/>
          <p:cNvSpPr txBox="1"/>
          <p:nvPr/>
        </p:nvSpPr>
        <p:spPr>
          <a:xfrm>
            <a:off x="8755706" y="2125461"/>
            <a:ext cx="2282182" cy="521938"/>
          </a:xfrm>
          <a:prstGeom prst="rect">
            <a:avLst/>
          </a:prstGeom>
          <a:noFill/>
        </p:spPr>
        <p:txBody>
          <a:bodyPr wrap="square" rtlCol="0">
            <a:spAutoFit/>
          </a:bodyPr>
          <a:lstStyle/>
          <a:p>
            <a:pPr algn="just">
              <a:lnSpc>
                <a:spcPct val="120000"/>
              </a:lnSpc>
              <a:spcBef>
                <a:spcPts val="0"/>
              </a:spcBef>
              <a:spcAft>
                <a:spcPts val="0"/>
              </a:spcAft>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id-ID"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TextBox 36"/>
          <p:cNvSpPr txBox="1"/>
          <p:nvPr/>
        </p:nvSpPr>
        <p:spPr>
          <a:xfrm>
            <a:off x="8755707" y="1846574"/>
            <a:ext cx="1494909" cy="328551"/>
          </a:xfrm>
          <a:prstGeom prst="rect">
            <a:avLst/>
          </a:prstGeom>
          <a:noFill/>
        </p:spPr>
        <p:txBody>
          <a:bodyPr wrap="square" rtlCol="0">
            <a:spAutoFit/>
          </a:bodyPr>
          <a:lstStyle/>
          <a:p>
            <a:pPr algn="just">
              <a:lnSpc>
                <a:spcPct val="120000"/>
              </a:lnSpc>
              <a:spcBef>
                <a:spcPts val="0"/>
              </a:spcBef>
              <a:spcAft>
                <a:spcPts val="0"/>
              </a:spcAft>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TextBox 37"/>
          <p:cNvSpPr txBox="1"/>
          <p:nvPr/>
        </p:nvSpPr>
        <p:spPr>
          <a:xfrm>
            <a:off x="8755706" y="5740306"/>
            <a:ext cx="2282182" cy="521938"/>
          </a:xfrm>
          <a:prstGeom prst="rect">
            <a:avLst/>
          </a:prstGeom>
          <a:noFill/>
        </p:spPr>
        <p:txBody>
          <a:bodyPr wrap="square" rtlCol="0">
            <a:spAutoFit/>
          </a:bodyPr>
          <a:lstStyle/>
          <a:p>
            <a:pPr algn="just">
              <a:lnSpc>
                <a:spcPct val="120000"/>
              </a:lnSpc>
              <a:spcBef>
                <a:spcPts val="0"/>
              </a:spcBef>
              <a:spcAft>
                <a:spcPts val="0"/>
              </a:spcAft>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id-ID"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TextBox 38"/>
          <p:cNvSpPr txBox="1"/>
          <p:nvPr/>
        </p:nvSpPr>
        <p:spPr>
          <a:xfrm>
            <a:off x="8755707" y="5461420"/>
            <a:ext cx="1494909" cy="328551"/>
          </a:xfrm>
          <a:prstGeom prst="rect">
            <a:avLst/>
          </a:prstGeom>
          <a:noFill/>
        </p:spPr>
        <p:txBody>
          <a:bodyPr wrap="square" rtlCol="0">
            <a:spAutoFit/>
          </a:bodyPr>
          <a:lstStyle/>
          <a:p>
            <a:pPr algn="just">
              <a:lnSpc>
                <a:spcPct val="120000"/>
              </a:lnSpc>
              <a:spcBef>
                <a:spcPts val="0"/>
              </a:spcBef>
              <a:spcAft>
                <a:spcPts val="0"/>
              </a:spcAft>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TextBox 39"/>
          <p:cNvSpPr txBox="1"/>
          <p:nvPr/>
        </p:nvSpPr>
        <p:spPr>
          <a:xfrm>
            <a:off x="8755706" y="3869317"/>
            <a:ext cx="2282182" cy="521938"/>
          </a:xfrm>
          <a:prstGeom prst="rect">
            <a:avLst/>
          </a:prstGeom>
          <a:noFill/>
        </p:spPr>
        <p:txBody>
          <a:bodyPr wrap="square" rtlCol="0">
            <a:spAutoFit/>
          </a:bodyPr>
          <a:lstStyle/>
          <a:p>
            <a:pPr algn="just">
              <a:lnSpc>
                <a:spcPct val="120000"/>
              </a:lnSpc>
              <a:spcBef>
                <a:spcPts val="0"/>
              </a:spcBef>
              <a:spcAft>
                <a:spcPts val="0"/>
              </a:spcAft>
            </a:pPr>
            <a:r>
              <a:rPr lang="en-US" altLang="zh-CN" sz="8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id-ID" sz="8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TextBox 40"/>
          <p:cNvSpPr txBox="1"/>
          <p:nvPr/>
        </p:nvSpPr>
        <p:spPr>
          <a:xfrm>
            <a:off x="8755707" y="3590431"/>
            <a:ext cx="1494909" cy="328551"/>
          </a:xfrm>
          <a:prstGeom prst="rect">
            <a:avLst/>
          </a:prstGeom>
          <a:noFill/>
        </p:spPr>
        <p:txBody>
          <a:bodyPr wrap="square" rtlCol="0">
            <a:spAutoFit/>
          </a:bodyPr>
          <a:lstStyle/>
          <a:p>
            <a:pPr algn="just">
              <a:lnSpc>
                <a:spcPct val="120000"/>
              </a:lnSpc>
              <a:spcBef>
                <a:spcPts val="0"/>
              </a:spcBef>
              <a:spcAft>
                <a:spcPts val="0"/>
              </a:spcAft>
            </a:pPr>
            <a:r>
              <a:rPr lang="zh-CN" altLang="en-US" sz="140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2" name="Elbow Connector 41"/>
          <p:cNvCxnSpPr/>
          <p:nvPr/>
        </p:nvCxnSpPr>
        <p:spPr>
          <a:xfrm rot="10800000">
            <a:off x="3735603" y="2806055"/>
            <a:ext cx="834769" cy="762468"/>
          </a:xfrm>
          <a:prstGeom prst="bentConnector3">
            <a:avLst>
              <a:gd name="adj1" fmla="val 50000"/>
            </a:avLst>
          </a:prstGeom>
          <a:ln w="635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3" name="Elbow Connector 42"/>
          <p:cNvCxnSpPr/>
          <p:nvPr/>
        </p:nvCxnSpPr>
        <p:spPr>
          <a:xfrm rot="10800000">
            <a:off x="3773079" y="4718355"/>
            <a:ext cx="1588294" cy="292563"/>
          </a:xfrm>
          <a:prstGeom prst="bentConnector3">
            <a:avLst>
              <a:gd name="adj1" fmla="val 50000"/>
            </a:avLst>
          </a:prstGeom>
          <a:ln w="635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4" name="Elbow Connector 43"/>
          <p:cNvCxnSpPr/>
          <p:nvPr/>
        </p:nvCxnSpPr>
        <p:spPr>
          <a:xfrm rot="10800000" flipV="1">
            <a:off x="6822358" y="1939728"/>
            <a:ext cx="1931960" cy="968015"/>
          </a:xfrm>
          <a:prstGeom prst="bentConnector3">
            <a:avLst>
              <a:gd name="adj1" fmla="val 50000"/>
            </a:avLst>
          </a:prstGeom>
          <a:ln w="635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rot="10800000">
            <a:off x="7882937" y="3435358"/>
            <a:ext cx="824223" cy="295429"/>
          </a:xfrm>
          <a:prstGeom prst="bentConnector3">
            <a:avLst>
              <a:gd name="adj1" fmla="val 50000"/>
            </a:avLst>
          </a:prstGeom>
          <a:ln w="635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Elbow Connector 45"/>
          <p:cNvCxnSpPr>
            <a:stCxn id="39" idx="1"/>
          </p:cNvCxnSpPr>
          <p:nvPr/>
        </p:nvCxnSpPr>
        <p:spPr>
          <a:xfrm rot="10800000">
            <a:off x="7027317" y="5248562"/>
            <a:ext cx="1728391" cy="377135"/>
          </a:xfrm>
          <a:prstGeom prst="bentConnector3">
            <a:avLst>
              <a:gd name="adj1" fmla="val 50000"/>
            </a:avLst>
          </a:prstGeom>
          <a:ln w="635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TextBox 8"/>
          <p:cNvSpPr txBox="1"/>
          <p:nvPr/>
        </p:nvSpPr>
        <p:spPr>
          <a:xfrm>
            <a:off x="824035" y="658674"/>
            <a:ext cx="3949155" cy="492443"/>
          </a:xfrm>
          <a:prstGeom prst="rect">
            <a:avLst/>
          </a:prstGeom>
          <a:noFill/>
        </p:spPr>
        <p:txBody>
          <a:bodyPr wrap="square" lIns="0" tIns="0" rIns="0" bIns="0" rtlCol="0" anchor="ctr">
            <a:spAutoFit/>
          </a:bodyPr>
          <a:lstStyle/>
          <a:p>
            <a:r>
              <a:rPr lang="en-US" altLang="zh-CN"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a:t>
            </a:r>
            <a:r>
              <a:rPr lang="zh-CN" altLang="en-US" sz="32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年度工作概述</a:t>
            </a:r>
            <a:endParaRPr lang="zh-CN" altLang="en-US" sz="40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TextBox 8"/>
          <p:cNvSpPr txBox="1"/>
          <p:nvPr/>
        </p:nvSpPr>
        <p:spPr>
          <a:xfrm>
            <a:off x="824036" y="1168633"/>
            <a:ext cx="2807720" cy="215444"/>
          </a:xfrm>
          <a:prstGeom prst="rect">
            <a:avLst/>
          </a:prstGeom>
          <a:noFill/>
        </p:spPr>
        <p:txBody>
          <a:bodyPr wrap="square" lIns="0" tIns="0" rIns="0" bIns="0" rtlCol="0" anchor="ctr">
            <a:spAutoFit/>
          </a:bodyPr>
          <a:lstStyle/>
          <a:p>
            <a:r>
              <a:rPr lang="en-US" alt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20XX ANNUAL WORK SUMMARY</a:t>
            </a:r>
            <a:endParaRPr lang="zh-CN" altLang="en-US"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384840421"/>
      </p:ext>
    </p:extLst>
  </p:cSld>
  <p:clrMapOvr>
    <a:masterClrMapping/>
  </p:clrMapOvr>
  <mc:AlternateContent xmlns:mc="http://schemas.openxmlformats.org/markup-compatibility/2006" xmlns:p14="http://schemas.microsoft.com/office/powerpoint/2010/main">
    <mc:Choice Requires="p14">
      <p:transition spd="slow" p14:dur="1200" advTm="0">
        <p14:prism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childTnLst>
                          </p:cTn>
                        </p:par>
                        <p:par>
                          <p:cTn id="30" fill="hold">
                            <p:stCondLst>
                              <p:cond delay="3500"/>
                            </p:stCondLst>
                            <p:childTnLst>
                              <p:par>
                                <p:cTn id="31" presetID="10" presetClass="entr" presetSubtype="0" fill="hold" grpId="0" nodeType="after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par>
                          <p:cTn id="34" fill="hold">
                            <p:stCondLst>
                              <p:cond delay="4000"/>
                            </p:stCondLst>
                            <p:childTnLst>
                              <p:par>
                                <p:cTn id="35" presetID="10" presetClass="entr" presetSubtype="0" fill="hold" grpId="0" nodeType="after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par>
                          <p:cTn id="38" fill="hold">
                            <p:stCondLst>
                              <p:cond delay="4500"/>
                            </p:stCondLst>
                            <p:childTnLst>
                              <p:par>
                                <p:cTn id="39" presetID="10" presetClass="entr" presetSubtype="0"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childTnLst>
                          </p:cTn>
                        </p:par>
                        <p:par>
                          <p:cTn id="42" fill="hold">
                            <p:stCondLst>
                              <p:cond delay="5000"/>
                            </p:stCondLst>
                            <p:childTnLst>
                              <p:par>
                                <p:cTn id="43" presetID="10" presetClass="entr" presetSubtype="0" fill="hold" grpId="0" nodeType="after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500"/>
                                        <p:tgtEl>
                                          <p:spTgt spid="41"/>
                                        </p:tgtEl>
                                      </p:cBhvr>
                                    </p:animEffect>
                                  </p:childTnLst>
                                </p:cTn>
                              </p:par>
                            </p:childTnLst>
                          </p:cTn>
                        </p:par>
                        <p:par>
                          <p:cTn id="46" fill="hold">
                            <p:stCondLst>
                              <p:cond delay="5500"/>
                            </p:stCondLst>
                            <p:childTnLst>
                              <p:par>
                                <p:cTn id="47" presetID="10" presetClass="entr" presetSubtype="0" fill="hold" grpId="0" nodeType="after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childTnLst>
                          </p:cTn>
                        </p:par>
                        <p:par>
                          <p:cTn id="50" fill="hold">
                            <p:stCondLst>
                              <p:cond delay="6000"/>
                            </p:stCondLst>
                            <p:childTnLst>
                              <p:par>
                                <p:cTn id="51" presetID="22" presetClass="entr" presetSubtype="2" fill="hold" nodeType="after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wipe(right)">
                                      <p:cBhvr>
                                        <p:cTn id="53" dur="500"/>
                                        <p:tgtEl>
                                          <p:spTgt spid="42"/>
                                        </p:tgtEl>
                                      </p:cBhvr>
                                    </p:animEffect>
                                  </p:childTnLst>
                                </p:cTn>
                              </p:par>
                            </p:childTnLst>
                          </p:cTn>
                        </p:par>
                        <p:par>
                          <p:cTn id="54" fill="hold">
                            <p:stCondLst>
                              <p:cond delay="6500"/>
                            </p:stCondLst>
                            <p:childTnLst>
                              <p:par>
                                <p:cTn id="55" presetID="22" presetClass="entr" presetSubtype="2" fill="hold" nodeType="after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right)">
                                      <p:cBhvr>
                                        <p:cTn id="57" dur="500"/>
                                        <p:tgtEl>
                                          <p:spTgt spid="43"/>
                                        </p:tgtEl>
                                      </p:cBhvr>
                                    </p:animEffect>
                                  </p:childTnLst>
                                </p:cTn>
                              </p:par>
                            </p:childTnLst>
                          </p:cTn>
                        </p:par>
                        <p:par>
                          <p:cTn id="58" fill="hold">
                            <p:stCondLst>
                              <p:cond delay="7000"/>
                            </p:stCondLst>
                            <p:childTnLst>
                              <p:par>
                                <p:cTn id="59" presetID="22" presetClass="entr" presetSubtype="8" fill="hold"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childTnLst>
                          </p:cTn>
                        </p:par>
                        <p:par>
                          <p:cTn id="62" fill="hold">
                            <p:stCondLst>
                              <p:cond delay="7500"/>
                            </p:stCondLst>
                            <p:childTnLst>
                              <p:par>
                                <p:cTn id="63" presetID="22" presetClass="entr" presetSubtype="8" fill="hold" nodeType="after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left)">
                                      <p:cBhvr>
                                        <p:cTn id="65" dur="500"/>
                                        <p:tgtEl>
                                          <p:spTgt spid="45"/>
                                        </p:tgtEl>
                                      </p:cBhvr>
                                    </p:animEffect>
                                  </p:childTnLst>
                                </p:cTn>
                              </p:par>
                            </p:childTnLst>
                          </p:cTn>
                        </p:par>
                        <p:par>
                          <p:cTn id="66" fill="hold">
                            <p:stCondLst>
                              <p:cond delay="8000"/>
                            </p:stCondLst>
                            <p:childTnLst>
                              <p:par>
                                <p:cTn id="67" presetID="22" presetClass="entr" presetSubtype="8" fill="hold" nodeType="after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wipe(left)">
                                      <p:cBhvr>
                                        <p:cTn id="6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37" grpId="0"/>
      <p:bldP spid="38" grpId="0"/>
      <p:bldP spid="39" grpId="0"/>
      <p:bldP spid="40" grpId="0"/>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653464"/>
            <a:ext cx="12858750" cy="25362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259"/>
          <p:cNvSpPr>
            <a:spLocks noChangeArrowheads="1"/>
          </p:cNvSpPr>
          <p:nvPr/>
        </p:nvSpPr>
        <p:spPr bwMode="auto">
          <a:xfrm>
            <a:off x="3322864" y="3194571"/>
            <a:ext cx="621302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7200" b="1">
                <a:solidFill>
                  <a:schemeClr val="bg1"/>
                </a:solidFill>
                <a:cs typeface="Arial" panose="020B0604020202020204" pitchFamily="34" charset="0"/>
              </a:rPr>
              <a:t>THANK YOU</a:t>
            </a:r>
            <a:endParaRPr lang="zh-CN" altLang="en-US" sz="7200" b="1" dirty="0">
              <a:solidFill>
                <a:schemeClr val="bg1"/>
              </a:solidFill>
              <a:cs typeface="Arial" panose="020B0604020202020204" pitchFamily="34" charset="0"/>
            </a:endParaRPr>
          </a:p>
        </p:txBody>
      </p:sp>
      <p:sp>
        <p:nvSpPr>
          <p:cNvPr id="15" name="矩形 259"/>
          <p:cNvSpPr>
            <a:spLocks noChangeArrowheads="1"/>
          </p:cNvSpPr>
          <p:nvPr/>
        </p:nvSpPr>
        <p:spPr bwMode="auto">
          <a:xfrm>
            <a:off x="3865587" y="5509637"/>
            <a:ext cx="2203748" cy="318924"/>
          </a:xfrm>
          <a:prstGeom prst="rect">
            <a:avLst/>
          </a:prstGeom>
          <a:solidFill>
            <a:schemeClr val="accent2"/>
          </a:solidFill>
          <a:ln w="9525">
            <a:solidFill>
              <a:schemeClr val="bg1"/>
            </a:solidFill>
            <a:miter lim="800000"/>
            <a:headEnd/>
            <a:tailEnd/>
          </a:ln>
          <a:effectLst/>
        </p:spPr>
        <p:txBody>
          <a:bodyPr wrap="square" lIns="36000" tIns="36000" rIns="36000" bIns="36000" anchor="t" anchorCtr="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spcBef>
                <a:spcPts val="0"/>
              </a:spcBef>
              <a:buNone/>
            </a:pPr>
            <a:r>
              <a:rPr lang="zh-CN" altLang="en-US" sz="1600">
                <a:solidFill>
                  <a:schemeClr val="bg1"/>
                </a:solidFill>
                <a:latin typeface="Arial" panose="020B0604020202020204" pitchFamily="34" charset="0"/>
                <a:cs typeface="Arial" panose="020B0604020202020204" pitchFamily="34" charset="0"/>
                <a:sym typeface="Arial" panose="020B0604020202020204" pitchFamily="34" charset="0"/>
              </a:rPr>
              <a:t>汇报人：树灵视觉</a:t>
            </a:r>
            <a:endParaRPr lang="en-US" altLang="zh-CN"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6" name="矩形 259"/>
          <p:cNvSpPr>
            <a:spLocks noChangeArrowheads="1"/>
          </p:cNvSpPr>
          <p:nvPr/>
        </p:nvSpPr>
        <p:spPr bwMode="auto">
          <a:xfrm>
            <a:off x="4832350" y="4220264"/>
            <a:ext cx="319405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2500">
                <a:solidFill>
                  <a:schemeClr val="bg1"/>
                </a:solidFill>
                <a:cs typeface="Arial" panose="020B0604020202020204" pitchFamily="34" charset="0"/>
              </a:rPr>
              <a:t>感谢聆听，批评指导</a:t>
            </a:r>
            <a:endParaRPr lang="zh-CN" altLang="en-US" sz="2500" dirty="0">
              <a:solidFill>
                <a:schemeClr val="bg1"/>
              </a:solidFill>
              <a:cs typeface="Arial" panose="020B0604020202020204" pitchFamily="34" charset="0"/>
            </a:endParaRPr>
          </a:p>
        </p:txBody>
      </p:sp>
      <p:sp>
        <p:nvSpPr>
          <p:cNvPr id="8" name="矩形 259"/>
          <p:cNvSpPr>
            <a:spLocks noChangeArrowheads="1"/>
          </p:cNvSpPr>
          <p:nvPr/>
        </p:nvSpPr>
        <p:spPr bwMode="auto">
          <a:xfrm>
            <a:off x="5067300" y="1254558"/>
            <a:ext cx="27241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9600">
                <a:solidFill>
                  <a:schemeClr val="accent1"/>
                </a:solidFill>
                <a:latin typeface="Impact" panose="020B0806030902050204" pitchFamily="34" charset="0"/>
                <a:cs typeface="Arial" panose="020B0604020202020204" pitchFamily="34" charset="0"/>
              </a:rPr>
              <a:t>LOGO</a:t>
            </a:r>
            <a:endParaRPr lang="zh-CN" altLang="en-US" sz="7200" dirty="0">
              <a:solidFill>
                <a:schemeClr val="accent1"/>
              </a:solidFill>
              <a:latin typeface="Impact" panose="020B0806030902050204" pitchFamily="34" charset="0"/>
              <a:cs typeface="Arial" panose="020B0604020202020204" pitchFamily="34" charset="0"/>
            </a:endParaRPr>
          </a:p>
        </p:txBody>
      </p:sp>
      <p:sp>
        <p:nvSpPr>
          <p:cNvPr id="9" name="矩形 259"/>
          <p:cNvSpPr>
            <a:spLocks noChangeArrowheads="1"/>
          </p:cNvSpPr>
          <p:nvPr/>
        </p:nvSpPr>
        <p:spPr bwMode="auto">
          <a:xfrm>
            <a:off x="6789416" y="5509637"/>
            <a:ext cx="2668220" cy="318924"/>
          </a:xfrm>
          <a:prstGeom prst="rect">
            <a:avLst/>
          </a:prstGeom>
          <a:solidFill>
            <a:schemeClr val="accent2"/>
          </a:solidFill>
          <a:ln w="9525">
            <a:solidFill>
              <a:schemeClr val="bg1"/>
            </a:solidFill>
            <a:miter lim="800000"/>
            <a:headEnd/>
            <a:tailEnd/>
          </a:ln>
          <a:effectLst/>
        </p:spPr>
        <p:txBody>
          <a:bodyPr wrap="square" lIns="36000" tIns="36000" rIns="36000" bIns="36000" anchor="t" anchorCtr="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spcBef>
                <a:spcPts val="0"/>
              </a:spcBef>
              <a:buNone/>
            </a:pPr>
            <a:r>
              <a:rPr lang="en-US" altLang="zh-CN" sz="1600">
                <a:solidFill>
                  <a:schemeClr val="bg1"/>
                </a:solidFill>
                <a:latin typeface="Arial" panose="020B0604020202020204" pitchFamily="34" charset="0"/>
                <a:cs typeface="Arial" panose="020B0604020202020204" pitchFamily="34" charset="0"/>
                <a:sym typeface="Arial" panose="020B0604020202020204" pitchFamily="34" charset="0"/>
              </a:rPr>
              <a:t>Report Person: Baotuwang</a:t>
            </a:r>
            <a:endParaRPr lang="en-US" altLang="zh-CN" sz="16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861790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crush"/>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childTnLst>
                          </p:cTn>
                        </p:par>
                        <p:par>
                          <p:cTn id="12" fill="hold">
                            <p:stCondLst>
                              <p:cond delay="65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8"/>
                                        </p:tgtEl>
                                      </p:cBhvr>
                                    </p:animEffect>
                                    <p:animScale>
                                      <p:cBhvr>
                                        <p:cTn id="15" dur="250" autoRev="1" fill="hold"/>
                                        <p:tgtEl>
                                          <p:spTgt spid="8"/>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par>
                          <p:cTn id="21" fill="hold">
                            <p:stCondLst>
                              <p:cond delay="500"/>
                            </p:stCondLst>
                            <p:childTnLst>
                              <p:par>
                                <p:cTn id="22" presetID="41" presetClass="entr" presetSubtype="0" fill="hold" grpId="0" nodeType="afterEffect">
                                  <p:stCondLst>
                                    <p:cond delay="0"/>
                                  </p:stCondLst>
                                  <p:iterate type="lt">
                                    <p:tmPct val="10000"/>
                                  </p:iterate>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14"/>
                                        </p:tgtEl>
                                        <p:attrNameLst>
                                          <p:attrName>ppt_y</p:attrName>
                                        </p:attrNameLst>
                                      </p:cBhvr>
                                      <p:tavLst>
                                        <p:tav tm="0">
                                          <p:val>
                                            <p:strVal val="#ppt_y"/>
                                          </p:val>
                                        </p:tav>
                                        <p:tav tm="100000">
                                          <p:val>
                                            <p:strVal val="#ppt_y"/>
                                          </p:val>
                                        </p:tav>
                                      </p:tavLst>
                                    </p:anim>
                                    <p:anim calcmode="lin" valueType="num">
                                      <p:cBhvr>
                                        <p:cTn id="26"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14"/>
                                        </p:tgtEl>
                                      </p:cBhvr>
                                    </p:animEffect>
                                  </p:childTnLst>
                                </p:cTn>
                              </p:par>
                            </p:childTnLst>
                          </p:cTn>
                        </p:par>
                        <p:par>
                          <p:cTn id="29" fill="hold">
                            <p:stCondLst>
                              <p:cond delay="1350"/>
                            </p:stCondLst>
                            <p:childTnLst>
                              <p:par>
                                <p:cTn id="30" presetID="26" presetClass="emph" presetSubtype="0" fill="hold" grpId="1" nodeType="afterEffect">
                                  <p:stCondLst>
                                    <p:cond delay="0"/>
                                  </p:stCondLst>
                                  <p:iterate type="lt">
                                    <p:tmPct val="0"/>
                                  </p:iterate>
                                  <p:childTnLst>
                                    <p:animEffect transition="out" filter="fade">
                                      <p:cBhvr>
                                        <p:cTn id="31" dur="500" tmFilter="0, 0; .2, .5; .8, .5; 1, 0"/>
                                        <p:tgtEl>
                                          <p:spTgt spid="14"/>
                                        </p:tgtEl>
                                      </p:cBhvr>
                                    </p:animEffect>
                                    <p:animScale>
                                      <p:cBhvr>
                                        <p:cTn id="32" dur="250" autoRev="1" fill="hold"/>
                                        <p:tgtEl>
                                          <p:spTgt spid="14"/>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childTnLst>
                                </p:cTn>
                              </p:par>
                            </p:childTnLst>
                          </p:cTn>
                        </p:par>
                        <p:par>
                          <p:cTn id="38" fill="hold">
                            <p:stCondLst>
                              <p:cond delay="1000"/>
                            </p:stCondLst>
                            <p:childTnLst>
                              <p:par>
                                <p:cTn id="39" presetID="53" presetClass="entr" presetSubtype="16"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childTnLst>
                          </p:cTn>
                        </p:par>
                        <p:par>
                          <p:cTn id="44" fill="hold">
                            <p:stCondLst>
                              <p:cond delay="1500"/>
                            </p:stCondLst>
                            <p:childTnLst>
                              <p:par>
                                <p:cTn id="45" presetID="53" presetClass="entr" presetSubtype="16"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500" fill="hold"/>
                                        <p:tgtEl>
                                          <p:spTgt spid="9"/>
                                        </p:tgtEl>
                                        <p:attrNameLst>
                                          <p:attrName>ppt_w</p:attrName>
                                        </p:attrNameLst>
                                      </p:cBhvr>
                                      <p:tavLst>
                                        <p:tav tm="0">
                                          <p:val>
                                            <p:fltVal val="0"/>
                                          </p:val>
                                        </p:tav>
                                        <p:tav tm="100000">
                                          <p:val>
                                            <p:strVal val="#ppt_w"/>
                                          </p:val>
                                        </p:tav>
                                      </p:tavLst>
                                    </p:anim>
                                    <p:anim calcmode="lin" valueType="num">
                                      <p:cBhvr>
                                        <p:cTn id="48" dur="500" fill="hold"/>
                                        <p:tgtEl>
                                          <p:spTgt spid="9"/>
                                        </p:tgtEl>
                                        <p:attrNameLst>
                                          <p:attrName>ppt_h</p:attrName>
                                        </p:attrNameLst>
                                      </p:cBhvr>
                                      <p:tavLst>
                                        <p:tav tm="0">
                                          <p:val>
                                            <p:fltVal val="0"/>
                                          </p:val>
                                        </p:tav>
                                        <p:tav tm="100000">
                                          <p:val>
                                            <p:strVal val="#ppt_h"/>
                                          </p:val>
                                        </p:tav>
                                      </p:tavLst>
                                    </p:anim>
                                    <p:animEffect transition="in" filter="fade">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P spid="14" grpId="1"/>
      <p:bldP spid="15" grpId="0" animBg="1"/>
      <p:bldP spid="16" grpId="0"/>
      <p:bldP spid="8" grpId="0"/>
      <p:bldP spid="8" grpId="1"/>
      <p:bldP spid="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ENDPOINT" val="&lt;endpoint&gt;&lt;enable&gt;0&lt;/enable&gt;&lt;lrs&gt;http://&lt;/lrs&gt;&lt;auth&gt;0&lt;/auth&gt;&lt;login&gt;&lt;/login&gt;&lt;password&gt;&lt;/password&gt;&lt;key&gt;&lt;/key&gt;&lt;name&gt;&lt;/name&gt;&lt;email&gt;&lt;/email&gt;&lt;/endpoint&gt;&#10;"/>
  <p:tag name="ISPRING_PRESENTATION_TITLE" val="bt266"/>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heme/theme1.xml><?xml version="1.0" encoding="utf-8"?>
<a:theme xmlns:a="http://schemas.openxmlformats.org/drawingml/2006/main" name="PPTe吧 | PPT爱好者之家">
  <a:themeElements>
    <a:clrScheme name="自定义 6">
      <a:dk1>
        <a:sysClr val="windowText" lastClr="000000"/>
      </a:dk1>
      <a:lt1>
        <a:sysClr val="window" lastClr="FFFFFF"/>
      </a:lt1>
      <a:dk2>
        <a:srgbClr val="44546A"/>
      </a:dk2>
      <a:lt2>
        <a:srgbClr val="E7E6E6"/>
      </a:lt2>
      <a:accent1>
        <a:srgbClr val="333F50"/>
      </a:accent1>
      <a:accent2>
        <a:srgbClr val="CA8F45"/>
      </a:accent2>
      <a:accent3>
        <a:srgbClr val="333F50"/>
      </a:accent3>
      <a:accent4>
        <a:srgbClr val="CA8F45"/>
      </a:accent4>
      <a:accent5>
        <a:srgbClr val="333F50"/>
      </a:accent5>
      <a:accent6>
        <a:srgbClr val="CA8F45"/>
      </a:accent6>
      <a:hlink>
        <a:srgbClr val="333F50"/>
      </a:hlink>
      <a:folHlink>
        <a:srgbClr val="CA8F45"/>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2587</Words>
  <PresentationFormat>自定义</PresentationFormat>
  <Paragraphs>287</Paragraphs>
  <Slides>22</Slides>
  <Notes>22</Notes>
  <HiddenSlides>0</HiddenSlides>
  <MMClips>1</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微软雅黑</vt:lpstr>
      <vt:lpstr>Arial</vt:lpstr>
      <vt:lpstr>Calibri</vt:lpstr>
      <vt:lpstr>Calibri Light</vt:lpstr>
      <vt:lpstr>Impact</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dcterms:created xsi:type="dcterms:W3CDTF">2016-12-12T17:32:18Z</dcterms:created>
  <dcterms:modified xsi:type="dcterms:W3CDTF">2022-10-25T15:09:39Z</dcterms:modified>
</cp:coreProperties>
</file>